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73" r:id="rId5"/>
  </p:sldMasterIdLst>
  <p:notesMasterIdLst>
    <p:notesMasterId r:id="rId8"/>
  </p:notesMasterIdLst>
  <p:sldIdLst>
    <p:sldId id="2049" r:id="rId6"/>
    <p:sldId id="2050" r:id="rId7"/>
  </p:sldIdLst>
  <p:sldSz cx="12192000" cy="6858000"/>
  <p:notesSz cx="6858000" cy="9144000"/>
  <p:defaultTex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FCE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336287B-EAF7-5F3C-C791-B3B74F2702C8}" v="1" dt="2026-02-18T14:38:02.378"/>
    <p1510:client id="{A4401949-7910-92CB-3B78-D562D20A611E}" v="123" dt="2026-02-18T14:41:15.404"/>
    <p1510:client id="{DD5C1435-3275-6643-1E01-644009DD373A}" v="3" dt="2026-02-16T15:26:00.050"/>
    <p1510:client id="{E517553A-3B08-B54C-1ADD-CB9BB6AE578F}" v="1" dt="2026-02-18T10:35:48.88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7" d="100"/>
          <a:sy n="117" d="100"/>
        </p:scale>
        <p:origin x="144"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slide" Target="slides/slide2.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theme" Target="theme/theme1.xml"/><Relationship Id="rId5" Type="http://schemas.openxmlformats.org/officeDocument/2006/relationships/slideMaster" Target="slideMasters/slideMaster2.xml"/><Relationship Id="rId1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B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13556FF-5B3E-46D3-9DAA-8A415242E5BD}" type="datetimeFigureOut">
              <a:rPr lang="fr-BE" smtClean="0"/>
              <a:t>18-02-26</a:t>
            </a:fld>
            <a:endParaRPr lang="fr-B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B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B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B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BB7D307-E7CF-4BA4-9218-79D2BD32CC71}" type="slidenum">
              <a:rPr lang="fr-BE" smtClean="0"/>
              <a:t>‹#›</a:t>
            </a:fld>
            <a:endParaRPr lang="fr-BE"/>
          </a:p>
        </p:txBody>
      </p:sp>
    </p:spTree>
    <p:extLst>
      <p:ext uri="{BB962C8B-B14F-4D97-AF65-F5344CB8AC3E}">
        <p14:creationId xmlns:p14="http://schemas.microsoft.com/office/powerpoint/2010/main" val="38420249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GB"/>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7A8D843-30CE-4BDA-9807-1C6F8EFA39E4}"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111242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Slide Image Placeholder 1"/>
          <p:cNvSpPr>
            <a:spLocks noGrp="1" noRot="1" noChangeAspect="1" noTextEdit="1"/>
          </p:cNvSpPr>
          <p:nvPr>
            <p:ph type="sldImg"/>
          </p:nvPr>
        </p:nvSpPr>
        <p:spPr>
          <a:ln/>
        </p:spPr>
      </p:sp>
      <p:sp>
        <p:nvSpPr>
          <p:cNvPr id="93187"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76197887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4.xml"/><Relationship Id="rId1" Type="http://schemas.openxmlformats.org/officeDocument/2006/relationships/tags" Target="../tags/tag3.xml"/><Relationship Id="rId5" Type="http://schemas.openxmlformats.org/officeDocument/2006/relationships/image" Target="../media/image1.emf"/><Relationship Id="rId4" Type="http://schemas.openxmlformats.org/officeDocument/2006/relationships/oleObject" Target="../embeddings/oleObject2.bin"/></Relationships>
</file>

<file path=ppt/slideLayouts/_rels/slideLayout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6.xml"/><Relationship Id="rId1" Type="http://schemas.openxmlformats.org/officeDocument/2006/relationships/tags" Target="../tags/tag5.xml"/><Relationship Id="rId5" Type="http://schemas.openxmlformats.org/officeDocument/2006/relationships/image" Target="../media/image1.emf"/><Relationship Id="rId4" Type="http://schemas.openxmlformats.org/officeDocument/2006/relationships/oleObject" Target="../embeddings/oleObject3.bin"/></Relationships>
</file>

<file path=ppt/slideLayouts/_rels/slideLayout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8.xml"/><Relationship Id="rId1" Type="http://schemas.openxmlformats.org/officeDocument/2006/relationships/tags" Target="../tags/tag7.xml"/><Relationship Id="rId5" Type="http://schemas.openxmlformats.org/officeDocument/2006/relationships/image" Target="../media/image1.emf"/><Relationship Id="rId4" Type="http://schemas.openxmlformats.org/officeDocument/2006/relationships/oleObject" Target="../embeddings/oleObject4.bin"/></Relationships>
</file>

<file path=ppt/slideLayouts/_rels/slideLayout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0.xml"/><Relationship Id="rId1" Type="http://schemas.openxmlformats.org/officeDocument/2006/relationships/tags" Target="../tags/tag9.xml"/><Relationship Id="rId5" Type="http://schemas.openxmlformats.org/officeDocument/2006/relationships/image" Target="../media/image1.emf"/><Relationship Id="rId4" Type="http://schemas.openxmlformats.org/officeDocument/2006/relationships/oleObject" Target="../embeddings/oleObject5.bin"/></Relationships>
</file>

<file path=ppt/slideLayouts/_rels/slideLayout5.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2.xml"/><Relationship Id="rId1" Type="http://schemas.openxmlformats.org/officeDocument/2006/relationships/tags" Target="../tags/tag11.xml"/><Relationship Id="rId5" Type="http://schemas.openxmlformats.org/officeDocument/2006/relationships/image" Target="../media/image1.emf"/><Relationship Id="rId4" Type="http://schemas.openxmlformats.org/officeDocument/2006/relationships/oleObject" Target="../embeddings/oleObject6.bin"/></Relationships>
</file>

<file path=ppt/slideLayouts/_rels/slideLayout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4.xml"/><Relationship Id="rId1" Type="http://schemas.openxmlformats.org/officeDocument/2006/relationships/tags" Target="../tags/tag13.xml"/><Relationship Id="rId5" Type="http://schemas.openxmlformats.org/officeDocument/2006/relationships/image" Target="../media/image1.emf"/><Relationship Id="rId4" Type="http://schemas.openxmlformats.org/officeDocument/2006/relationships/oleObject" Target="../embeddings/oleObject7.bin"/></Relationships>
</file>

<file path=ppt/slideLayouts/_rels/slideLayout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6.xml"/><Relationship Id="rId1" Type="http://schemas.openxmlformats.org/officeDocument/2006/relationships/tags" Target="../tags/tag15.xml"/><Relationship Id="rId5" Type="http://schemas.openxmlformats.org/officeDocument/2006/relationships/image" Target="../media/image1.emf"/><Relationship Id="rId4" Type="http://schemas.openxmlformats.org/officeDocument/2006/relationships/oleObject" Target="../embeddings/oleObject8.bin"/></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image" Target="../media/image2.emf"/><Relationship Id="rId5" Type="http://schemas.openxmlformats.org/officeDocument/2006/relationships/image" Target="../media/image1.emf"/><Relationship Id="rId4" Type="http://schemas.openxmlformats.org/officeDocument/2006/relationships/oleObject" Target="../embeddings/oleObject9.bin"/></Relationships>
</file>

<file path=ppt/slideLayouts/_rels/slideLayout10.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1.xml"/><Relationship Id="rId1" Type="http://schemas.openxmlformats.org/officeDocument/2006/relationships/tags" Target="../tags/tag19.xml"/><Relationship Id="rId4" Type="http://schemas.openxmlformats.org/officeDocument/2006/relationships/image" Target="../media/image3.emf"/></Relationships>
</file>

<file path=ppt/slideLayouts/_rels/slideLayout1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1.xml"/><Relationship Id="rId1" Type="http://schemas.openxmlformats.org/officeDocument/2006/relationships/tags" Target="../tags/tag20.xml"/><Relationship Id="rId5" Type="http://schemas.openxmlformats.org/officeDocument/2006/relationships/image" Target="../media/image3.emf"/><Relationship Id="rId4" Type="http://schemas.openxmlformats.org/officeDocument/2006/relationships/oleObject" Target="../embeddings/oleObject11.bin"/></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ubhead">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1"/>
            </p:custDataLst>
            <p:extLst>
              <p:ext uri="{D42A27DB-BD31-4B8C-83A1-F6EECF244321}">
                <p14:modId xmlns:p14="http://schemas.microsoft.com/office/powerpoint/2010/main" val="183788754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92" imgH="591" progId="TCLayout.ActiveDocument.1">
                  <p:embed/>
                </p:oleObj>
              </mc:Choice>
              <mc:Fallback>
                <p:oleObj name="think-cell Slide" r:id="rId4" imgW="592" imgH="591" progId="TCLayout.ActiveDocument.1">
                  <p:embed/>
                  <p:pic>
                    <p:nvPicPr>
                      <p:cNvPr id="5" name="Object 4"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Rectangle 2" hidden="1"/>
          <p:cNvSpPr/>
          <p:nvPr userDrawn="1">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endParaRPr lang="fr-BE" sz="2800" b="0" i="0" baseline="0">
              <a:latin typeface="Chronicle Display Black"/>
              <a:sym typeface="Chronicle Display Black"/>
            </a:endParaRPr>
          </a:p>
        </p:txBody>
      </p:sp>
      <p:sp>
        <p:nvSpPr>
          <p:cNvPr id="2" name="Title 1"/>
          <p:cNvSpPr>
            <a:spLocks noGrp="1"/>
          </p:cNvSpPr>
          <p:nvPr>
            <p:ph type="title"/>
          </p:nvPr>
        </p:nvSpPr>
        <p:spPr>
          <a:xfrm>
            <a:off x="914400" y="694944"/>
            <a:ext cx="10363200" cy="594360"/>
          </a:xfrm>
        </p:spPr>
        <p:txBody>
          <a:bodyPr vert="horz" lIns="0" tIns="45720" rIns="0" bIns="0" rtlCol="0" anchor="t" anchorCtr="0">
            <a:noAutofit/>
          </a:bodyPr>
          <a:lstStyle>
            <a:lvl1pPr>
              <a:defRPr lang="en-US" sz="2800" b="0" spc="-75" dirty="0">
                <a:latin typeface="+mj-lt"/>
              </a:defRPr>
            </a:lvl1pPr>
          </a:lstStyle>
          <a:p>
            <a:pPr lvl="0" defTabSz="685800">
              <a:lnSpc>
                <a:spcPct val="85000"/>
              </a:lnSpc>
            </a:pPr>
            <a:r>
              <a:rPr lang="fr-BE"/>
              <a:t>Click to </a:t>
            </a:r>
            <a:r>
              <a:rPr lang="fr-BE" err="1"/>
              <a:t>edit</a:t>
            </a:r>
            <a:r>
              <a:rPr lang="fr-BE"/>
              <a:t> Master </a:t>
            </a:r>
            <a:r>
              <a:rPr lang="fr-BE" err="1"/>
              <a:t>title</a:t>
            </a:r>
            <a:r>
              <a:rPr lang="fr-BE"/>
              <a:t> style</a:t>
            </a:r>
          </a:p>
        </p:txBody>
      </p:sp>
      <p:sp>
        <p:nvSpPr>
          <p:cNvPr id="4" name="Text Placeholder 8"/>
          <p:cNvSpPr>
            <a:spLocks noGrp="1"/>
          </p:cNvSpPr>
          <p:nvPr>
            <p:ph type="body" sz="quarter" idx="14"/>
          </p:nvPr>
        </p:nvSpPr>
        <p:spPr>
          <a:xfrm>
            <a:off x="914721" y="1353312"/>
            <a:ext cx="10362880" cy="475488"/>
          </a:xfrm>
        </p:spPr>
        <p:txBody>
          <a:bodyPr vert="horz" lIns="0" tIns="0" rIns="0" bIns="0" rtlCol="0">
            <a:noAutofit/>
          </a:bodyPr>
          <a:lstStyle>
            <a:lvl1pPr marL="0" indent="0">
              <a:buNone/>
              <a:defRPr lang="en-US" sz="1200"/>
            </a:lvl1pPr>
          </a:lstStyle>
          <a:p>
            <a:pPr marL="228600" lvl="0" indent="-228600">
              <a:lnSpc>
                <a:spcPct val="130000"/>
              </a:lnSpc>
            </a:pPr>
            <a:r>
              <a:rPr lang="fr-BE"/>
              <a:t>Click to </a:t>
            </a:r>
            <a:r>
              <a:rPr lang="fr-BE" err="1"/>
              <a:t>edit</a:t>
            </a:r>
            <a:r>
              <a:rPr lang="fr-BE"/>
              <a:t> Master </a:t>
            </a:r>
            <a:r>
              <a:rPr lang="fr-BE" err="1"/>
              <a:t>text</a:t>
            </a:r>
            <a:r>
              <a:rPr lang="fr-BE"/>
              <a:t> styles</a:t>
            </a:r>
          </a:p>
        </p:txBody>
      </p:sp>
    </p:spTree>
    <p:extLst>
      <p:ext uri="{BB962C8B-B14F-4D97-AF65-F5344CB8AC3E}">
        <p14:creationId xmlns:p14="http://schemas.microsoft.com/office/powerpoint/2010/main" val="704304791"/>
      </p:ext>
    </p:extLst>
  </p:cSld>
  <p:clrMapOvr>
    <a:masterClrMapping/>
  </p:clrMapOvr>
  <p:hf sldNum="0"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Subhead">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userDrawn="1">
            <p:custDataLst>
              <p:tags r:id="rId1"/>
            </p:custDataLst>
            <p:extLst>
              <p:ext uri="{D42A27DB-BD31-4B8C-83A1-F6EECF244321}">
                <p14:modId xmlns:p14="http://schemas.microsoft.com/office/powerpoint/2010/main" val="421323473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92" imgH="591" progId="TCLayout.ActiveDocument.1">
                  <p:embed/>
                </p:oleObj>
              </mc:Choice>
              <mc:Fallback>
                <p:oleObj name="think-cell Slide" r:id="rId4" imgW="592" imgH="591" progId="TCLayout.ActiveDocument.1">
                  <p:embed/>
                  <p:pic>
                    <p:nvPicPr>
                      <p:cNvPr id="8" name="Object 7"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Rectangle 2" hidden="1"/>
          <p:cNvSpPr/>
          <p:nvPr userDrawn="1">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endParaRPr lang="fr-BE" sz="2800" b="0" i="0" baseline="0">
              <a:latin typeface="Chronicle Display Black"/>
              <a:sym typeface="Chronicle Display Black"/>
            </a:endParaRPr>
          </a:p>
        </p:txBody>
      </p:sp>
      <p:sp>
        <p:nvSpPr>
          <p:cNvPr id="2" name="Title 1"/>
          <p:cNvSpPr>
            <a:spLocks noGrp="1"/>
          </p:cNvSpPr>
          <p:nvPr>
            <p:ph type="title"/>
          </p:nvPr>
        </p:nvSpPr>
        <p:spPr>
          <a:xfrm>
            <a:off x="914400" y="694944"/>
            <a:ext cx="10363200" cy="594360"/>
          </a:xfrm>
        </p:spPr>
        <p:txBody>
          <a:bodyPr vert="horz" lIns="0" tIns="45720" rIns="0" bIns="0" rtlCol="0" anchor="t" anchorCtr="0">
            <a:noAutofit/>
          </a:bodyPr>
          <a:lstStyle>
            <a:lvl1pPr>
              <a:defRPr lang="en-US" sz="2800" b="0" spc="-75" dirty="0">
                <a:latin typeface="+mj-lt"/>
              </a:defRPr>
            </a:lvl1pPr>
          </a:lstStyle>
          <a:p>
            <a:pPr lvl="0" defTabSz="685800">
              <a:lnSpc>
                <a:spcPct val="85000"/>
              </a:lnSpc>
            </a:pPr>
            <a:r>
              <a:rPr lang="fr-BE"/>
              <a:t>Click to </a:t>
            </a:r>
            <a:r>
              <a:rPr lang="fr-BE" err="1"/>
              <a:t>edit</a:t>
            </a:r>
            <a:r>
              <a:rPr lang="fr-BE"/>
              <a:t> Master </a:t>
            </a:r>
            <a:r>
              <a:rPr lang="fr-BE" err="1"/>
              <a:t>title</a:t>
            </a:r>
            <a:r>
              <a:rPr lang="fr-BE"/>
              <a:t> style</a:t>
            </a:r>
          </a:p>
        </p:txBody>
      </p:sp>
      <p:sp>
        <p:nvSpPr>
          <p:cNvPr id="4" name="Text Placeholder 8"/>
          <p:cNvSpPr>
            <a:spLocks noGrp="1"/>
          </p:cNvSpPr>
          <p:nvPr>
            <p:ph type="body" sz="quarter" idx="14"/>
          </p:nvPr>
        </p:nvSpPr>
        <p:spPr>
          <a:xfrm>
            <a:off x="914721" y="1353312"/>
            <a:ext cx="10362880" cy="475488"/>
          </a:xfrm>
        </p:spPr>
        <p:txBody>
          <a:bodyPr vert="horz" lIns="0" tIns="0" rIns="0" bIns="0" rtlCol="0">
            <a:noAutofit/>
          </a:bodyPr>
          <a:lstStyle>
            <a:lvl1pPr marL="0" indent="0">
              <a:buNone/>
              <a:defRPr lang="en-US" sz="1200"/>
            </a:lvl1pPr>
          </a:lstStyle>
          <a:p>
            <a:pPr marL="228600" lvl="0" indent="-228600">
              <a:lnSpc>
                <a:spcPct val="130000"/>
              </a:lnSpc>
            </a:pPr>
            <a:r>
              <a:rPr lang="fr-BE"/>
              <a:t>Click to </a:t>
            </a:r>
            <a:r>
              <a:rPr lang="fr-BE" err="1"/>
              <a:t>edit</a:t>
            </a:r>
            <a:r>
              <a:rPr lang="fr-BE"/>
              <a:t> Master </a:t>
            </a:r>
            <a:r>
              <a:rPr lang="fr-BE" err="1"/>
              <a:t>text</a:t>
            </a:r>
            <a:r>
              <a:rPr lang="fr-BE"/>
              <a:t> styles</a:t>
            </a:r>
          </a:p>
        </p:txBody>
      </p:sp>
      <p:sp>
        <p:nvSpPr>
          <p:cNvPr id="5" name="Text Placeholder 4"/>
          <p:cNvSpPr>
            <a:spLocks noGrp="1"/>
          </p:cNvSpPr>
          <p:nvPr>
            <p:ph type="body" sz="quarter" idx="15" hasCustomPrompt="1"/>
          </p:nvPr>
        </p:nvSpPr>
        <p:spPr>
          <a:xfrm>
            <a:off x="914400" y="1982788"/>
            <a:ext cx="3348000" cy="4135437"/>
          </a:xfrm>
        </p:spPr>
        <p:txBody>
          <a:bodyPr/>
          <a:lstStyle>
            <a:lvl1pPr>
              <a:defRPr sz="1600"/>
            </a:lvl1pPr>
            <a:lvl2pPr>
              <a:defRPr sz="1400"/>
            </a:lvl2pPr>
            <a:lvl3pPr>
              <a:defRPr sz="1200"/>
            </a:lvl3pPr>
            <a:lvl4pPr>
              <a:defRPr sz="1100"/>
            </a:lvl4pPr>
            <a:lvl5pPr>
              <a:defRPr sz="1100"/>
            </a:lvl5pPr>
          </a:lstStyle>
          <a:p>
            <a:pPr lvl="0"/>
            <a:r>
              <a:rPr lang="fr-BE"/>
              <a:t>Edit Master </a:t>
            </a:r>
            <a:r>
              <a:rPr lang="fr-BE" err="1"/>
              <a:t>text</a:t>
            </a:r>
            <a:r>
              <a:rPr lang="fr-BE"/>
              <a:t> styles</a:t>
            </a:r>
          </a:p>
          <a:p>
            <a:pPr lvl="1"/>
            <a:r>
              <a:rPr lang="fr-BE"/>
              <a:t>Second </a:t>
            </a:r>
            <a:r>
              <a:rPr lang="fr-BE" err="1"/>
              <a:t>level</a:t>
            </a:r>
            <a:endParaRPr lang="fr-BE"/>
          </a:p>
          <a:p>
            <a:pPr lvl="2"/>
            <a:r>
              <a:rPr lang="fr-BE" err="1"/>
              <a:t>Third</a:t>
            </a:r>
            <a:r>
              <a:rPr lang="fr-BE"/>
              <a:t> </a:t>
            </a:r>
            <a:r>
              <a:rPr lang="fr-BE" err="1"/>
              <a:t>level</a:t>
            </a:r>
            <a:endParaRPr lang="fr-BE"/>
          </a:p>
          <a:p>
            <a:pPr lvl="3"/>
            <a:r>
              <a:rPr lang="fr-BE" err="1"/>
              <a:t>Fourth</a:t>
            </a:r>
            <a:r>
              <a:rPr lang="fr-BE"/>
              <a:t> </a:t>
            </a:r>
            <a:r>
              <a:rPr lang="fr-BE" err="1"/>
              <a:t>level</a:t>
            </a:r>
            <a:endParaRPr lang="fr-BE"/>
          </a:p>
          <a:p>
            <a:pPr lvl="4"/>
            <a:r>
              <a:rPr lang="fr-BE" err="1"/>
              <a:t>Fifth</a:t>
            </a:r>
            <a:r>
              <a:rPr lang="fr-BE"/>
              <a:t> </a:t>
            </a:r>
            <a:r>
              <a:rPr lang="fr-BE" err="1"/>
              <a:t>level</a:t>
            </a:r>
            <a:endParaRPr lang="fr-BE"/>
          </a:p>
        </p:txBody>
      </p:sp>
      <p:sp>
        <p:nvSpPr>
          <p:cNvPr id="6" name="Text Placeholder 4"/>
          <p:cNvSpPr>
            <a:spLocks noGrp="1"/>
          </p:cNvSpPr>
          <p:nvPr>
            <p:ph type="body" sz="quarter" idx="16" hasCustomPrompt="1"/>
          </p:nvPr>
        </p:nvSpPr>
        <p:spPr>
          <a:xfrm>
            <a:off x="4422620" y="1982787"/>
            <a:ext cx="3348000" cy="4135437"/>
          </a:xfrm>
        </p:spPr>
        <p:txBody>
          <a:bodyPr/>
          <a:lstStyle>
            <a:lvl1pPr>
              <a:defRPr sz="1600"/>
            </a:lvl1pPr>
            <a:lvl2pPr>
              <a:defRPr sz="1400"/>
            </a:lvl2pPr>
            <a:lvl3pPr>
              <a:defRPr sz="1200"/>
            </a:lvl3pPr>
            <a:lvl4pPr>
              <a:defRPr sz="1100"/>
            </a:lvl4pPr>
            <a:lvl5pPr>
              <a:defRPr sz="1100"/>
            </a:lvl5pPr>
          </a:lstStyle>
          <a:p>
            <a:pPr lvl="0"/>
            <a:r>
              <a:rPr lang="fr-BE"/>
              <a:t>Edit Master </a:t>
            </a:r>
            <a:r>
              <a:rPr lang="fr-BE" err="1"/>
              <a:t>text</a:t>
            </a:r>
            <a:r>
              <a:rPr lang="fr-BE"/>
              <a:t> styles</a:t>
            </a:r>
          </a:p>
          <a:p>
            <a:pPr lvl="1"/>
            <a:r>
              <a:rPr lang="fr-BE"/>
              <a:t>Second </a:t>
            </a:r>
            <a:r>
              <a:rPr lang="fr-BE" err="1"/>
              <a:t>level</a:t>
            </a:r>
            <a:endParaRPr lang="fr-BE"/>
          </a:p>
          <a:p>
            <a:pPr lvl="2"/>
            <a:r>
              <a:rPr lang="fr-BE" err="1"/>
              <a:t>Third</a:t>
            </a:r>
            <a:r>
              <a:rPr lang="fr-BE"/>
              <a:t> </a:t>
            </a:r>
            <a:r>
              <a:rPr lang="fr-BE" err="1"/>
              <a:t>level</a:t>
            </a:r>
            <a:endParaRPr lang="fr-BE"/>
          </a:p>
          <a:p>
            <a:pPr lvl="3"/>
            <a:r>
              <a:rPr lang="fr-BE" err="1"/>
              <a:t>Fourth</a:t>
            </a:r>
            <a:r>
              <a:rPr lang="fr-BE"/>
              <a:t> </a:t>
            </a:r>
            <a:r>
              <a:rPr lang="fr-BE" err="1"/>
              <a:t>level</a:t>
            </a:r>
            <a:endParaRPr lang="fr-BE"/>
          </a:p>
          <a:p>
            <a:pPr lvl="4"/>
            <a:r>
              <a:rPr lang="fr-BE" err="1"/>
              <a:t>Fifth</a:t>
            </a:r>
            <a:r>
              <a:rPr lang="fr-BE"/>
              <a:t> </a:t>
            </a:r>
            <a:r>
              <a:rPr lang="fr-BE" err="1"/>
              <a:t>level</a:t>
            </a:r>
            <a:endParaRPr lang="fr-BE"/>
          </a:p>
        </p:txBody>
      </p:sp>
      <p:sp>
        <p:nvSpPr>
          <p:cNvPr id="7" name="Text Placeholder 4"/>
          <p:cNvSpPr>
            <a:spLocks noGrp="1"/>
          </p:cNvSpPr>
          <p:nvPr>
            <p:ph type="body" sz="quarter" idx="17" hasCustomPrompt="1"/>
          </p:nvPr>
        </p:nvSpPr>
        <p:spPr>
          <a:xfrm>
            <a:off x="7930840" y="1982786"/>
            <a:ext cx="3348000" cy="4135437"/>
          </a:xfrm>
        </p:spPr>
        <p:txBody>
          <a:bodyPr/>
          <a:lstStyle>
            <a:lvl1pPr>
              <a:defRPr sz="1600"/>
            </a:lvl1pPr>
            <a:lvl2pPr>
              <a:defRPr sz="1400"/>
            </a:lvl2pPr>
            <a:lvl3pPr>
              <a:defRPr sz="1200"/>
            </a:lvl3pPr>
            <a:lvl4pPr>
              <a:defRPr sz="1100"/>
            </a:lvl4pPr>
            <a:lvl5pPr>
              <a:defRPr sz="1100"/>
            </a:lvl5pPr>
          </a:lstStyle>
          <a:p>
            <a:pPr lvl="0"/>
            <a:r>
              <a:rPr lang="fr-BE"/>
              <a:t>Edit Master </a:t>
            </a:r>
            <a:r>
              <a:rPr lang="fr-BE" err="1"/>
              <a:t>text</a:t>
            </a:r>
            <a:r>
              <a:rPr lang="fr-BE"/>
              <a:t> styles</a:t>
            </a:r>
          </a:p>
          <a:p>
            <a:pPr lvl="1"/>
            <a:r>
              <a:rPr lang="fr-BE"/>
              <a:t>Second </a:t>
            </a:r>
            <a:r>
              <a:rPr lang="fr-BE" err="1"/>
              <a:t>level</a:t>
            </a:r>
            <a:endParaRPr lang="fr-BE"/>
          </a:p>
          <a:p>
            <a:pPr lvl="2"/>
            <a:r>
              <a:rPr lang="fr-BE" err="1"/>
              <a:t>Third</a:t>
            </a:r>
            <a:r>
              <a:rPr lang="fr-BE"/>
              <a:t> </a:t>
            </a:r>
            <a:r>
              <a:rPr lang="fr-BE" err="1"/>
              <a:t>level</a:t>
            </a:r>
            <a:endParaRPr lang="fr-BE"/>
          </a:p>
          <a:p>
            <a:pPr lvl="3"/>
            <a:r>
              <a:rPr lang="fr-BE" err="1"/>
              <a:t>Fourth</a:t>
            </a:r>
            <a:r>
              <a:rPr lang="fr-BE"/>
              <a:t> </a:t>
            </a:r>
            <a:r>
              <a:rPr lang="fr-BE" err="1"/>
              <a:t>level</a:t>
            </a:r>
            <a:endParaRPr lang="fr-BE"/>
          </a:p>
          <a:p>
            <a:pPr lvl="4"/>
            <a:r>
              <a:rPr lang="fr-BE" err="1"/>
              <a:t>Fifth</a:t>
            </a:r>
            <a:r>
              <a:rPr lang="fr-BE"/>
              <a:t> </a:t>
            </a:r>
            <a:r>
              <a:rPr lang="fr-BE" err="1"/>
              <a:t>level</a:t>
            </a:r>
            <a:endParaRPr lang="fr-BE"/>
          </a:p>
        </p:txBody>
      </p:sp>
    </p:spTree>
    <p:extLst>
      <p:ext uri="{BB962C8B-B14F-4D97-AF65-F5344CB8AC3E}">
        <p14:creationId xmlns:p14="http://schemas.microsoft.com/office/powerpoint/2010/main" val="695865252"/>
      </p:ext>
    </p:extLst>
  </p:cSld>
  <p:clrMapOvr>
    <a:masterClrMapping/>
  </p:clrMapOvr>
  <p:hf sldNum="0" hd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Title, Subhead">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249682943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92" imgH="591" progId="TCLayout.ActiveDocument.1">
                  <p:embed/>
                </p:oleObj>
              </mc:Choice>
              <mc:Fallback>
                <p:oleObj name="think-cell Slide" r:id="rId4" imgW="592" imgH="591" progId="TCLayout.ActiveDocument.1">
                  <p:embed/>
                  <p:pic>
                    <p:nvPicPr>
                      <p:cNvPr id="6" name="Object 5"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Rectangle 2" hidden="1"/>
          <p:cNvSpPr/>
          <p:nvPr userDrawn="1">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endParaRPr lang="fr-BE" sz="2800" b="0" i="0" baseline="0">
              <a:latin typeface="Chronicle Display Black"/>
              <a:sym typeface="Chronicle Display Black"/>
            </a:endParaRPr>
          </a:p>
        </p:txBody>
      </p:sp>
      <p:sp>
        <p:nvSpPr>
          <p:cNvPr id="2" name="Title 1"/>
          <p:cNvSpPr>
            <a:spLocks noGrp="1"/>
          </p:cNvSpPr>
          <p:nvPr>
            <p:ph type="title"/>
          </p:nvPr>
        </p:nvSpPr>
        <p:spPr>
          <a:xfrm>
            <a:off x="914400" y="694944"/>
            <a:ext cx="10363200" cy="594360"/>
          </a:xfrm>
        </p:spPr>
        <p:txBody>
          <a:bodyPr vert="horz" lIns="0" tIns="45720" rIns="0" bIns="0" rtlCol="0" anchor="t" anchorCtr="0">
            <a:noAutofit/>
          </a:bodyPr>
          <a:lstStyle>
            <a:lvl1pPr>
              <a:defRPr lang="en-US" sz="2800" b="0" spc="-75" dirty="0">
                <a:latin typeface="+mj-lt"/>
              </a:defRPr>
            </a:lvl1pPr>
          </a:lstStyle>
          <a:p>
            <a:pPr lvl="0" defTabSz="685800">
              <a:lnSpc>
                <a:spcPct val="85000"/>
              </a:lnSpc>
            </a:pPr>
            <a:r>
              <a:rPr lang="fr-BE"/>
              <a:t>Click to </a:t>
            </a:r>
            <a:r>
              <a:rPr lang="fr-BE" err="1"/>
              <a:t>edit</a:t>
            </a:r>
            <a:r>
              <a:rPr lang="fr-BE"/>
              <a:t> Master </a:t>
            </a:r>
            <a:r>
              <a:rPr lang="fr-BE" err="1"/>
              <a:t>title</a:t>
            </a:r>
            <a:r>
              <a:rPr lang="fr-BE"/>
              <a:t> style</a:t>
            </a:r>
          </a:p>
        </p:txBody>
      </p:sp>
      <p:sp>
        <p:nvSpPr>
          <p:cNvPr id="4" name="Text Placeholder 8"/>
          <p:cNvSpPr>
            <a:spLocks noGrp="1"/>
          </p:cNvSpPr>
          <p:nvPr>
            <p:ph type="body" sz="quarter" idx="14"/>
          </p:nvPr>
        </p:nvSpPr>
        <p:spPr>
          <a:xfrm>
            <a:off x="914721" y="1353312"/>
            <a:ext cx="10362880" cy="475488"/>
          </a:xfrm>
        </p:spPr>
        <p:txBody>
          <a:bodyPr vert="horz" lIns="0" tIns="0" rIns="0" bIns="0" rtlCol="0">
            <a:noAutofit/>
          </a:bodyPr>
          <a:lstStyle>
            <a:lvl1pPr marL="0" indent="0">
              <a:buNone/>
              <a:defRPr lang="en-US" sz="1200"/>
            </a:lvl1pPr>
          </a:lstStyle>
          <a:p>
            <a:pPr marL="228600" lvl="0" indent="-228600">
              <a:lnSpc>
                <a:spcPct val="130000"/>
              </a:lnSpc>
            </a:pPr>
            <a:r>
              <a:rPr lang="fr-BE"/>
              <a:t>Click to </a:t>
            </a:r>
            <a:r>
              <a:rPr lang="fr-BE" err="1"/>
              <a:t>edit</a:t>
            </a:r>
            <a:r>
              <a:rPr lang="fr-BE"/>
              <a:t> Master </a:t>
            </a:r>
            <a:r>
              <a:rPr lang="fr-BE" err="1"/>
              <a:t>text</a:t>
            </a:r>
            <a:r>
              <a:rPr lang="fr-BE"/>
              <a:t> styles</a:t>
            </a:r>
          </a:p>
        </p:txBody>
      </p:sp>
      <p:sp>
        <p:nvSpPr>
          <p:cNvPr id="5" name="Text Placeholder 4"/>
          <p:cNvSpPr>
            <a:spLocks noGrp="1"/>
          </p:cNvSpPr>
          <p:nvPr>
            <p:ph type="body" sz="quarter" idx="15" hasCustomPrompt="1"/>
          </p:nvPr>
        </p:nvSpPr>
        <p:spPr>
          <a:xfrm>
            <a:off x="914400" y="1982788"/>
            <a:ext cx="5076000" cy="4135437"/>
          </a:xfrm>
        </p:spPr>
        <p:txBody>
          <a:bodyPr/>
          <a:lstStyle>
            <a:lvl1pPr>
              <a:defRPr sz="1600"/>
            </a:lvl1pPr>
            <a:lvl2pPr>
              <a:defRPr sz="1400"/>
            </a:lvl2pPr>
            <a:lvl3pPr>
              <a:defRPr sz="1200"/>
            </a:lvl3pPr>
            <a:lvl4pPr>
              <a:defRPr sz="1100"/>
            </a:lvl4pPr>
            <a:lvl5pPr>
              <a:defRPr sz="1100"/>
            </a:lvl5pPr>
          </a:lstStyle>
          <a:p>
            <a:pPr lvl="0"/>
            <a:r>
              <a:rPr lang="fr-BE"/>
              <a:t>Edit Master </a:t>
            </a:r>
            <a:r>
              <a:rPr lang="fr-BE" err="1"/>
              <a:t>text</a:t>
            </a:r>
            <a:r>
              <a:rPr lang="fr-BE"/>
              <a:t> styles</a:t>
            </a:r>
          </a:p>
          <a:p>
            <a:pPr lvl="1"/>
            <a:r>
              <a:rPr lang="fr-BE"/>
              <a:t>Second </a:t>
            </a:r>
            <a:r>
              <a:rPr lang="fr-BE" err="1"/>
              <a:t>level</a:t>
            </a:r>
            <a:endParaRPr lang="fr-BE"/>
          </a:p>
          <a:p>
            <a:pPr lvl="2"/>
            <a:r>
              <a:rPr lang="fr-BE" err="1"/>
              <a:t>Third</a:t>
            </a:r>
            <a:r>
              <a:rPr lang="fr-BE"/>
              <a:t> </a:t>
            </a:r>
            <a:r>
              <a:rPr lang="fr-BE" err="1"/>
              <a:t>level</a:t>
            </a:r>
            <a:endParaRPr lang="fr-BE"/>
          </a:p>
          <a:p>
            <a:pPr lvl="3"/>
            <a:r>
              <a:rPr lang="fr-BE" err="1"/>
              <a:t>Fourth</a:t>
            </a:r>
            <a:r>
              <a:rPr lang="fr-BE"/>
              <a:t> </a:t>
            </a:r>
            <a:r>
              <a:rPr lang="fr-BE" err="1"/>
              <a:t>level</a:t>
            </a:r>
            <a:endParaRPr lang="fr-BE"/>
          </a:p>
          <a:p>
            <a:pPr lvl="4"/>
            <a:r>
              <a:rPr lang="fr-BE" err="1"/>
              <a:t>Fifth</a:t>
            </a:r>
            <a:r>
              <a:rPr lang="fr-BE"/>
              <a:t> </a:t>
            </a:r>
            <a:r>
              <a:rPr lang="fr-BE" err="1"/>
              <a:t>level</a:t>
            </a:r>
            <a:endParaRPr lang="fr-BE"/>
          </a:p>
        </p:txBody>
      </p:sp>
      <p:sp>
        <p:nvSpPr>
          <p:cNvPr id="7" name="Text Placeholder 4"/>
          <p:cNvSpPr>
            <a:spLocks noGrp="1"/>
          </p:cNvSpPr>
          <p:nvPr>
            <p:ph type="body" sz="quarter" idx="17" hasCustomPrompt="1"/>
          </p:nvPr>
        </p:nvSpPr>
        <p:spPr>
          <a:xfrm>
            <a:off x="6201600" y="1984374"/>
            <a:ext cx="5076000" cy="4135437"/>
          </a:xfrm>
        </p:spPr>
        <p:txBody>
          <a:bodyPr/>
          <a:lstStyle>
            <a:lvl1pPr>
              <a:defRPr sz="1600"/>
            </a:lvl1pPr>
            <a:lvl2pPr>
              <a:defRPr sz="1400"/>
            </a:lvl2pPr>
            <a:lvl3pPr>
              <a:defRPr sz="1200"/>
            </a:lvl3pPr>
            <a:lvl4pPr>
              <a:defRPr sz="1100"/>
            </a:lvl4pPr>
            <a:lvl5pPr>
              <a:defRPr sz="1100"/>
            </a:lvl5pPr>
          </a:lstStyle>
          <a:p>
            <a:pPr lvl="0"/>
            <a:r>
              <a:rPr lang="fr-BE"/>
              <a:t>Edit Master </a:t>
            </a:r>
            <a:r>
              <a:rPr lang="fr-BE" err="1"/>
              <a:t>text</a:t>
            </a:r>
            <a:r>
              <a:rPr lang="fr-BE"/>
              <a:t> styles</a:t>
            </a:r>
          </a:p>
          <a:p>
            <a:pPr lvl="1"/>
            <a:r>
              <a:rPr lang="fr-BE"/>
              <a:t>Second </a:t>
            </a:r>
            <a:r>
              <a:rPr lang="fr-BE" err="1"/>
              <a:t>level</a:t>
            </a:r>
            <a:endParaRPr lang="fr-BE"/>
          </a:p>
          <a:p>
            <a:pPr lvl="2"/>
            <a:r>
              <a:rPr lang="fr-BE" err="1"/>
              <a:t>Third</a:t>
            </a:r>
            <a:r>
              <a:rPr lang="fr-BE"/>
              <a:t> </a:t>
            </a:r>
            <a:r>
              <a:rPr lang="fr-BE" err="1"/>
              <a:t>level</a:t>
            </a:r>
            <a:endParaRPr lang="fr-BE"/>
          </a:p>
          <a:p>
            <a:pPr lvl="3"/>
            <a:r>
              <a:rPr lang="fr-BE" err="1"/>
              <a:t>Fourth</a:t>
            </a:r>
            <a:r>
              <a:rPr lang="fr-BE"/>
              <a:t> </a:t>
            </a:r>
            <a:r>
              <a:rPr lang="fr-BE" err="1"/>
              <a:t>level</a:t>
            </a:r>
            <a:endParaRPr lang="fr-BE"/>
          </a:p>
          <a:p>
            <a:pPr lvl="4"/>
            <a:r>
              <a:rPr lang="fr-BE" err="1"/>
              <a:t>Fifth</a:t>
            </a:r>
            <a:r>
              <a:rPr lang="fr-BE"/>
              <a:t> </a:t>
            </a:r>
            <a:r>
              <a:rPr lang="fr-BE" err="1"/>
              <a:t>level</a:t>
            </a:r>
            <a:endParaRPr lang="fr-BE"/>
          </a:p>
        </p:txBody>
      </p:sp>
    </p:spTree>
    <p:extLst>
      <p:ext uri="{BB962C8B-B14F-4D97-AF65-F5344CB8AC3E}">
        <p14:creationId xmlns:p14="http://schemas.microsoft.com/office/powerpoint/2010/main" val="3705906740"/>
      </p:ext>
    </p:extLst>
  </p:cSld>
  <p:clrMapOvr>
    <a:masterClrMapping/>
  </p:clrMapOvr>
  <p:hf sldNum="0" hd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Subhead">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332655816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92" imgH="591" progId="TCLayout.ActiveDocument.1">
                  <p:embed/>
                </p:oleObj>
              </mc:Choice>
              <mc:Fallback>
                <p:oleObj name="think-cell Slide" r:id="rId4" imgW="592" imgH="591" progId="TCLayout.ActiveDocument.1">
                  <p:embed/>
                  <p:pic>
                    <p:nvPicPr>
                      <p:cNvPr id="4" name="Object 3"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Rectangle 2" hidden="1"/>
          <p:cNvSpPr/>
          <p:nvPr userDrawn="1">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endParaRPr lang="fr-BE" sz="2800" b="0" i="0" baseline="0">
              <a:latin typeface="Chronicle Display Black"/>
              <a:sym typeface="Chronicle Display Black"/>
            </a:endParaRPr>
          </a:p>
        </p:txBody>
      </p:sp>
      <p:sp>
        <p:nvSpPr>
          <p:cNvPr id="2" name="Title 1"/>
          <p:cNvSpPr>
            <a:spLocks noGrp="1"/>
          </p:cNvSpPr>
          <p:nvPr>
            <p:ph type="title"/>
          </p:nvPr>
        </p:nvSpPr>
        <p:spPr>
          <a:xfrm>
            <a:off x="914400" y="694944"/>
            <a:ext cx="10363200" cy="594360"/>
          </a:xfrm>
        </p:spPr>
        <p:txBody>
          <a:bodyPr vert="horz" lIns="0" tIns="45720" rIns="0" bIns="0" rtlCol="0" anchor="t" anchorCtr="0">
            <a:noAutofit/>
          </a:bodyPr>
          <a:lstStyle>
            <a:lvl1pPr>
              <a:defRPr lang="en-US" sz="2800" b="0" spc="-75" dirty="0">
                <a:latin typeface="+mj-lt"/>
              </a:defRPr>
            </a:lvl1pPr>
          </a:lstStyle>
          <a:p>
            <a:pPr lvl="0" defTabSz="685800">
              <a:lnSpc>
                <a:spcPct val="85000"/>
              </a:lnSpc>
            </a:pPr>
            <a:r>
              <a:rPr lang="fr-BE"/>
              <a:t>Click to </a:t>
            </a:r>
            <a:r>
              <a:rPr lang="fr-BE" err="1"/>
              <a:t>edit</a:t>
            </a:r>
            <a:r>
              <a:rPr lang="fr-BE"/>
              <a:t> Master </a:t>
            </a:r>
            <a:r>
              <a:rPr lang="fr-BE" err="1"/>
              <a:t>title</a:t>
            </a:r>
            <a:r>
              <a:rPr lang="fr-BE"/>
              <a:t> style</a:t>
            </a:r>
          </a:p>
        </p:txBody>
      </p:sp>
      <p:sp>
        <p:nvSpPr>
          <p:cNvPr id="5" name="Picture Placeholder 4"/>
          <p:cNvSpPr>
            <a:spLocks noGrp="1"/>
          </p:cNvSpPr>
          <p:nvPr>
            <p:ph type="pic" sz="quarter" idx="10"/>
          </p:nvPr>
        </p:nvSpPr>
        <p:spPr>
          <a:xfrm>
            <a:off x="914400" y="1408113"/>
            <a:ext cx="10363200" cy="4789487"/>
          </a:xfrm>
        </p:spPr>
        <p:txBody>
          <a:bodyPr/>
          <a:lstStyle/>
          <a:p>
            <a:endParaRPr lang="en-US"/>
          </a:p>
        </p:txBody>
      </p:sp>
    </p:spTree>
    <p:extLst>
      <p:ext uri="{BB962C8B-B14F-4D97-AF65-F5344CB8AC3E}">
        <p14:creationId xmlns:p14="http://schemas.microsoft.com/office/powerpoint/2010/main" val="1263935005"/>
      </p:ext>
    </p:extLst>
  </p:cSld>
  <p:clrMapOvr>
    <a:masterClrMapping/>
  </p:clrMapOvr>
  <p:hf sldNum="0" hd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Subhead &amp; Breadcrumb">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1"/>
            </p:custDataLst>
            <p:extLst>
              <p:ext uri="{D42A27DB-BD31-4B8C-83A1-F6EECF244321}">
                <p14:modId xmlns:p14="http://schemas.microsoft.com/office/powerpoint/2010/main" val="358471441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92" imgH="591" progId="TCLayout.ActiveDocument.1">
                  <p:embed/>
                </p:oleObj>
              </mc:Choice>
              <mc:Fallback>
                <p:oleObj name="think-cell Slide" r:id="rId4" imgW="592" imgH="591" progId="TCLayout.ActiveDocument.1">
                  <p:embed/>
                  <p:pic>
                    <p:nvPicPr>
                      <p:cNvPr id="5" name="Object 4"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Rectangle 2" hidden="1"/>
          <p:cNvSpPr/>
          <p:nvPr userDrawn="1">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endParaRPr lang="fr-BE" sz="2800" b="0" i="0" baseline="0">
              <a:latin typeface="Chronicle Display Black"/>
              <a:sym typeface="Chronicle Display Black"/>
            </a:endParaRPr>
          </a:p>
        </p:txBody>
      </p:sp>
      <p:sp>
        <p:nvSpPr>
          <p:cNvPr id="2" name="Title 1"/>
          <p:cNvSpPr>
            <a:spLocks noGrp="1"/>
          </p:cNvSpPr>
          <p:nvPr>
            <p:ph type="title"/>
          </p:nvPr>
        </p:nvSpPr>
        <p:spPr>
          <a:xfrm>
            <a:off x="914400" y="694944"/>
            <a:ext cx="10363200" cy="594360"/>
          </a:xfrm>
        </p:spPr>
        <p:txBody>
          <a:bodyPr vert="horz" lIns="0" tIns="45720" rIns="0" bIns="0" rtlCol="0" anchor="t" anchorCtr="0">
            <a:noAutofit/>
          </a:bodyPr>
          <a:lstStyle>
            <a:lvl1pPr>
              <a:defRPr lang="en-US" sz="2800" spc="-75" dirty="0">
                <a:latin typeface="+mj-lt"/>
              </a:defRPr>
            </a:lvl1pPr>
          </a:lstStyle>
          <a:p>
            <a:pPr lvl="0" defTabSz="685800">
              <a:lnSpc>
                <a:spcPct val="85000"/>
              </a:lnSpc>
            </a:pPr>
            <a:r>
              <a:rPr lang="fr-BE"/>
              <a:t>Click to </a:t>
            </a:r>
            <a:r>
              <a:rPr lang="fr-BE" err="1"/>
              <a:t>edit</a:t>
            </a:r>
            <a:r>
              <a:rPr lang="fr-BE"/>
              <a:t> Master </a:t>
            </a:r>
            <a:r>
              <a:rPr lang="fr-BE" err="1"/>
              <a:t>title</a:t>
            </a:r>
            <a:r>
              <a:rPr lang="fr-BE"/>
              <a:t> style</a:t>
            </a:r>
          </a:p>
        </p:txBody>
      </p:sp>
      <p:sp>
        <p:nvSpPr>
          <p:cNvPr id="4" name="Text Placeholder 8"/>
          <p:cNvSpPr>
            <a:spLocks noGrp="1"/>
          </p:cNvSpPr>
          <p:nvPr>
            <p:ph type="body" sz="quarter" idx="14"/>
          </p:nvPr>
        </p:nvSpPr>
        <p:spPr>
          <a:xfrm>
            <a:off x="914721" y="1353312"/>
            <a:ext cx="10362880" cy="475488"/>
          </a:xfrm>
        </p:spPr>
        <p:txBody>
          <a:bodyPr vert="horz" lIns="0" tIns="0" rIns="0" bIns="0" rtlCol="0">
            <a:noAutofit/>
          </a:bodyPr>
          <a:lstStyle>
            <a:lvl1pPr marL="0" indent="0">
              <a:buNone/>
              <a:defRPr lang="en-US" sz="1200"/>
            </a:lvl1pPr>
          </a:lstStyle>
          <a:p>
            <a:pPr marL="228600" lvl="0" indent="-228600">
              <a:lnSpc>
                <a:spcPct val="130000"/>
              </a:lnSpc>
            </a:pPr>
            <a:r>
              <a:rPr lang="fr-BE"/>
              <a:t>Click to </a:t>
            </a:r>
            <a:r>
              <a:rPr lang="fr-BE" err="1"/>
              <a:t>edit</a:t>
            </a:r>
            <a:r>
              <a:rPr lang="fr-BE"/>
              <a:t> Master </a:t>
            </a:r>
            <a:r>
              <a:rPr lang="fr-BE" err="1"/>
              <a:t>text</a:t>
            </a:r>
            <a:r>
              <a:rPr lang="fr-BE"/>
              <a:t> styles</a:t>
            </a:r>
          </a:p>
        </p:txBody>
      </p:sp>
      <p:sp>
        <p:nvSpPr>
          <p:cNvPr id="8" name="Text Placeholder 5"/>
          <p:cNvSpPr>
            <a:spLocks noGrp="1"/>
          </p:cNvSpPr>
          <p:nvPr>
            <p:ph type="body" sz="quarter" idx="15" hasCustomPrompt="1"/>
          </p:nvPr>
        </p:nvSpPr>
        <p:spPr>
          <a:xfrm>
            <a:off x="914971" y="466344"/>
            <a:ext cx="3355848" cy="203200"/>
          </a:xfrm>
        </p:spPr>
        <p:txBody>
          <a:bodyPr vert="horz" lIns="0" tIns="0" rIns="0" bIns="0" rtlCol="0">
            <a:noAutofit/>
          </a:bodyPr>
          <a:lstStyle>
            <a:lvl1pPr marL="0" indent="0">
              <a:buNone/>
              <a:defRPr lang="en-US" sz="900" b="1" kern="0" cap="all" spc="250" baseline="0" dirty="0">
                <a:solidFill>
                  <a:schemeClr val="accent5">
                    <a:lumMod val="60000"/>
                    <a:lumOff val="40000"/>
                  </a:schemeClr>
                </a:solidFill>
                <a:ea typeface="Nexa Black" charset="0"/>
                <a:cs typeface="Nexa Black" charset="0"/>
              </a:defRPr>
            </a:lvl1pPr>
          </a:lstStyle>
          <a:p>
            <a:pPr marL="228600" lvl="0" indent="-228600"/>
            <a:r>
              <a:rPr lang="fr-BE"/>
              <a:t>BREADCRUMBS</a:t>
            </a:r>
          </a:p>
        </p:txBody>
      </p:sp>
    </p:spTree>
    <p:extLst>
      <p:ext uri="{BB962C8B-B14F-4D97-AF65-F5344CB8AC3E}">
        <p14:creationId xmlns:p14="http://schemas.microsoft.com/office/powerpoint/2010/main" val="34271854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Left, Subhead">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1"/>
            </p:custDataLst>
            <p:extLst>
              <p:ext uri="{D42A27DB-BD31-4B8C-83A1-F6EECF244321}">
                <p14:modId xmlns:p14="http://schemas.microsoft.com/office/powerpoint/2010/main" val="164218305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92" imgH="591" progId="TCLayout.ActiveDocument.1">
                  <p:embed/>
                </p:oleObj>
              </mc:Choice>
              <mc:Fallback>
                <p:oleObj name="think-cell Slide" r:id="rId4" imgW="592" imgH="591" progId="TCLayout.ActiveDocument.1">
                  <p:embed/>
                  <p:pic>
                    <p:nvPicPr>
                      <p:cNvPr id="5" name="Object 4"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Rectangle 2" hidden="1"/>
          <p:cNvSpPr/>
          <p:nvPr userDrawn="1">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endParaRPr lang="fr-BE" sz="2800" b="0" i="0" baseline="0">
              <a:latin typeface="Chronicle Display Black"/>
              <a:sym typeface="Chronicle Display Black"/>
            </a:endParaRPr>
          </a:p>
        </p:txBody>
      </p:sp>
      <p:sp>
        <p:nvSpPr>
          <p:cNvPr id="2" name="Title 1"/>
          <p:cNvSpPr>
            <a:spLocks noGrp="1"/>
          </p:cNvSpPr>
          <p:nvPr>
            <p:ph type="title"/>
          </p:nvPr>
        </p:nvSpPr>
        <p:spPr>
          <a:xfrm>
            <a:off x="914400" y="852378"/>
            <a:ext cx="3347390" cy="1995802"/>
          </a:xfrm>
        </p:spPr>
        <p:txBody>
          <a:bodyPr vert="horz" lIns="0" tIns="45720" rIns="0" bIns="0" rtlCol="0" anchor="t" anchorCtr="0">
            <a:noAutofit/>
          </a:bodyPr>
          <a:lstStyle>
            <a:lvl1pPr>
              <a:defRPr lang="en-US" sz="2800" spc="-75" dirty="0">
                <a:latin typeface="+mj-lt"/>
              </a:defRPr>
            </a:lvl1pPr>
          </a:lstStyle>
          <a:p>
            <a:pPr lvl="0" defTabSz="685800">
              <a:lnSpc>
                <a:spcPct val="85000"/>
              </a:lnSpc>
            </a:pPr>
            <a:r>
              <a:rPr lang="fr-BE"/>
              <a:t>Click to </a:t>
            </a:r>
            <a:r>
              <a:rPr lang="fr-BE" err="1"/>
              <a:t>edit</a:t>
            </a:r>
            <a:r>
              <a:rPr lang="fr-BE"/>
              <a:t> Master </a:t>
            </a:r>
            <a:r>
              <a:rPr lang="fr-BE" err="1"/>
              <a:t>title</a:t>
            </a:r>
            <a:r>
              <a:rPr lang="fr-BE"/>
              <a:t> style</a:t>
            </a:r>
          </a:p>
        </p:txBody>
      </p:sp>
      <p:sp>
        <p:nvSpPr>
          <p:cNvPr id="4" name="Text Placeholder 4"/>
          <p:cNvSpPr>
            <a:spLocks noGrp="1"/>
          </p:cNvSpPr>
          <p:nvPr>
            <p:ph type="body" sz="quarter" idx="16"/>
          </p:nvPr>
        </p:nvSpPr>
        <p:spPr>
          <a:xfrm>
            <a:off x="914400" y="2743200"/>
            <a:ext cx="3355975" cy="1169988"/>
          </a:xfrm>
        </p:spPr>
        <p:txBody>
          <a:bodyPr/>
          <a:lstStyle>
            <a:lvl1pPr marL="0" indent="0">
              <a:lnSpc>
                <a:spcPct val="130000"/>
              </a:lnSpc>
              <a:buNone/>
              <a:defRPr sz="1200" baseline="0"/>
            </a:lvl1pPr>
          </a:lstStyle>
          <a:p>
            <a:pPr lvl="0"/>
            <a:r>
              <a:rPr lang="fr-BE"/>
              <a:t>Click to </a:t>
            </a:r>
            <a:r>
              <a:rPr lang="fr-BE" err="1"/>
              <a:t>edit</a:t>
            </a:r>
            <a:r>
              <a:rPr lang="fr-BE"/>
              <a:t> Master </a:t>
            </a:r>
            <a:r>
              <a:rPr lang="fr-BE" err="1"/>
              <a:t>text</a:t>
            </a:r>
            <a:r>
              <a:rPr lang="fr-BE"/>
              <a:t> styles</a:t>
            </a:r>
          </a:p>
        </p:txBody>
      </p:sp>
    </p:spTree>
    <p:extLst>
      <p:ext uri="{BB962C8B-B14F-4D97-AF65-F5344CB8AC3E}">
        <p14:creationId xmlns:p14="http://schemas.microsoft.com/office/powerpoint/2010/main" val="24934618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Left, Subhead &amp; Breadcrumb">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315703001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92" imgH="591" progId="TCLayout.ActiveDocument.1">
                  <p:embed/>
                </p:oleObj>
              </mc:Choice>
              <mc:Fallback>
                <p:oleObj name="think-cell Slide" r:id="rId4" imgW="592" imgH="591" progId="TCLayout.ActiveDocument.1">
                  <p:embed/>
                  <p:pic>
                    <p:nvPicPr>
                      <p:cNvPr id="4" name="Object 3"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Rectangle 2" hidden="1"/>
          <p:cNvSpPr/>
          <p:nvPr userDrawn="1">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endParaRPr lang="fr-BE" sz="2800" b="0" i="0" baseline="0">
              <a:latin typeface="Chronicle Display Black"/>
              <a:sym typeface="Chronicle Display Black"/>
            </a:endParaRPr>
          </a:p>
        </p:txBody>
      </p:sp>
      <p:sp>
        <p:nvSpPr>
          <p:cNvPr id="2" name="Title 1"/>
          <p:cNvSpPr>
            <a:spLocks noGrp="1"/>
          </p:cNvSpPr>
          <p:nvPr>
            <p:ph type="title"/>
          </p:nvPr>
        </p:nvSpPr>
        <p:spPr>
          <a:xfrm>
            <a:off x="914400" y="852378"/>
            <a:ext cx="3352800" cy="1993390"/>
          </a:xfrm>
        </p:spPr>
        <p:txBody>
          <a:bodyPr vert="horz" lIns="0" tIns="45720" rIns="0" bIns="0" rtlCol="0" anchor="t" anchorCtr="0">
            <a:noAutofit/>
          </a:bodyPr>
          <a:lstStyle>
            <a:lvl1pPr>
              <a:defRPr lang="en-US" sz="2800" spc="-75" dirty="0">
                <a:latin typeface="+mj-lt"/>
              </a:defRPr>
            </a:lvl1pPr>
          </a:lstStyle>
          <a:p>
            <a:pPr lvl="0" defTabSz="685800">
              <a:lnSpc>
                <a:spcPct val="85000"/>
              </a:lnSpc>
            </a:pPr>
            <a:r>
              <a:rPr lang="fr-BE"/>
              <a:t>Click to </a:t>
            </a:r>
            <a:r>
              <a:rPr lang="fr-BE" err="1"/>
              <a:t>edit</a:t>
            </a:r>
            <a:r>
              <a:rPr lang="fr-BE"/>
              <a:t> Master </a:t>
            </a:r>
            <a:r>
              <a:rPr lang="fr-BE" err="1"/>
              <a:t>title</a:t>
            </a:r>
            <a:r>
              <a:rPr lang="fr-BE"/>
              <a:t> style</a:t>
            </a:r>
          </a:p>
        </p:txBody>
      </p:sp>
      <p:sp>
        <p:nvSpPr>
          <p:cNvPr id="8" name="Text Placeholder 5"/>
          <p:cNvSpPr>
            <a:spLocks noGrp="1"/>
          </p:cNvSpPr>
          <p:nvPr>
            <p:ph type="body" sz="quarter" idx="15" hasCustomPrompt="1"/>
          </p:nvPr>
        </p:nvSpPr>
        <p:spPr>
          <a:xfrm>
            <a:off x="914971" y="466344"/>
            <a:ext cx="3355848" cy="203200"/>
          </a:xfrm>
        </p:spPr>
        <p:txBody>
          <a:bodyPr vert="horz" lIns="0" tIns="0" rIns="0" bIns="0" rtlCol="0">
            <a:noAutofit/>
          </a:bodyPr>
          <a:lstStyle>
            <a:lvl1pPr marL="0" indent="0">
              <a:buNone/>
              <a:defRPr lang="en-US" sz="900" b="1" kern="0" cap="all" spc="250" baseline="0" dirty="0">
                <a:solidFill>
                  <a:schemeClr val="accent5">
                    <a:lumMod val="60000"/>
                    <a:lumOff val="40000"/>
                  </a:schemeClr>
                </a:solidFill>
                <a:ea typeface="Nexa Black" charset="0"/>
                <a:cs typeface="Nexa Black" charset="0"/>
              </a:defRPr>
            </a:lvl1pPr>
          </a:lstStyle>
          <a:p>
            <a:pPr marL="228600" lvl="0" indent="-228600"/>
            <a:r>
              <a:rPr lang="fr-BE"/>
              <a:t>BREADCRUMBS</a:t>
            </a:r>
          </a:p>
        </p:txBody>
      </p:sp>
      <p:sp>
        <p:nvSpPr>
          <p:cNvPr id="5" name="Text Placeholder 4"/>
          <p:cNvSpPr>
            <a:spLocks noGrp="1"/>
          </p:cNvSpPr>
          <p:nvPr>
            <p:ph type="body" sz="quarter" idx="16"/>
          </p:nvPr>
        </p:nvSpPr>
        <p:spPr>
          <a:xfrm>
            <a:off x="914400" y="2743200"/>
            <a:ext cx="3355975" cy="1169988"/>
          </a:xfrm>
        </p:spPr>
        <p:txBody>
          <a:bodyPr/>
          <a:lstStyle>
            <a:lvl1pPr marL="0" indent="0">
              <a:lnSpc>
                <a:spcPct val="130000"/>
              </a:lnSpc>
              <a:buNone/>
              <a:defRPr sz="1200" baseline="0"/>
            </a:lvl1pPr>
          </a:lstStyle>
          <a:p>
            <a:pPr lvl="0"/>
            <a:r>
              <a:rPr lang="fr-BE"/>
              <a:t>Click to </a:t>
            </a:r>
            <a:r>
              <a:rPr lang="fr-BE" err="1"/>
              <a:t>edit</a:t>
            </a:r>
            <a:r>
              <a:rPr lang="fr-BE"/>
              <a:t> Master </a:t>
            </a:r>
            <a:r>
              <a:rPr lang="fr-BE" err="1"/>
              <a:t>text</a:t>
            </a:r>
            <a:r>
              <a:rPr lang="fr-BE"/>
              <a:t> styles</a:t>
            </a:r>
          </a:p>
        </p:txBody>
      </p:sp>
    </p:spTree>
    <p:extLst>
      <p:ext uri="{BB962C8B-B14F-4D97-AF65-F5344CB8AC3E}">
        <p14:creationId xmlns:p14="http://schemas.microsoft.com/office/powerpoint/2010/main" val="16248371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5897208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Closin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428360757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92" imgH="591" progId="TCLayout.ActiveDocument.1">
                  <p:embed/>
                </p:oleObj>
              </mc:Choice>
              <mc:Fallback>
                <p:oleObj name="think-cell Slide" r:id="rId4" imgW="592" imgH="591" progId="TCLayout.ActiveDocument.1">
                  <p:embed/>
                  <p:pic>
                    <p:nvPicPr>
                      <p:cNvPr id="4" name="Object 3"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Rectangle 2" hidden="1"/>
          <p:cNvSpPr/>
          <p:nvPr userDrawn="1">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endParaRPr lang="fr-BE" sz="5400" b="1" i="0" baseline="0">
              <a:latin typeface="Open Sans" panose="020B0606030504020204" pitchFamily="34" charset="0"/>
              <a:sym typeface="Open Sans" panose="020B0606030504020204" pitchFamily="34" charset="0"/>
            </a:endParaRPr>
          </a:p>
        </p:txBody>
      </p:sp>
      <p:sp>
        <p:nvSpPr>
          <p:cNvPr id="2" name="Title 1"/>
          <p:cNvSpPr>
            <a:spLocks noGrp="1"/>
          </p:cNvSpPr>
          <p:nvPr>
            <p:ph type="title" hasCustomPrompt="1"/>
          </p:nvPr>
        </p:nvSpPr>
        <p:spPr>
          <a:xfrm>
            <a:off x="4191001" y="1961812"/>
            <a:ext cx="8001000" cy="2921731"/>
          </a:xfrm>
        </p:spPr>
        <p:txBody>
          <a:bodyPr anchor="b" anchorCtr="0"/>
          <a:lstStyle>
            <a:lvl1pPr>
              <a:lnSpc>
                <a:spcPct val="85000"/>
              </a:lnSpc>
              <a:defRPr sz="5400" b="1" baseline="0">
                <a:latin typeface="+mn-lt"/>
              </a:defRPr>
            </a:lvl1pPr>
          </a:lstStyle>
          <a:p>
            <a:r>
              <a:rPr lang="fr-BE" err="1"/>
              <a:t>Thank</a:t>
            </a:r>
            <a:r>
              <a:rPr lang="fr-BE"/>
              <a:t> You </a:t>
            </a:r>
            <a:br>
              <a:rPr lang="fr-BE"/>
            </a:br>
            <a:r>
              <a:rPr lang="fr-BE"/>
              <a:t>Goes </a:t>
            </a:r>
            <a:r>
              <a:rPr lang="fr-BE" err="1"/>
              <a:t>Here</a:t>
            </a:r>
            <a:r>
              <a:rPr lang="fr-BE"/>
              <a:t>.</a:t>
            </a:r>
          </a:p>
        </p:txBody>
      </p:sp>
      <p:sp>
        <p:nvSpPr>
          <p:cNvPr id="9" name="Rectangle 8"/>
          <p:cNvSpPr/>
          <p:nvPr/>
        </p:nvSpPr>
        <p:spPr>
          <a:xfrm>
            <a:off x="4134012" y="5436072"/>
            <a:ext cx="7143588" cy="1421928"/>
          </a:xfrm>
          <a:prstGeom prst="rect">
            <a:avLst/>
          </a:prstGeom>
        </p:spPr>
        <p:txBody>
          <a:bodyPr wrap="square" numCol="2" spcCol="182880">
            <a:spAutoFit/>
          </a:bodyPr>
          <a:lstStyle/>
          <a:p>
            <a:pPr>
              <a:lnSpc>
                <a:spcPct val="120000"/>
              </a:lnSpc>
            </a:pPr>
            <a:r>
              <a:rPr lang="fr-BE" sz="700">
                <a:latin typeface="Open Sans" charset="0"/>
                <a:ea typeface="Open Sans" charset="0"/>
                <a:cs typeface="Open Sans" charset="0"/>
              </a:rPr>
              <a:t>La présente publication ne contient que des renseignements d'ordre généraux et aucun des cabinets membres de la Deloitte Touche </a:t>
            </a:r>
            <a:r>
              <a:rPr lang="fr-BE" sz="700" err="1">
                <a:latin typeface="Open Sans" charset="0"/>
                <a:ea typeface="Open Sans" charset="0"/>
                <a:cs typeface="Open Sans" charset="0"/>
              </a:rPr>
              <a:t>Tohmatsu</a:t>
            </a:r>
            <a:r>
              <a:rPr lang="fr-BE" sz="700">
                <a:latin typeface="Open Sans" charset="0"/>
                <a:ea typeface="Open Sans" charset="0"/>
                <a:cs typeface="Open Sans" charset="0"/>
              </a:rPr>
              <a:t> Limited, de ses cabinets membres ou des entités qui leur sont liées (collectivement, le "Réseau Deloitte") ne fournit, par le biais de cette publication, des conseils ou des services professionnels. Avant de prendre une décision ou de prendre toute mesure qui pourrait affecter votre entreprise, vous devriez consulter un conseiller professionnel qualifié. Aucune entité du Réseau Deloitte ne peut être tenue responsable de quelque perte que ce soit subie par une personne qui se fie à cette publication.</a:t>
            </a:r>
          </a:p>
          <a:p>
            <a:pPr>
              <a:lnSpc>
                <a:spcPct val="120000"/>
              </a:lnSpc>
            </a:pPr>
            <a:br>
              <a:rPr lang="fr-BE" sz="700">
                <a:latin typeface="Open Sans" charset="0"/>
                <a:ea typeface="Open Sans" charset="0"/>
                <a:cs typeface="Open Sans" charset="0"/>
              </a:rPr>
            </a:br>
            <a:r>
              <a:rPr lang="fr-BE" sz="700">
                <a:latin typeface="Open Sans" charset="0"/>
                <a:ea typeface="Open Sans" charset="0"/>
                <a:cs typeface="Open Sans" charset="0"/>
              </a:rPr>
              <a:t>Tel qu'utilisé dans le présent document, "Deloitte" désigne Deloitte Consulting LLP, une filiale de Deloitte LLP. Veuillez consulter www2.deloitte.com/be/en/pages/about-deloitte pour une description détaillée de la structure juridique de Deloitte</a:t>
            </a:r>
            <a:r>
              <a:rPr lang="fr-BE" sz="700" baseline="0">
                <a:latin typeface="Open Sans" charset="0"/>
                <a:ea typeface="Open Sans" charset="0"/>
                <a:cs typeface="Open Sans" charset="0"/>
              </a:rPr>
              <a:t> et </a:t>
            </a:r>
            <a:r>
              <a:rPr lang="fr-BE" sz="700">
                <a:latin typeface="Open Sans" charset="0"/>
                <a:ea typeface="Open Sans" charset="0"/>
                <a:cs typeface="Open Sans" charset="0"/>
              </a:rPr>
              <a:t>de ses filiales respectives. </a:t>
            </a:r>
          </a:p>
          <a:p>
            <a:pPr>
              <a:lnSpc>
                <a:spcPct val="120000"/>
              </a:lnSpc>
            </a:pPr>
            <a:endParaRPr lang="fr-BE" sz="700">
              <a:latin typeface="Open Sans" charset="0"/>
              <a:ea typeface="Open Sans" charset="0"/>
              <a:cs typeface="Open Sans" charset="0"/>
              <a:sym typeface="Frutiger Next Pro Light" charset="0"/>
            </a:endParaRPr>
          </a:p>
          <a:p>
            <a:r>
              <a:rPr lang="fr-BE" sz="700" b="1">
                <a:latin typeface="Open Sans" charset="0"/>
                <a:ea typeface="Open Sans" charset="0"/>
                <a:cs typeface="Open Sans" charset="0"/>
                <a:sym typeface="Frutiger Next Pro Light" charset="0"/>
              </a:rPr>
              <a:t>Copyright © 2020 Deloitte Digital</a:t>
            </a:r>
            <a:br>
              <a:rPr lang="fr-BE" sz="700" b="1">
                <a:latin typeface="Open Sans" charset="0"/>
                <a:ea typeface="Open Sans" charset="0"/>
                <a:cs typeface="Open Sans" charset="0"/>
                <a:sym typeface="Frutiger Next Pro Light" charset="0"/>
              </a:rPr>
            </a:br>
            <a:r>
              <a:rPr lang="fr-BE" sz="700" b="1">
                <a:latin typeface="Open Sans" charset="0"/>
                <a:ea typeface="Open Sans" charset="0"/>
                <a:cs typeface="Open Sans" charset="0"/>
                <a:sym typeface="Frutiger Next Pro Light" charset="0"/>
              </a:rPr>
              <a:t>Tous droits réservés. Membre de Deloitte Touche </a:t>
            </a:r>
            <a:r>
              <a:rPr lang="fr-BE" sz="700" b="1" err="1">
                <a:latin typeface="Open Sans" charset="0"/>
                <a:ea typeface="Open Sans" charset="0"/>
                <a:cs typeface="Open Sans" charset="0"/>
                <a:sym typeface="Frutiger Next Pro Light" charset="0"/>
              </a:rPr>
              <a:t>Tohmatsu</a:t>
            </a:r>
            <a:r>
              <a:rPr lang="fr-BE" sz="700" b="1">
                <a:latin typeface="Open Sans" charset="0"/>
                <a:ea typeface="Open Sans" charset="0"/>
                <a:cs typeface="Open Sans" charset="0"/>
                <a:sym typeface="Frutiger Next Pro Light" charset="0"/>
              </a:rPr>
              <a:t> Limited</a:t>
            </a:r>
            <a:endParaRPr lang="fr-BE" sz="700" b="1">
              <a:latin typeface="Open Sans" charset="0"/>
              <a:ea typeface="Open Sans" charset="0"/>
              <a:cs typeface="Open Sans" charset="0"/>
            </a:endParaRPr>
          </a:p>
        </p:txBody>
      </p:sp>
      <p:pic>
        <p:nvPicPr>
          <p:cNvPr id="7" name="Picture 6"/>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914400" y="762001"/>
            <a:ext cx="1788289" cy="828260"/>
          </a:xfrm>
          <a:prstGeom prst="rect">
            <a:avLst/>
          </a:prstGeom>
        </p:spPr>
      </p:pic>
    </p:spTree>
    <p:extLst>
      <p:ext uri="{BB962C8B-B14F-4D97-AF65-F5344CB8AC3E}">
        <p14:creationId xmlns:p14="http://schemas.microsoft.com/office/powerpoint/2010/main" val="2294696541"/>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Master Blocker">
    <p:bg>
      <p:bgPr>
        <a:solidFill>
          <a:schemeClr val="accent2"/>
        </a:solidFill>
        <a:effectLst/>
      </p:bgPr>
    </p:bg>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375D25FA-692A-43DC-9AED-7C12B8275A62}"/>
              </a:ext>
            </a:extLst>
          </p:cNvPr>
          <p:cNvGraphicFramePr>
            <a:graphicFrameLocks noChangeAspect="1"/>
          </p:cNvGraphicFramePr>
          <p:nvPr userDrawn="1">
            <p:custDataLst>
              <p:tags r:id="rId1"/>
            </p:custDataLst>
            <p:extLst>
              <p:ext uri="{D42A27DB-BD31-4B8C-83A1-F6EECF244321}">
                <p14:modId xmlns:p14="http://schemas.microsoft.com/office/powerpoint/2010/main" val="358736193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2" name="Object 1" hidden="1">
                        <a:extLst>
                          <a:ext uri="{FF2B5EF4-FFF2-40B4-BE49-F238E27FC236}">
                            <a16:creationId xmlns:a16="http://schemas.microsoft.com/office/drawing/2014/main" id="{375D25FA-692A-43DC-9AED-7C12B8275A6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extBox 2"/>
          <p:cNvSpPr txBox="1"/>
          <p:nvPr userDrawn="1"/>
        </p:nvSpPr>
        <p:spPr>
          <a:xfrm>
            <a:off x="914400" y="1217629"/>
            <a:ext cx="10363200" cy="4616648"/>
          </a:xfrm>
          <a:prstGeom prst="rect">
            <a:avLst/>
          </a:prstGeom>
          <a:noFill/>
        </p:spPr>
        <p:txBody>
          <a:bodyPr wrap="square" rtlCol="0">
            <a:spAutoFit/>
          </a:bodyPr>
          <a:lstStyle/>
          <a:p>
            <a:pPr algn="ctr"/>
            <a:r>
              <a:rPr lang="fr-BE" sz="11500" b="1"/>
              <a:t>Do not use </a:t>
            </a:r>
            <a:r>
              <a:rPr lang="fr-BE" sz="11500" b="1" err="1"/>
              <a:t>this</a:t>
            </a:r>
            <a:r>
              <a:rPr lang="fr-BE" sz="11500" b="1" baseline="0"/>
              <a:t> </a:t>
            </a:r>
            <a:r>
              <a:rPr lang="fr-BE" sz="11500" b="1" baseline="0" err="1"/>
              <a:t>layout</a:t>
            </a:r>
            <a:endParaRPr lang="fr-BE" sz="11500" b="1" baseline="0"/>
          </a:p>
          <a:p>
            <a:pPr algn="ctr"/>
            <a:endParaRPr lang="fr-BE" sz="3200" b="1" baseline="0"/>
          </a:p>
          <a:p>
            <a:pPr algn="ctr"/>
            <a:r>
              <a:rPr lang="fr-BE" sz="3200" b="0" baseline="0" err="1"/>
              <a:t>Delete</a:t>
            </a:r>
            <a:r>
              <a:rPr lang="fr-BE" sz="3200" b="0" baseline="0"/>
              <a:t> </a:t>
            </a:r>
            <a:r>
              <a:rPr lang="fr-BE" sz="3200" b="0" baseline="0" err="1"/>
              <a:t>any</a:t>
            </a:r>
            <a:r>
              <a:rPr lang="fr-BE" sz="3200" b="0" baseline="0"/>
              <a:t> master slides </a:t>
            </a:r>
            <a:r>
              <a:rPr lang="fr-BE" sz="3200" b="0" baseline="0" err="1"/>
              <a:t>that</a:t>
            </a:r>
            <a:r>
              <a:rPr lang="fr-BE" sz="3200" b="0" baseline="0"/>
              <a:t> </a:t>
            </a:r>
            <a:r>
              <a:rPr lang="fr-BE" sz="3200" b="0" baseline="0" err="1"/>
              <a:t>occur</a:t>
            </a:r>
            <a:r>
              <a:rPr lang="fr-BE" sz="3200" b="0" baseline="0"/>
              <a:t> </a:t>
            </a:r>
            <a:r>
              <a:rPr lang="fr-BE" sz="3200" b="0" baseline="0" err="1"/>
              <a:t>after</a:t>
            </a:r>
            <a:r>
              <a:rPr lang="fr-BE" sz="3200" b="0" baseline="0"/>
              <a:t> </a:t>
            </a:r>
            <a:r>
              <a:rPr lang="fr-BE" sz="3200" b="0" baseline="0" err="1"/>
              <a:t>this</a:t>
            </a:r>
            <a:r>
              <a:rPr lang="fr-BE" sz="3200" b="0" baseline="0"/>
              <a:t> </a:t>
            </a:r>
            <a:r>
              <a:rPr lang="fr-BE" sz="3200" b="0" baseline="0" err="1"/>
              <a:t>layout</a:t>
            </a:r>
            <a:endParaRPr lang="fr-BE" sz="3200" b="0"/>
          </a:p>
        </p:txBody>
      </p:sp>
    </p:spTree>
    <p:extLst>
      <p:ext uri="{BB962C8B-B14F-4D97-AF65-F5344CB8AC3E}">
        <p14:creationId xmlns:p14="http://schemas.microsoft.com/office/powerpoint/2010/main" val="39209007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userDrawn="1">
  <p:cSld name="Divider">
    <p:bg>
      <p:bgPr>
        <a:solidFill>
          <a:schemeClr val="bg1"/>
        </a:solidFill>
        <a:effectLst/>
      </p:bgPr>
    </p:bg>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54A41282-94C9-42D4-9543-5D90A5539E24}"/>
              </a:ext>
            </a:extLst>
          </p:cNvPr>
          <p:cNvGraphicFramePr>
            <a:graphicFrameLocks noChangeAspect="1"/>
          </p:cNvGraphicFramePr>
          <p:nvPr userDrawn="1">
            <p:custDataLst>
              <p:tags r:id="rId1"/>
            </p:custDataLst>
            <p:extLst>
              <p:ext uri="{D42A27DB-BD31-4B8C-83A1-F6EECF244321}">
                <p14:modId xmlns:p14="http://schemas.microsoft.com/office/powerpoint/2010/main" val="427249365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92" imgH="595" progId="TCLayout.ActiveDocument.1">
                  <p:embed/>
                </p:oleObj>
              </mc:Choice>
              <mc:Fallback>
                <p:oleObj name="think-cell Slide" r:id="rId4" imgW="592" imgH="595" progId="TCLayout.ActiveDocument.1">
                  <p:embed/>
                  <p:pic>
                    <p:nvPicPr>
                      <p:cNvPr id="5" name="Object 4" hidden="1">
                        <a:extLst>
                          <a:ext uri="{FF2B5EF4-FFF2-40B4-BE49-F238E27FC236}">
                            <a16:creationId xmlns:a16="http://schemas.microsoft.com/office/drawing/2014/main" id="{54A41282-94C9-42D4-9543-5D90A5539E2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41903E3E-1FE6-444F-8347-17A6DB82C37C}"/>
              </a:ext>
            </a:extLst>
          </p:cNvPr>
          <p:cNvSpPr/>
          <p:nvPr userDrawn="1">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fr-BE" sz="3600" b="1" i="0" baseline="0">
              <a:latin typeface="Open Sans" panose="020B0606030504020204" pitchFamily="34" charset="0"/>
              <a:sym typeface="Open Sans" panose="020B0606030504020204" pitchFamily="34" charset="0"/>
            </a:endParaRPr>
          </a:p>
        </p:txBody>
      </p:sp>
      <p:sp>
        <p:nvSpPr>
          <p:cNvPr id="6" name="Picture Placeholder 5"/>
          <p:cNvSpPr>
            <a:spLocks noGrp="1"/>
          </p:cNvSpPr>
          <p:nvPr>
            <p:ph type="pic" sz="quarter" idx="11" hasCustomPrompt="1"/>
          </p:nvPr>
        </p:nvSpPr>
        <p:spPr>
          <a:xfrm>
            <a:off x="0" y="0"/>
            <a:ext cx="12192000" cy="6857999"/>
          </a:xfrm>
          <a:noFill/>
        </p:spPr>
        <p:txBody>
          <a:bodyPr anchor="ctr"/>
          <a:lstStyle>
            <a:lvl1pPr marL="0" indent="0" algn="ctr">
              <a:buNone/>
              <a:defRPr>
                <a:solidFill>
                  <a:schemeClr val="accent6"/>
                </a:solidFill>
              </a:defRPr>
            </a:lvl1pPr>
          </a:lstStyle>
          <a:p>
            <a:r>
              <a:rPr lang="fr-BE"/>
              <a:t>Drag </a:t>
            </a:r>
            <a:r>
              <a:rPr lang="fr-BE" err="1"/>
              <a:t>picture</a:t>
            </a:r>
            <a:r>
              <a:rPr lang="fr-BE"/>
              <a:t> to </a:t>
            </a:r>
            <a:r>
              <a:rPr lang="fr-BE" err="1"/>
              <a:t>placeholder</a:t>
            </a:r>
            <a:r>
              <a:rPr lang="fr-BE"/>
              <a:t> or click </a:t>
            </a:r>
            <a:r>
              <a:rPr lang="fr-BE" err="1"/>
              <a:t>icon</a:t>
            </a:r>
            <a:r>
              <a:rPr lang="fr-BE"/>
              <a:t> to </a:t>
            </a:r>
            <a:r>
              <a:rPr lang="fr-BE" err="1"/>
              <a:t>add</a:t>
            </a:r>
            <a:endParaRPr lang="fr-BE"/>
          </a:p>
        </p:txBody>
      </p:sp>
      <p:sp>
        <p:nvSpPr>
          <p:cNvPr id="3" name="Title 1"/>
          <p:cNvSpPr>
            <a:spLocks noGrp="1"/>
          </p:cNvSpPr>
          <p:nvPr>
            <p:ph type="title" hasCustomPrompt="1"/>
          </p:nvPr>
        </p:nvSpPr>
        <p:spPr>
          <a:xfrm>
            <a:off x="914402" y="4725108"/>
            <a:ext cx="4389120" cy="2132892"/>
          </a:xfrm>
          <a:solidFill>
            <a:schemeClr val="bg1"/>
          </a:solidFill>
        </p:spPr>
        <p:txBody>
          <a:bodyPr vert="horz" lIns="365760" tIns="365760" rIns="365760" bIns="1280160" rtlCol="0" anchor="b" anchorCtr="0">
            <a:spAutoFit/>
          </a:bodyPr>
          <a:lstStyle>
            <a:lvl1pPr>
              <a:lnSpc>
                <a:spcPct val="90000"/>
              </a:lnSpc>
              <a:defRPr lang="en-US" sz="3600" b="1" baseline="0" dirty="0">
                <a:solidFill>
                  <a:sysClr val="windowText" lastClr="000000"/>
                </a:solidFill>
                <a:latin typeface="+mn-lt"/>
              </a:defRPr>
            </a:lvl1pPr>
          </a:lstStyle>
          <a:p>
            <a:pPr lvl="0">
              <a:lnSpc>
                <a:spcPct val="85000"/>
              </a:lnSpc>
            </a:pPr>
            <a:r>
              <a:rPr lang="fr-BE"/>
              <a:t>Click to </a:t>
            </a:r>
            <a:r>
              <a:rPr lang="fr-BE" err="1"/>
              <a:t>edit</a:t>
            </a:r>
            <a:r>
              <a:rPr lang="fr-BE"/>
              <a:t> </a:t>
            </a:r>
            <a:r>
              <a:rPr lang="fr-BE" err="1"/>
              <a:t>Title</a:t>
            </a:r>
            <a:endParaRPr lang="fr-BE"/>
          </a:p>
        </p:txBody>
      </p:sp>
      <p:sp>
        <p:nvSpPr>
          <p:cNvPr id="4" name="Text Placeholder 4"/>
          <p:cNvSpPr>
            <a:spLocks noGrp="1"/>
          </p:cNvSpPr>
          <p:nvPr>
            <p:ph type="body" sz="quarter" idx="10" hasCustomPrompt="1"/>
          </p:nvPr>
        </p:nvSpPr>
        <p:spPr>
          <a:xfrm>
            <a:off x="914402" y="5694829"/>
            <a:ext cx="4389120" cy="1163171"/>
          </a:xfrm>
        </p:spPr>
        <p:txBody>
          <a:bodyPr vert="horz" lIns="365760" tIns="0" rIns="365760" bIns="0" rtlCol="0">
            <a:noAutofit/>
          </a:bodyPr>
          <a:lstStyle>
            <a:lvl1pPr marL="0" indent="0">
              <a:buNone/>
              <a:defRPr lang="en-US" sz="1400" baseline="0" dirty="0"/>
            </a:lvl1pPr>
          </a:lstStyle>
          <a:p>
            <a:pPr marL="228600" lvl="0" indent="-228600">
              <a:lnSpc>
                <a:spcPct val="130000"/>
              </a:lnSpc>
            </a:pPr>
            <a:r>
              <a:rPr lang="fr-BE"/>
              <a:t>Click to </a:t>
            </a:r>
            <a:r>
              <a:rPr lang="fr-BE" err="1"/>
              <a:t>edit</a:t>
            </a:r>
            <a:r>
              <a:rPr lang="fr-BE"/>
              <a:t> </a:t>
            </a:r>
            <a:r>
              <a:rPr lang="fr-BE" err="1"/>
              <a:t>subtitle</a:t>
            </a:r>
            <a:endParaRPr lang="fr-BE"/>
          </a:p>
        </p:txBody>
      </p:sp>
    </p:spTree>
    <p:extLst>
      <p:ext uri="{BB962C8B-B14F-4D97-AF65-F5344CB8AC3E}">
        <p14:creationId xmlns:p14="http://schemas.microsoft.com/office/powerpoint/2010/main" val="1729627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Title, subtitle &amp; 1 column - large">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1" y="651600"/>
            <a:ext cx="11162349"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4" name="Title Placeholder 1"/>
          <p:cNvSpPr>
            <a:spLocks noGrp="1"/>
          </p:cNvSpPr>
          <p:nvPr>
            <p:ph type="title"/>
          </p:nvPr>
        </p:nvSpPr>
        <p:spPr>
          <a:xfrm>
            <a:off x="501651" y="317500"/>
            <a:ext cx="11162349" cy="698501"/>
          </a:xfrm>
          <a:prstGeom prst="rect">
            <a:avLst/>
          </a:prstGeom>
        </p:spPr>
        <p:txBody>
          <a:bodyPr vert="horz" lIns="0" tIns="0" rIns="0" bIns="0" rtlCol="0" anchor="t" anchorCtr="0">
            <a:noAutofit/>
          </a:bodyPr>
          <a:lstStyle>
            <a:lvl1pPr>
              <a:defRPr/>
            </a:lvl1pPr>
          </a:lstStyle>
          <a:p>
            <a:r>
              <a:rPr lang="en-US" noProof="0"/>
              <a:t>Click to edit Master title style</a:t>
            </a:r>
          </a:p>
        </p:txBody>
      </p:sp>
      <p:sp>
        <p:nvSpPr>
          <p:cNvPr id="8" name="Text Placeholder 18"/>
          <p:cNvSpPr>
            <a:spLocks noGrp="1"/>
          </p:cNvSpPr>
          <p:nvPr>
            <p:ph idx="1"/>
          </p:nvPr>
        </p:nvSpPr>
        <p:spPr>
          <a:xfrm>
            <a:off x="501651" y="1700213"/>
            <a:ext cx="11165416" cy="4678986"/>
          </a:xfrm>
          <a:prstGeom prst="rect">
            <a:avLst/>
          </a:prstGeom>
        </p:spPr>
        <p:txBody>
          <a:bodyPr vert="horz" lIns="0" tIns="0" rIns="0" bIns="0" rtlCol="0">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908122956"/>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14402" y="4965303"/>
            <a:ext cx="4407673" cy="897983"/>
          </a:xfrm>
        </p:spPr>
        <p:txBody>
          <a:bodyPr anchor="b" anchorCtr="0"/>
          <a:lstStyle>
            <a:lvl1pPr>
              <a:lnSpc>
                <a:spcPct val="85000"/>
              </a:lnSpc>
              <a:defRPr sz="2800" b="1" baseline="0">
                <a:latin typeface="+mn-lt"/>
              </a:defRPr>
            </a:lvl1pPr>
          </a:lstStyle>
          <a:p>
            <a:r>
              <a:rPr lang="fr-BE"/>
              <a:t>Click to edit Title</a:t>
            </a:r>
          </a:p>
        </p:txBody>
      </p:sp>
      <p:sp>
        <p:nvSpPr>
          <p:cNvPr id="6" name="Text Placeholder 9"/>
          <p:cNvSpPr>
            <a:spLocks noGrp="1"/>
          </p:cNvSpPr>
          <p:nvPr>
            <p:ph type="body" sz="quarter" idx="16" hasCustomPrompt="1"/>
          </p:nvPr>
        </p:nvSpPr>
        <p:spPr>
          <a:xfrm>
            <a:off x="914402" y="5940663"/>
            <a:ext cx="4407673" cy="478209"/>
          </a:xfrm>
        </p:spPr>
        <p:txBody>
          <a:bodyPr vert="horz" lIns="0" tIns="0" rIns="0" bIns="0" rtlCol="0">
            <a:noAutofit/>
          </a:bodyPr>
          <a:lstStyle>
            <a:lvl1pPr marL="0" indent="0">
              <a:buNone/>
              <a:defRPr lang="en-US" sz="1200" dirty="0"/>
            </a:lvl1pPr>
          </a:lstStyle>
          <a:p>
            <a:pPr marL="228600" lvl="0" indent="-228600">
              <a:lnSpc>
                <a:spcPct val="130000"/>
              </a:lnSpc>
            </a:pPr>
            <a:r>
              <a:rPr lang="fr-BE"/>
              <a:t>Click to edit Subtitle</a:t>
            </a:r>
          </a:p>
        </p:txBody>
      </p:sp>
      <p:sp>
        <p:nvSpPr>
          <p:cNvPr id="7" name="Text Placeholder 9"/>
          <p:cNvSpPr>
            <a:spLocks noGrp="1"/>
          </p:cNvSpPr>
          <p:nvPr>
            <p:ph type="body" sz="quarter" idx="17" hasCustomPrompt="1"/>
          </p:nvPr>
        </p:nvSpPr>
        <p:spPr>
          <a:xfrm>
            <a:off x="914402" y="4585210"/>
            <a:ext cx="4407673" cy="348286"/>
          </a:xfrm>
        </p:spPr>
        <p:txBody>
          <a:bodyPr vert="horz" lIns="0" tIns="0" rIns="0" bIns="0" rtlCol="0">
            <a:noAutofit/>
          </a:bodyPr>
          <a:lstStyle>
            <a:lvl1pPr marL="0" indent="0">
              <a:buNone/>
              <a:defRPr lang="en-US" sz="900" b="1" kern="0" cap="all" spc="250" baseline="0" dirty="0">
                <a:solidFill>
                  <a:schemeClr val="accent5">
                    <a:lumMod val="60000"/>
                    <a:lumOff val="40000"/>
                  </a:schemeClr>
                </a:solidFill>
                <a:ea typeface="Nexa Black" charset="0"/>
                <a:cs typeface="Nexa Black" charset="0"/>
              </a:defRPr>
            </a:lvl1pPr>
          </a:lstStyle>
          <a:p>
            <a:pPr marL="228600" lvl="0" indent="-228600"/>
            <a:r>
              <a:rPr lang="fr-BE"/>
              <a:t>Date</a:t>
            </a:r>
          </a:p>
        </p:txBody>
      </p:sp>
      <p:pic>
        <p:nvPicPr>
          <p:cNvPr id="9" name="Picture 8"/>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914400" y="762001"/>
            <a:ext cx="1788289" cy="828260"/>
          </a:xfrm>
          <a:prstGeom prst="rect">
            <a:avLst/>
          </a:prstGeom>
        </p:spPr>
      </p:pic>
      <p:sp>
        <p:nvSpPr>
          <p:cNvPr id="8" name="Picture Placeholder 7"/>
          <p:cNvSpPr>
            <a:spLocks noGrp="1"/>
          </p:cNvSpPr>
          <p:nvPr>
            <p:ph type="pic" sz="quarter" idx="19" hasCustomPrompt="1"/>
          </p:nvPr>
        </p:nvSpPr>
        <p:spPr>
          <a:xfrm>
            <a:off x="5322074" y="0"/>
            <a:ext cx="6869925" cy="6858000"/>
          </a:xfrm>
        </p:spPr>
        <p:txBody>
          <a:bodyPr anchor="ctr"/>
          <a:lstStyle>
            <a:lvl1pPr marL="0" indent="0" algn="ctr">
              <a:buNone/>
              <a:defRPr/>
            </a:lvl1pPr>
          </a:lstStyle>
          <a:p>
            <a:r>
              <a:rPr lang="fr-BE"/>
              <a:t>Click to insert picture</a:t>
            </a:r>
          </a:p>
        </p:txBody>
      </p:sp>
    </p:spTree>
    <p:extLst>
      <p:ext uri="{BB962C8B-B14F-4D97-AF65-F5344CB8AC3E}">
        <p14:creationId xmlns:p14="http://schemas.microsoft.com/office/powerpoint/2010/main" val="3736706754"/>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Divider">
    <p:bg>
      <p:bgPr>
        <a:solidFill>
          <a:schemeClr val="bg1"/>
        </a:solidFill>
        <a:effectLst/>
      </p:bgPr>
    </p:bg>
    <p:spTree>
      <p:nvGrpSpPr>
        <p:cNvPr id="1" name=""/>
        <p:cNvGrpSpPr/>
        <p:nvPr/>
      </p:nvGrpSpPr>
      <p:grpSpPr>
        <a:xfrm>
          <a:off x="0" y="0"/>
          <a:ext cx="0" cy="0"/>
          <a:chOff x="0" y="0"/>
          <a:chExt cx="0" cy="0"/>
        </a:xfrm>
      </p:grpSpPr>
      <p:sp>
        <p:nvSpPr>
          <p:cNvPr id="6" name="Picture Placeholder 5"/>
          <p:cNvSpPr>
            <a:spLocks noGrp="1"/>
          </p:cNvSpPr>
          <p:nvPr>
            <p:ph type="pic" sz="quarter" idx="11"/>
          </p:nvPr>
        </p:nvSpPr>
        <p:spPr>
          <a:xfrm>
            <a:off x="0" y="0"/>
            <a:ext cx="12192000" cy="6857999"/>
          </a:xfrm>
          <a:noFill/>
        </p:spPr>
        <p:txBody>
          <a:bodyPr anchor="ctr"/>
          <a:lstStyle>
            <a:lvl1pPr marL="0" indent="0" algn="ctr">
              <a:buNone/>
              <a:defRPr>
                <a:solidFill>
                  <a:schemeClr val="accent6"/>
                </a:solidFill>
              </a:defRPr>
            </a:lvl1pPr>
          </a:lstStyle>
          <a:p>
            <a:r>
              <a:rPr lang="fr-BE"/>
              <a:t>Click icon to add picture</a:t>
            </a:r>
          </a:p>
        </p:txBody>
      </p:sp>
      <p:sp>
        <p:nvSpPr>
          <p:cNvPr id="3" name="Title 1"/>
          <p:cNvSpPr>
            <a:spLocks noGrp="1"/>
          </p:cNvSpPr>
          <p:nvPr>
            <p:ph type="title" hasCustomPrompt="1"/>
          </p:nvPr>
        </p:nvSpPr>
        <p:spPr>
          <a:xfrm>
            <a:off x="914402" y="4725108"/>
            <a:ext cx="4389120" cy="2132892"/>
          </a:xfrm>
          <a:solidFill>
            <a:schemeClr val="bg1"/>
          </a:solidFill>
        </p:spPr>
        <p:txBody>
          <a:bodyPr vert="horz" lIns="365760" tIns="365760" rIns="365760" bIns="1280160" rtlCol="0" anchor="b" anchorCtr="0">
            <a:spAutoFit/>
          </a:bodyPr>
          <a:lstStyle>
            <a:lvl1pPr>
              <a:lnSpc>
                <a:spcPct val="90000"/>
              </a:lnSpc>
              <a:defRPr lang="en-US" sz="3600" b="1" baseline="0" dirty="0">
                <a:solidFill>
                  <a:sysClr val="windowText" lastClr="000000"/>
                </a:solidFill>
                <a:latin typeface="+mn-lt"/>
              </a:defRPr>
            </a:lvl1pPr>
          </a:lstStyle>
          <a:p>
            <a:pPr lvl="0">
              <a:lnSpc>
                <a:spcPct val="85000"/>
              </a:lnSpc>
            </a:pPr>
            <a:r>
              <a:rPr lang="fr-BE"/>
              <a:t>Click to edit Title</a:t>
            </a:r>
          </a:p>
        </p:txBody>
      </p:sp>
      <p:sp>
        <p:nvSpPr>
          <p:cNvPr id="4" name="Text Placeholder 4"/>
          <p:cNvSpPr>
            <a:spLocks noGrp="1"/>
          </p:cNvSpPr>
          <p:nvPr>
            <p:ph type="body" sz="quarter" idx="10" hasCustomPrompt="1"/>
          </p:nvPr>
        </p:nvSpPr>
        <p:spPr>
          <a:xfrm>
            <a:off x="914402" y="5694829"/>
            <a:ext cx="4389120" cy="1163171"/>
          </a:xfrm>
        </p:spPr>
        <p:txBody>
          <a:bodyPr vert="horz" lIns="365760" tIns="0" rIns="365760" bIns="0" rtlCol="0">
            <a:noAutofit/>
          </a:bodyPr>
          <a:lstStyle>
            <a:lvl1pPr marL="0" indent="0">
              <a:buNone/>
              <a:defRPr lang="en-US" sz="1400" baseline="0" dirty="0"/>
            </a:lvl1pPr>
          </a:lstStyle>
          <a:p>
            <a:pPr marL="228600" lvl="0" indent="-228600">
              <a:lnSpc>
                <a:spcPct val="130000"/>
              </a:lnSpc>
            </a:pPr>
            <a:r>
              <a:rPr lang="fr-BE"/>
              <a:t>Click to edit subtitle</a:t>
            </a:r>
          </a:p>
        </p:txBody>
      </p:sp>
    </p:spTree>
    <p:extLst>
      <p:ext uri="{BB962C8B-B14F-4D97-AF65-F5344CB8AC3E}">
        <p14:creationId xmlns:p14="http://schemas.microsoft.com/office/powerpoint/2010/main" val="90549755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Subhead">
    <p:spTree>
      <p:nvGrpSpPr>
        <p:cNvPr id="1" name=""/>
        <p:cNvGrpSpPr/>
        <p:nvPr/>
      </p:nvGrpSpPr>
      <p:grpSpPr>
        <a:xfrm>
          <a:off x="0" y="0"/>
          <a:ext cx="0" cy="0"/>
          <a:chOff x="0" y="0"/>
          <a:chExt cx="0" cy="0"/>
        </a:xfrm>
      </p:grpSpPr>
      <p:sp>
        <p:nvSpPr>
          <p:cNvPr id="2" name="Title 1"/>
          <p:cNvSpPr>
            <a:spLocks noGrp="1"/>
          </p:cNvSpPr>
          <p:nvPr>
            <p:ph type="title"/>
          </p:nvPr>
        </p:nvSpPr>
        <p:spPr>
          <a:xfrm>
            <a:off x="914400" y="694944"/>
            <a:ext cx="10363200" cy="594360"/>
          </a:xfrm>
        </p:spPr>
        <p:txBody>
          <a:bodyPr vert="horz" lIns="0" tIns="45720" rIns="0" bIns="0" rtlCol="0" anchor="b" anchorCtr="0">
            <a:noAutofit/>
          </a:bodyPr>
          <a:lstStyle>
            <a:lvl1pPr>
              <a:defRPr lang="en-US" sz="3600" b="0" spc="-75" dirty="0">
                <a:latin typeface="+mj-lt"/>
              </a:defRPr>
            </a:lvl1pPr>
          </a:lstStyle>
          <a:p>
            <a:pPr lvl="0" defTabSz="685800">
              <a:lnSpc>
                <a:spcPct val="85000"/>
              </a:lnSpc>
            </a:pPr>
            <a:r>
              <a:rPr lang="fr-BE"/>
              <a:t>Click to edit Master title style</a:t>
            </a:r>
          </a:p>
        </p:txBody>
      </p:sp>
      <p:sp>
        <p:nvSpPr>
          <p:cNvPr id="4" name="Text Placeholder 8"/>
          <p:cNvSpPr>
            <a:spLocks noGrp="1"/>
          </p:cNvSpPr>
          <p:nvPr>
            <p:ph type="body" sz="quarter" idx="14" hasCustomPrompt="1"/>
          </p:nvPr>
        </p:nvSpPr>
        <p:spPr>
          <a:xfrm>
            <a:off x="914721" y="1353312"/>
            <a:ext cx="10362880" cy="475488"/>
          </a:xfrm>
        </p:spPr>
        <p:txBody>
          <a:bodyPr vert="horz" lIns="0" tIns="0" rIns="0" bIns="0" rtlCol="0">
            <a:noAutofit/>
          </a:bodyPr>
          <a:lstStyle>
            <a:lvl1pPr marL="0" indent="0">
              <a:buNone/>
              <a:defRPr lang="en-US" sz="1200"/>
            </a:lvl1pPr>
          </a:lstStyle>
          <a:p>
            <a:pPr marL="228600" lvl="0" indent="-228600">
              <a:lnSpc>
                <a:spcPct val="130000"/>
              </a:lnSpc>
            </a:pPr>
            <a:r>
              <a:rPr lang="fr-BE"/>
              <a:t>Edit Master text styles</a:t>
            </a:r>
          </a:p>
        </p:txBody>
      </p:sp>
    </p:spTree>
    <p:extLst>
      <p:ext uri="{BB962C8B-B14F-4D97-AF65-F5344CB8AC3E}">
        <p14:creationId xmlns:p14="http://schemas.microsoft.com/office/powerpoint/2010/main" val="293569512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Subhead &amp; Breadcrumb">
    <p:spTree>
      <p:nvGrpSpPr>
        <p:cNvPr id="1" name=""/>
        <p:cNvGrpSpPr/>
        <p:nvPr/>
      </p:nvGrpSpPr>
      <p:grpSpPr>
        <a:xfrm>
          <a:off x="0" y="0"/>
          <a:ext cx="0" cy="0"/>
          <a:chOff x="0" y="0"/>
          <a:chExt cx="0" cy="0"/>
        </a:xfrm>
      </p:grpSpPr>
      <p:sp>
        <p:nvSpPr>
          <p:cNvPr id="2" name="Title 1"/>
          <p:cNvSpPr>
            <a:spLocks noGrp="1"/>
          </p:cNvSpPr>
          <p:nvPr>
            <p:ph type="title"/>
          </p:nvPr>
        </p:nvSpPr>
        <p:spPr>
          <a:xfrm>
            <a:off x="914400" y="694944"/>
            <a:ext cx="10363200" cy="594360"/>
          </a:xfrm>
        </p:spPr>
        <p:txBody>
          <a:bodyPr vert="horz" lIns="0" tIns="45720" rIns="0" bIns="0" rtlCol="0" anchor="b" anchorCtr="0">
            <a:noAutofit/>
          </a:bodyPr>
          <a:lstStyle>
            <a:lvl1pPr>
              <a:defRPr lang="en-US" sz="3600" spc="-75" dirty="0">
                <a:latin typeface="+mj-lt"/>
              </a:defRPr>
            </a:lvl1pPr>
          </a:lstStyle>
          <a:p>
            <a:pPr lvl="0" defTabSz="685800">
              <a:lnSpc>
                <a:spcPct val="85000"/>
              </a:lnSpc>
            </a:pPr>
            <a:r>
              <a:rPr lang="fr-BE"/>
              <a:t>Click to edit Master title style</a:t>
            </a:r>
          </a:p>
        </p:txBody>
      </p:sp>
      <p:sp>
        <p:nvSpPr>
          <p:cNvPr id="4" name="Text Placeholder 8"/>
          <p:cNvSpPr>
            <a:spLocks noGrp="1"/>
          </p:cNvSpPr>
          <p:nvPr>
            <p:ph type="body" sz="quarter" idx="14" hasCustomPrompt="1"/>
          </p:nvPr>
        </p:nvSpPr>
        <p:spPr>
          <a:xfrm>
            <a:off x="914721" y="1353312"/>
            <a:ext cx="10362880" cy="475488"/>
          </a:xfrm>
        </p:spPr>
        <p:txBody>
          <a:bodyPr vert="horz" lIns="0" tIns="0" rIns="0" bIns="0" rtlCol="0">
            <a:noAutofit/>
          </a:bodyPr>
          <a:lstStyle>
            <a:lvl1pPr marL="0" indent="0">
              <a:buNone/>
              <a:defRPr lang="en-US" sz="1200"/>
            </a:lvl1pPr>
          </a:lstStyle>
          <a:p>
            <a:pPr marL="228600" lvl="0" indent="-228600">
              <a:lnSpc>
                <a:spcPct val="130000"/>
              </a:lnSpc>
            </a:pPr>
            <a:r>
              <a:rPr lang="fr-BE"/>
              <a:t>Edit Master text styles</a:t>
            </a:r>
          </a:p>
        </p:txBody>
      </p:sp>
      <p:sp>
        <p:nvSpPr>
          <p:cNvPr id="8" name="Text Placeholder 5"/>
          <p:cNvSpPr>
            <a:spLocks noGrp="1"/>
          </p:cNvSpPr>
          <p:nvPr>
            <p:ph type="body" sz="quarter" idx="15" hasCustomPrompt="1"/>
          </p:nvPr>
        </p:nvSpPr>
        <p:spPr>
          <a:xfrm>
            <a:off x="914971" y="466344"/>
            <a:ext cx="3355848" cy="203200"/>
          </a:xfrm>
        </p:spPr>
        <p:txBody>
          <a:bodyPr vert="horz" lIns="0" tIns="0" rIns="0" bIns="0" rtlCol="0">
            <a:noAutofit/>
          </a:bodyPr>
          <a:lstStyle>
            <a:lvl1pPr marL="0" indent="0">
              <a:buNone/>
              <a:defRPr lang="en-US" sz="900" b="1" kern="0" cap="all" spc="250" baseline="0" dirty="0">
                <a:solidFill>
                  <a:schemeClr val="accent5">
                    <a:lumMod val="60000"/>
                    <a:lumOff val="40000"/>
                  </a:schemeClr>
                </a:solidFill>
                <a:ea typeface="Nexa Black" charset="0"/>
                <a:cs typeface="Nexa Black" charset="0"/>
              </a:defRPr>
            </a:lvl1pPr>
          </a:lstStyle>
          <a:p>
            <a:pPr marL="228600" lvl="0" indent="-228600"/>
            <a:r>
              <a:rPr lang="fr-BE"/>
              <a:t>BREADCRUMBS</a:t>
            </a:r>
          </a:p>
        </p:txBody>
      </p:sp>
    </p:spTree>
    <p:extLst>
      <p:ext uri="{BB962C8B-B14F-4D97-AF65-F5344CB8AC3E}">
        <p14:creationId xmlns:p14="http://schemas.microsoft.com/office/powerpoint/2010/main" val="27507631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Left, Subhead">
    <p:spTree>
      <p:nvGrpSpPr>
        <p:cNvPr id="1" name=""/>
        <p:cNvGrpSpPr/>
        <p:nvPr/>
      </p:nvGrpSpPr>
      <p:grpSpPr>
        <a:xfrm>
          <a:off x="0" y="0"/>
          <a:ext cx="0" cy="0"/>
          <a:chOff x="0" y="0"/>
          <a:chExt cx="0" cy="0"/>
        </a:xfrm>
      </p:grpSpPr>
      <p:sp>
        <p:nvSpPr>
          <p:cNvPr id="2" name="Title 1"/>
          <p:cNvSpPr>
            <a:spLocks noGrp="1"/>
          </p:cNvSpPr>
          <p:nvPr>
            <p:ph type="title"/>
          </p:nvPr>
        </p:nvSpPr>
        <p:spPr>
          <a:xfrm>
            <a:off x="914400" y="804672"/>
            <a:ext cx="3347390" cy="1995802"/>
          </a:xfrm>
        </p:spPr>
        <p:txBody>
          <a:bodyPr vert="horz" lIns="0" tIns="45720" rIns="0" bIns="0" rtlCol="0" anchor="t" anchorCtr="0">
            <a:noAutofit/>
          </a:bodyPr>
          <a:lstStyle>
            <a:lvl1pPr>
              <a:defRPr lang="en-US" sz="3600" spc="-75" dirty="0">
                <a:latin typeface="+mj-lt"/>
              </a:defRPr>
            </a:lvl1pPr>
          </a:lstStyle>
          <a:p>
            <a:pPr lvl="0" defTabSz="685800">
              <a:lnSpc>
                <a:spcPct val="85000"/>
              </a:lnSpc>
            </a:pPr>
            <a:r>
              <a:rPr lang="fr-BE"/>
              <a:t>Click to edit Master title style</a:t>
            </a:r>
          </a:p>
        </p:txBody>
      </p:sp>
      <p:sp>
        <p:nvSpPr>
          <p:cNvPr id="4" name="Text Placeholder 4"/>
          <p:cNvSpPr>
            <a:spLocks noGrp="1"/>
          </p:cNvSpPr>
          <p:nvPr>
            <p:ph type="body" sz="quarter" idx="16"/>
          </p:nvPr>
        </p:nvSpPr>
        <p:spPr>
          <a:xfrm>
            <a:off x="914400" y="2743200"/>
            <a:ext cx="3355975" cy="1169988"/>
          </a:xfrm>
        </p:spPr>
        <p:txBody>
          <a:bodyPr/>
          <a:lstStyle>
            <a:lvl1pPr marL="0" indent="0">
              <a:lnSpc>
                <a:spcPct val="130000"/>
              </a:lnSpc>
              <a:buNone/>
              <a:defRPr sz="1200" baseline="0"/>
            </a:lvl1pPr>
          </a:lstStyle>
          <a:p>
            <a:pPr lvl="0"/>
            <a:r>
              <a:rPr lang="fr-BE"/>
              <a:t>Click to edit Master text styles</a:t>
            </a:r>
          </a:p>
        </p:txBody>
      </p:sp>
    </p:spTree>
    <p:extLst>
      <p:ext uri="{BB962C8B-B14F-4D97-AF65-F5344CB8AC3E}">
        <p14:creationId xmlns:p14="http://schemas.microsoft.com/office/powerpoint/2010/main" val="399689383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Left, Subhead &amp; Breadcrumb">
    <p:spTree>
      <p:nvGrpSpPr>
        <p:cNvPr id="1" name=""/>
        <p:cNvGrpSpPr/>
        <p:nvPr/>
      </p:nvGrpSpPr>
      <p:grpSpPr>
        <a:xfrm>
          <a:off x="0" y="0"/>
          <a:ext cx="0" cy="0"/>
          <a:chOff x="0" y="0"/>
          <a:chExt cx="0" cy="0"/>
        </a:xfrm>
      </p:grpSpPr>
      <p:sp>
        <p:nvSpPr>
          <p:cNvPr id="2" name="Title 1"/>
          <p:cNvSpPr>
            <a:spLocks noGrp="1"/>
          </p:cNvSpPr>
          <p:nvPr>
            <p:ph type="title"/>
          </p:nvPr>
        </p:nvSpPr>
        <p:spPr>
          <a:xfrm>
            <a:off x="914400" y="804672"/>
            <a:ext cx="3352800" cy="1993390"/>
          </a:xfrm>
        </p:spPr>
        <p:txBody>
          <a:bodyPr vert="horz" lIns="0" tIns="45720" rIns="0" bIns="0" rtlCol="0" anchor="t" anchorCtr="0">
            <a:noAutofit/>
          </a:bodyPr>
          <a:lstStyle>
            <a:lvl1pPr>
              <a:defRPr lang="en-US" sz="3600" spc="-75" dirty="0">
                <a:latin typeface="+mj-lt"/>
              </a:defRPr>
            </a:lvl1pPr>
          </a:lstStyle>
          <a:p>
            <a:pPr lvl="0" defTabSz="685800">
              <a:lnSpc>
                <a:spcPct val="85000"/>
              </a:lnSpc>
            </a:pPr>
            <a:r>
              <a:rPr lang="fr-BE"/>
              <a:t>Click to edit Master title style</a:t>
            </a:r>
          </a:p>
        </p:txBody>
      </p:sp>
      <p:sp>
        <p:nvSpPr>
          <p:cNvPr id="8" name="Text Placeholder 5"/>
          <p:cNvSpPr>
            <a:spLocks noGrp="1"/>
          </p:cNvSpPr>
          <p:nvPr>
            <p:ph type="body" sz="quarter" idx="15" hasCustomPrompt="1"/>
          </p:nvPr>
        </p:nvSpPr>
        <p:spPr>
          <a:xfrm>
            <a:off x="914971" y="466344"/>
            <a:ext cx="3355848" cy="203200"/>
          </a:xfrm>
        </p:spPr>
        <p:txBody>
          <a:bodyPr vert="horz" lIns="0" tIns="0" rIns="0" bIns="0" rtlCol="0">
            <a:noAutofit/>
          </a:bodyPr>
          <a:lstStyle>
            <a:lvl1pPr marL="0" indent="0">
              <a:buNone/>
              <a:defRPr lang="en-US" sz="900" b="1" kern="0" cap="all" spc="250" baseline="0" dirty="0">
                <a:solidFill>
                  <a:schemeClr val="accent5">
                    <a:lumMod val="60000"/>
                    <a:lumOff val="40000"/>
                  </a:schemeClr>
                </a:solidFill>
                <a:ea typeface="Nexa Black" charset="0"/>
                <a:cs typeface="Nexa Black" charset="0"/>
              </a:defRPr>
            </a:lvl1pPr>
          </a:lstStyle>
          <a:p>
            <a:pPr marL="228600" lvl="0" indent="-228600"/>
            <a:r>
              <a:rPr lang="fr-BE"/>
              <a:t>BREADCRUMBS</a:t>
            </a:r>
          </a:p>
        </p:txBody>
      </p:sp>
      <p:sp>
        <p:nvSpPr>
          <p:cNvPr id="5" name="Text Placeholder 4"/>
          <p:cNvSpPr>
            <a:spLocks noGrp="1"/>
          </p:cNvSpPr>
          <p:nvPr>
            <p:ph type="body" sz="quarter" idx="16"/>
          </p:nvPr>
        </p:nvSpPr>
        <p:spPr>
          <a:xfrm>
            <a:off x="914400" y="2743200"/>
            <a:ext cx="3355975" cy="1169988"/>
          </a:xfrm>
        </p:spPr>
        <p:txBody>
          <a:bodyPr/>
          <a:lstStyle>
            <a:lvl1pPr marL="0" indent="0">
              <a:lnSpc>
                <a:spcPct val="130000"/>
              </a:lnSpc>
              <a:buNone/>
              <a:defRPr sz="1200" baseline="0"/>
            </a:lvl1pPr>
          </a:lstStyle>
          <a:p>
            <a:pPr lvl="0"/>
            <a:r>
              <a:rPr lang="fr-BE"/>
              <a:t>Click to edit Master text styles</a:t>
            </a:r>
          </a:p>
        </p:txBody>
      </p:sp>
    </p:spTree>
    <p:extLst>
      <p:ext uri="{BB962C8B-B14F-4D97-AF65-F5344CB8AC3E}">
        <p14:creationId xmlns:p14="http://schemas.microsoft.com/office/powerpoint/2010/main" val="212785481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17881601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Closin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191001" y="1961812"/>
            <a:ext cx="8001000" cy="2921731"/>
          </a:xfrm>
        </p:spPr>
        <p:txBody>
          <a:bodyPr anchor="b" anchorCtr="0"/>
          <a:lstStyle>
            <a:lvl1pPr>
              <a:lnSpc>
                <a:spcPct val="85000"/>
              </a:lnSpc>
              <a:defRPr sz="5400" b="1" baseline="0">
                <a:latin typeface="+mn-lt"/>
              </a:defRPr>
            </a:lvl1pPr>
          </a:lstStyle>
          <a:p>
            <a:r>
              <a:rPr lang="fr-BE"/>
              <a:t>Thank You </a:t>
            </a:r>
            <a:br>
              <a:rPr lang="fr-BE"/>
            </a:br>
            <a:r>
              <a:rPr lang="fr-BE"/>
              <a:t>Goes Here.</a:t>
            </a:r>
          </a:p>
        </p:txBody>
      </p:sp>
      <p:sp>
        <p:nvSpPr>
          <p:cNvPr id="9" name="Rectangle 8"/>
          <p:cNvSpPr/>
          <p:nvPr/>
        </p:nvSpPr>
        <p:spPr>
          <a:xfrm>
            <a:off x="4134012" y="5436072"/>
            <a:ext cx="7143588" cy="1421928"/>
          </a:xfrm>
          <a:prstGeom prst="rect">
            <a:avLst/>
          </a:prstGeom>
        </p:spPr>
        <p:txBody>
          <a:bodyPr wrap="square" numCol="2" spcCol="182880">
            <a:spAutoFit/>
          </a:bodyPr>
          <a:lstStyle/>
          <a:p>
            <a:pPr>
              <a:lnSpc>
                <a:spcPct val="120000"/>
              </a:lnSpc>
            </a:pPr>
            <a:r>
              <a:rPr lang="fr-BE" sz="700">
                <a:latin typeface="Open Sans" charset="0"/>
                <a:ea typeface="Open Sans" charset="0"/>
                <a:cs typeface="Open Sans" charset="0"/>
              </a:rPr>
              <a:t>This publication contains general information only, and none of the member firms of Deloitte Touche Tohmatsu Limited, its member firms, or their related entities (collective, the “Deloitte Network”) is, by means of this publication, rendering professional advice or services. Before making any decision or taking any action that may affect your business, you should consult a qualified professional adviser. No entity in the Deloitte Network shall be responsible for any loss whatsoever sustained by any person who relies on this publication.</a:t>
            </a:r>
          </a:p>
          <a:p>
            <a:pPr>
              <a:lnSpc>
                <a:spcPct val="120000"/>
              </a:lnSpc>
            </a:pPr>
            <a:br>
              <a:rPr lang="fr-BE" sz="700">
                <a:latin typeface="Open Sans" charset="0"/>
                <a:ea typeface="Open Sans" charset="0"/>
                <a:cs typeface="Open Sans" charset="0"/>
              </a:rPr>
            </a:br>
            <a:br>
              <a:rPr lang="fr-BE" sz="700">
                <a:latin typeface="Open Sans" charset="0"/>
                <a:ea typeface="Open Sans" charset="0"/>
                <a:cs typeface="Open Sans" charset="0"/>
              </a:rPr>
            </a:br>
            <a:endParaRPr lang="fr-BE" sz="700">
              <a:latin typeface="Open Sans" charset="0"/>
              <a:ea typeface="Open Sans" charset="0"/>
              <a:cs typeface="Open Sans" charset="0"/>
            </a:endParaRPr>
          </a:p>
          <a:p>
            <a:pPr>
              <a:lnSpc>
                <a:spcPct val="120000"/>
              </a:lnSpc>
            </a:pPr>
            <a:r>
              <a:rPr lang="fr-BE" sz="700">
                <a:latin typeface="Open Sans" charset="0"/>
                <a:ea typeface="Open Sans" charset="0"/>
                <a:cs typeface="Open Sans" charset="0"/>
              </a:rPr>
              <a:t>As used in this document, “Deloitte” means Deloitte Consulting LLP, a subsidiary of Deloitte LLP. Please see www.deloitte.com/us/about for a detailed description of the legal structure of Deloitte USA LLP, Deloitte LLP and their respective subsidiaries. Certain services may not be available to attest clients under </a:t>
            </a:r>
            <a:br>
              <a:rPr lang="fr-BE" sz="700">
                <a:latin typeface="Open Sans" charset="0"/>
                <a:ea typeface="Open Sans" charset="0"/>
                <a:cs typeface="Open Sans" charset="0"/>
              </a:rPr>
            </a:br>
            <a:r>
              <a:rPr lang="fr-BE" sz="700">
                <a:latin typeface="Open Sans" charset="0"/>
                <a:ea typeface="Open Sans" charset="0"/>
                <a:cs typeface="Open Sans" charset="0"/>
              </a:rPr>
              <a:t>the rules and regulations of public accounting.</a:t>
            </a:r>
          </a:p>
          <a:p>
            <a:endParaRPr lang="fr-BE" sz="700">
              <a:latin typeface="Open Sans" charset="0"/>
              <a:ea typeface="Open Sans" charset="0"/>
              <a:cs typeface="Open Sans" charset="0"/>
              <a:sym typeface="Frutiger Next Pro Light" charset="0"/>
            </a:endParaRPr>
          </a:p>
          <a:p>
            <a:r>
              <a:rPr lang="fr-BE" sz="700" b="1">
                <a:latin typeface="Open Sans" charset="0"/>
                <a:ea typeface="Open Sans" charset="0"/>
                <a:cs typeface="Open Sans" charset="0"/>
                <a:sym typeface="Frutiger Next Pro Light" charset="0"/>
              </a:rPr>
              <a:t>Copyright © 2020 Deloitte Development LLC. </a:t>
            </a:r>
            <a:br>
              <a:rPr lang="fr-BE" sz="700">
                <a:latin typeface="Open Sans" charset="0"/>
                <a:ea typeface="Open Sans" charset="0"/>
                <a:cs typeface="Open Sans" charset="0"/>
                <a:sym typeface="Frutiger Next Pro Light" charset="0"/>
              </a:rPr>
            </a:br>
            <a:r>
              <a:rPr lang="fr-BE" sz="700" b="1">
                <a:latin typeface="Open Sans" charset="0"/>
                <a:ea typeface="Open Sans" charset="0"/>
                <a:cs typeface="Open Sans" charset="0"/>
                <a:sym typeface="Frutiger Next Pro Light" charset="0"/>
              </a:rPr>
              <a:t>All rights reserved. </a:t>
            </a:r>
            <a:r>
              <a:rPr lang="fr-BE" sz="700" b="1">
                <a:latin typeface="Open Sans" charset="0"/>
                <a:ea typeface="Open Sans" charset="0"/>
                <a:cs typeface="Open Sans" charset="0"/>
              </a:rPr>
              <a:t>Member of Deloitte Touche Tohmatsu Limited</a:t>
            </a:r>
          </a:p>
        </p:txBody>
      </p:sp>
      <p:pic>
        <p:nvPicPr>
          <p:cNvPr id="7" name="Picture 6"/>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914400" y="762001"/>
            <a:ext cx="1788289" cy="828260"/>
          </a:xfrm>
          <a:prstGeom prst="rect">
            <a:avLst/>
          </a:prstGeom>
        </p:spPr>
      </p:pic>
    </p:spTree>
    <p:extLst>
      <p:ext uri="{BB962C8B-B14F-4D97-AF65-F5344CB8AC3E}">
        <p14:creationId xmlns:p14="http://schemas.microsoft.com/office/powerpoint/2010/main" val="1133093433"/>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Master Blocker">
    <p:bg>
      <p:bgPr>
        <a:solidFill>
          <a:schemeClr val="accent2"/>
        </a:solidFill>
        <a:effectLst/>
      </p:bgPr>
    </p:bg>
    <p:spTree>
      <p:nvGrpSpPr>
        <p:cNvPr id="1" name=""/>
        <p:cNvGrpSpPr/>
        <p:nvPr/>
      </p:nvGrpSpPr>
      <p:grpSpPr>
        <a:xfrm>
          <a:off x="0" y="0"/>
          <a:ext cx="0" cy="0"/>
          <a:chOff x="0" y="0"/>
          <a:chExt cx="0" cy="0"/>
        </a:xfrm>
      </p:grpSpPr>
      <p:sp>
        <p:nvSpPr>
          <p:cNvPr id="3" name="TextBox 2"/>
          <p:cNvSpPr txBox="1"/>
          <p:nvPr userDrawn="1"/>
        </p:nvSpPr>
        <p:spPr>
          <a:xfrm>
            <a:off x="914400" y="1217629"/>
            <a:ext cx="10363200" cy="4616648"/>
          </a:xfrm>
          <a:prstGeom prst="rect">
            <a:avLst/>
          </a:prstGeom>
          <a:noFill/>
        </p:spPr>
        <p:txBody>
          <a:bodyPr wrap="square" rtlCol="0">
            <a:spAutoFit/>
          </a:bodyPr>
          <a:lstStyle/>
          <a:p>
            <a:pPr algn="ctr"/>
            <a:r>
              <a:rPr lang="fr-BE" sz="11500" b="1"/>
              <a:t>Do not use this</a:t>
            </a:r>
            <a:r>
              <a:rPr lang="fr-BE" sz="11500" b="1" baseline="0"/>
              <a:t> layout</a:t>
            </a:r>
          </a:p>
          <a:p>
            <a:pPr algn="ctr"/>
            <a:endParaRPr lang="fr-BE" sz="3200" b="1" baseline="0"/>
          </a:p>
          <a:p>
            <a:pPr algn="ctr"/>
            <a:r>
              <a:rPr lang="fr-BE" sz="3200" b="0" baseline="0"/>
              <a:t>Delete any master slides that occur after this layout</a:t>
            </a:r>
            <a:endParaRPr lang="fr-BE" sz="3200" b="0"/>
          </a:p>
        </p:txBody>
      </p:sp>
    </p:spTree>
    <p:extLst>
      <p:ext uri="{BB962C8B-B14F-4D97-AF65-F5344CB8AC3E}">
        <p14:creationId xmlns:p14="http://schemas.microsoft.com/office/powerpoint/2010/main" val="147483585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Title, subtitle &amp; 1 column - large">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1" y="651600"/>
            <a:ext cx="11162349"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4" name="Title Placeholder 1"/>
          <p:cNvSpPr>
            <a:spLocks noGrp="1"/>
          </p:cNvSpPr>
          <p:nvPr>
            <p:ph type="title"/>
          </p:nvPr>
        </p:nvSpPr>
        <p:spPr>
          <a:xfrm>
            <a:off x="501651" y="317500"/>
            <a:ext cx="11162349" cy="698501"/>
          </a:xfrm>
          <a:prstGeom prst="rect">
            <a:avLst/>
          </a:prstGeom>
        </p:spPr>
        <p:txBody>
          <a:bodyPr vert="horz" lIns="0" tIns="0" rIns="0" bIns="0" rtlCol="0" anchor="t" anchorCtr="0">
            <a:noAutofit/>
          </a:bodyPr>
          <a:lstStyle>
            <a:lvl1pPr>
              <a:defRPr/>
            </a:lvl1pPr>
          </a:lstStyle>
          <a:p>
            <a:r>
              <a:rPr lang="en-US" noProof="0"/>
              <a:t>Click to edit Master title style</a:t>
            </a:r>
          </a:p>
        </p:txBody>
      </p:sp>
      <p:sp>
        <p:nvSpPr>
          <p:cNvPr id="8" name="Text Placeholder 18"/>
          <p:cNvSpPr>
            <a:spLocks noGrp="1"/>
          </p:cNvSpPr>
          <p:nvPr>
            <p:ph idx="1"/>
          </p:nvPr>
        </p:nvSpPr>
        <p:spPr>
          <a:xfrm>
            <a:off x="501651" y="1700213"/>
            <a:ext cx="11165416" cy="4678986"/>
          </a:xfrm>
          <a:prstGeom prst="rect">
            <a:avLst/>
          </a:prstGeom>
        </p:spPr>
        <p:txBody>
          <a:bodyPr vert="horz" lIns="0" tIns="0" rIns="0" bIns="0" rtlCol="0">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4221908563"/>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emf"/><Relationship Id="rId2" Type="http://schemas.openxmlformats.org/officeDocument/2006/relationships/slideLayout" Target="../slideLayouts/slideLayout2.xml"/><Relationship Id="rId16" Type="http://schemas.openxmlformats.org/officeDocument/2006/relationships/oleObject" Target="../embeddings/oleObject1.bin"/><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2.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theme" Target="../theme/theme2.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4"/>
            </p:custDataLst>
            <p:extLst>
              <p:ext uri="{D42A27DB-BD31-4B8C-83A1-F6EECF244321}">
                <p14:modId xmlns:p14="http://schemas.microsoft.com/office/powerpoint/2010/main" val="47407137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6" imgW="592" imgH="591" progId="TCLayout.ActiveDocument.1">
                  <p:embed/>
                </p:oleObj>
              </mc:Choice>
              <mc:Fallback>
                <p:oleObj name="think-cell Slide" r:id="rId16" imgW="592" imgH="591" progId="TCLayout.ActiveDocument.1">
                  <p:embed/>
                  <p:pic>
                    <p:nvPicPr>
                      <p:cNvPr id="6" name="Object 5" hidden="1"/>
                      <p:cNvPicPr/>
                      <p:nvPr/>
                    </p:nvPicPr>
                    <p:blipFill>
                      <a:blip r:embed="rId17"/>
                      <a:stretch>
                        <a:fillRect/>
                      </a:stretch>
                    </p:blipFill>
                    <p:spPr>
                      <a:xfrm>
                        <a:off x="1588" y="1588"/>
                        <a:ext cx="1588" cy="1588"/>
                      </a:xfrm>
                      <a:prstGeom prst="rect">
                        <a:avLst/>
                      </a:prstGeom>
                    </p:spPr>
                  </p:pic>
                </p:oleObj>
              </mc:Fallback>
            </mc:AlternateContent>
          </a:graphicData>
        </a:graphic>
      </p:graphicFrame>
      <p:sp>
        <p:nvSpPr>
          <p:cNvPr id="5" name="Rectangle 4" hidden="1"/>
          <p:cNvSpPr/>
          <p:nvPr userDrawn="1">
            <p:custDataLst>
              <p:tags r:id="rId15"/>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endParaRPr lang="fr-BE" sz="2800" b="0" i="0" baseline="0">
              <a:latin typeface="Chronicle Display Black"/>
              <a:sym typeface="Chronicle Display Black"/>
            </a:endParaRPr>
          </a:p>
        </p:txBody>
      </p:sp>
      <p:sp>
        <p:nvSpPr>
          <p:cNvPr id="3" name="Text Placeholder 2"/>
          <p:cNvSpPr>
            <a:spLocks noGrp="1"/>
          </p:cNvSpPr>
          <p:nvPr>
            <p:ph type="body" idx="1"/>
          </p:nvPr>
        </p:nvSpPr>
        <p:spPr>
          <a:xfrm>
            <a:off x="914400" y="1828800"/>
            <a:ext cx="10363200" cy="4346274"/>
          </a:xfrm>
          <a:prstGeom prst="rect">
            <a:avLst/>
          </a:prstGeom>
        </p:spPr>
        <p:txBody>
          <a:bodyPr vert="horz" lIns="0" tIns="0" rIns="0" bIns="0" rtlCol="0">
            <a:noAutofit/>
          </a:bodyPr>
          <a:lstStyle/>
          <a:p>
            <a:pPr lvl="0"/>
            <a:r>
              <a:rPr lang="fr-BE"/>
              <a:t>Edit Master </a:t>
            </a:r>
            <a:r>
              <a:rPr lang="fr-BE" err="1"/>
              <a:t>text</a:t>
            </a:r>
            <a:r>
              <a:rPr lang="fr-BE"/>
              <a:t> styles</a:t>
            </a:r>
          </a:p>
          <a:p>
            <a:pPr lvl="1"/>
            <a:r>
              <a:rPr lang="fr-BE"/>
              <a:t>Second </a:t>
            </a:r>
            <a:r>
              <a:rPr lang="fr-BE" err="1"/>
              <a:t>level</a:t>
            </a:r>
            <a:endParaRPr lang="fr-BE"/>
          </a:p>
          <a:p>
            <a:pPr lvl="2"/>
            <a:r>
              <a:rPr lang="fr-BE" err="1"/>
              <a:t>Third</a:t>
            </a:r>
            <a:r>
              <a:rPr lang="fr-BE"/>
              <a:t> </a:t>
            </a:r>
            <a:r>
              <a:rPr lang="fr-BE" err="1"/>
              <a:t>level</a:t>
            </a:r>
            <a:endParaRPr lang="fr-BE"/>
          </a:p>
          <a:p>
            <a:pPr lvl="3"/>
            <a:r>
              <a:rPr lang="fr-BE" err="1"/>
              <a:t>Fourth</a:t>
            </a:r>
            <a:r>
              <a:rPr lang="fr-BE"/>
              <a:t> </a:t>
            </a:r>
            <a:r>
              <a:rPr lang="fr-BE" err="1"/>
              <a:t>level</a:t>
            </a:r>
            <a:endParaRPr lang="fr-BE"/>
          </a:p>
          <a:p>
            <a:pPr lvl="4"/>
            <a:r>
              <a:rPr lang="fr-BE" err="1"/>
              <a:t>Fifth</a:t>
            </a:r>
            <a:r>
              <a:rPr lang="fr-BE"/>
              <a:t> </a:t>
            </a:r>
            <a:r>
              <a:rPr lang="fr-BE" err="1"/>
              <a:t>level</a:t>
            </a:r>
            <a:endParaRPr lang="fr-BE"/>
          </a:p>
        </p:txBody>
      </p:sp>
      <p:sp>
        <p:nvSpPr>
          <p:cNvPr id="2" name="Title Placeholder 1"/>
          <p:cNvSpPr>
            <a:spLocks noGrp="1"/>
          </p:cNvSpPr>
          <p:nvPr>
            <p:ph type="title"/>
          </p:nvPr>
        </p:nvSpPr>
        <p:spPr>
          <a:xfrm>
            <a:off x="914912" y="718263"/>
            <a:ext cx="10362688" cy="879756"/>
          </a:xfrm>
          <a:prstGeom prst="rect">
            <a:avLst/>
          </a:prstGeom>
        </p:spPr>
        <p:txBody>
          <a:bodyPr vert="horz" lIns="0" tIns="45720" rIns="91440" bIns="0" rtlCol="0" anchor="t" anchorCtr="0">
            <a:noAutofit/>
          </a:bodyPr>
          <a:lstStyle/>
          <a:p>
            <a:r>
              <a:rPr lang="fr-BE"/>
              <a:t>Click To Edit Master </a:t>
            </a:r>
            <a:r>
              <a:rPr lang="fr-BE" err="1"/>
              <a:t>Title</a:t>
            </a:r>
            <a:endParaRPr lang="fr-BE"/>
          </a:p>
        </p:txBody>
      </p:sp>
      <p:sp>
        <p:nvSpPr>
          <p:cNvPr id="4" name="Rectangle 2"/>
          <p:cNvSpPr>
            <a:spLocks/>
          </p:cNvSpPr>
          <p:nvPr userDrawn="1"/>
        </p:nvSpPr>
        <p:spPr bwMode="auto">
          <a:xfrm>
            <a:off x="914719" y="6444147"/>
            <a:ext cx="2813271" cy="12311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wrap="none" lIns="0" tIns="0" rIns="0" bIns="0">
            <a:spAutoFit/>
          </a:bodyPr>
          <a:lstStyle/>
          <a:p>
            <a:fld id="{C84F2FB2-4A16-1542-BD5E-F56870239E74}" type="slidenum">
              <a:rPr lang="fr-BE" sz="800" smtClean="0">
                <a:solidFill>
                  <a:schemeClr val="tx1"/>
                </a:solidFill>
                <a:latin typeface="Open Sans" charset="0"/>
                <a:ea typeface="Open Sans" charset="0"/>
                <a:cs typeface="Open Sans" charset="0"/>
                <a:sym typeface="Frutiger Next Pro Light" charset="0"/>
              </a:rPr>
              <a:t>‹#›</a:t>
            </a:fld>
            <a:r>
              <a:rPr lang="fr-BE" sz="800">
                <a:solidFill>
                  <a:schemeClr val="tx1"/>
                </a:solidFill>
                <a:latin typeface="Open Sans" charset="0"/>
                <a:ea typeface="Open Sans" charset="0"/>
                <a:cs typeface="Open Sans" charset="0"/>
                <a:sym typeface="Frutiger Next Pro Light" charset="0"/>
              </a:rPr>
              <a:t>  |  Copyright © 2020 Deloitte Digital. All </a:t>
            </a:r>
            <a:r>
              <a:rPr lang="fr-BE" sz="800" err="1">
                <a:solidFill>
                  <a:schemeClr val="tx1"/>
                </a:solidFill>
                <a:latin typeface="Open Sans" charset="0"/>
                <a:ea typeface="Open Sans" charset="0"/>
                <a:cs typeface="Open Sans" charset="0"/>
                <a:sym typeface="Frutiger Next Pro Light" charset="0"/>
              </a:rPr>
              <a:t>rights</a:t>
            </a:r>
            <a:r>
              <a:rPr lang="fr-BE" sz="800">
                <a:solidFill>
                  <a:schemeClr val="tx1"/>
                </a:solidFill>
                <a:latin typeface="Open Sans" charset="0"/>
                <a:ea typeface="Open Sans" charset="0"/>
                <a:cs typeface="Open Sans" charset="0"/>
                <a:sym typeface="Frutiger Next Pro Light" charset="0"/>
              </a:rPr>
              <a:t> </a:t>
            </a:r>
            <a:r>
              <a:rPr lang="fr-BE" sz="800" err="1">
                <a:solidFill>
                  <a:schemeClr val="tx1"/>
                </a:solidFill>
                <a:latin typeface="Open Sans" charset="0"/>
                <a:ea typeface="Open Sans" charset="0"/>
                <a:cs typeface="Open Sans" charset="0"/>
                <a:sym typeface="Frutiger Next Pro Light" charset="0"/>
              </a:rPr>
              <a:t>reserved</a:t>
            </a:r>
            <a:r>
              <a:rPr lang="fr-BE" sz="800">
                <a:solidFill>
                  <a:schemeClr val="tx1"/>
                </a:solidFill>
                <a:latin typeface="Open Sans" charset="0"/>
                <a:ea typeface="Open Sans" charset="0"/>
                <a:cs typeface="Open Sans" charset="0"/>
                <a:sym typeface="Frutiger Next Pro Light" charset="0"/>
              </a:rPr>
              <a:t>.</a:t>
            </a:r>
          </a:p>
        </p:txBody>
      </p:sp>
    </p:spTree>
    <p:extLst>
      <p:ext uri="{BB962C8B-B14F-4D97-AF65-F5344CB8AC3E}">
        <p14:creationId xmlns:p14="http://schemas.microsoft.com/office/powerpoint/2010/main" val="296348410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80000"/>
        </a:lnSpc>
        <a:spcBef>
          <a:spcPct val="0"/>
        </a:spcBef>
        <a:buNone/>
        <a:defRPr sz="2800" b="0" i="0" kern="1200" cap="none" spc="-100" baseline="0">
          <a:solidFill>
            <a:schemeClr val="tx1"/>
          </a:solidFill>
          <a:latin typeface="+mj-lt"/>
          <a:ea typeface="Bebas Neue" charset="0"/>
          <a:cs typeface="Chronicle Display Black"/>
        </a:defRPr>
      </a:lvl1pPr>
    </p:titleStyle>
    <p:bodyStyle>
      <a:lvl1pPr marL="228600" indent="-228600" algn="l" defTabSz="914400" rtl="0" eaLnBrk="1" latinLnBrk="0" hangingPunct="1">
        <a:lnSpc>
          <a:spcPct val="100000"/>
        </a:lnSpc>
        <a:spcBef>
          <a:spcPts val="1000"/>
        </a:spcBef>
        <a:buClr>
          <a:schemeClr val="accent5"/>
        </a:buClr>
        <a:buSzPct val="75000"/>
        <a:buFont typeface="Arial" panose="020B0604020202020204" pitchFamily="34" charset="0"/>
        <a:buChar char="•"/>
        <a:defRPr sz="2000" kern="1200" spc="-30">
          <a:solidFill>
            <a:schemeClr val="tx1"/>
          </a:solidFill>
          <a:latin typeface="+mn-lt"/>
          <a:ea typeface="Open Sans" charset="0"/>
          <a:cs typeface="Open Sans" charset="0"/>
        </a:defRPr>
      </a:lvl1pPr>
      <a:lvl2pPr marL="6858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800" kern="1200" spc="-30">
          <a:solidFill>
            <a:schemeClr val="tx1"/>
          </a:solidFill>
          <a:latin typeface="+mn-lt"/>
          <a:ea typeface="Open Sans" charset="0"/>
          <a:cs typeface="Open Sans" charset="0"/>
        </a:defRPr>
      </a:lvl2pPr>
      <a:lvl3pPr marL="11430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600" kern="1200" spc="-30">
          <a:solidFill>
            <a:schemeClr val="tx1"/>
          </a:solidFill>
          <a:latin typeface="+mn-lt"/>
          <a:ea typeface="Open Sans" charset="0"/>
          <a:cs typeface="Open Sans" charset="0"/>
        </a:defRPr>
      </a:lvl3pPr>
      <a:lvl4pPr marL="16002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400" kern="1200" spc="-30">
          <a:solidFill>
            <a:schemeClr val="tx1"/>
          </a:solidFill>
          <a:latin typeface="+mn-lt"/>
          <a:ea typeface="Open Sans" charset="0"/>
          <a:cs typeface="Open Sans" charset="0"/>
        </a:defRPr>
      </a:lvl4pPr>
      <a:lvl5pPr marL="20574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400" kern="1200" spc="-30">
          <a:solidFill>
            <a:schemeClr val="tx1"/>
          </a:solidFill>
          <a:latin typeface="+mn-lt"/>
          <a:ea typeface="Open Sans" charset="0"/>
          <a:cs typeface="Open Sans"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576">
          <p15:clr>
            <a:srgbClr val="F26B43"/>
          </p15:clr>
        </p15:guide>
        <p15:guide id="4" pos="7104">
          <p15:clr>
            <a:srgbClr val="F26B43"/>
          </p15:clr>
        </p15:guide>
        <p15:guide id="5" pos="2976">
          <p15:clr>
            <a:srgbClr val="F26B43"/>
          </p15:clr>
        </p15:guide>
        <p15:guide id="6" orient="horz" pos="1152">
          <p15:clr>
            <a:srgbClr val="F26B43"/>
          </p15:clr>
        </p15:guide>
        <p15:guide id="7" pos="2688">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914400" y="1828800"/>
            <a:ext cx="10363200" cy="4346274"/>
          </a:xfrm>
          <a:prstGeom prst="rect">
            <a:avLst/>
          </a:prstGeom>
        </p:spPr>
        <p:txBody>
          <a:bodyPr vert="horz" lIns="0" tIns="0" rIns="0" bIns="0" rtlCol="0">
            <a:noAutofit/>
          </a:bodyPr>
          <a:lstStyle/>
          <a:p>
            <a:pPr lvl="0"/>
            <a:r>
              <a:rPr lang="fr-BE"/>
              <a:t>Edit Master text styles</a:t>
            </a:r>
          </a:p>
          <a:p>
            <a:pPr lvl="1"/>
            <a:r>
              <a:rPr lang="fr-BE"/>
              <a:t>Second level</a:t>
            </a:r>
          </a:p>
          <a:p>
            <a:pPr lvl="2"/>
            <a:r>
              <a:rPr lang="fr-BE"/>
              <a:t>Third level</a:t>
            </a:r>
          </a:p>
          <a:p>
            <a:pPr lvl="3"/>
            <a:r>
              <a:rPr lang="fr-BE"/>
              <a:t>Fourth level</a:t>
            </a:r>
          </a:p>
          <a:p>
            <a:pPr lvl="4"/>
            <a:r>
              <a:rPr lang="fr-BE"/>
              <a:t>Fifth level</a:t>
            </a:r>
          </a:p>
        </p:txBody>
      </p:sp>
      <p:sp>
        <p:nvSpPr>
          <p:cNvPr id="2" name="Title Placeholder 1"/>
          <p:cNvSpPr>
            <a:spLocks noGrp="1"/>
          </p:cNvSpPr>
          <p:nvPr>
            <p:ph type="title"/>
          </p:nvPr>
        </p:nvSpPr>
        <p:spPr>
          <a:xfrm>
            <a:off x="914912" y="718263"/>
            <a:ext cx="10362688" cy="879756"/>
          </a:xfrm>
          <a:prstGeom prst="rect">
            <a:avLst/>
          </a:prstGeom>
        </p:spPr>
        <p:txBody>
          <a:bodyPr vert="horz" lIns="0" tIns="45720" rIns="91440" bIns="0" rtlCol="0" anchor="t" anchorCtr="0">
            <a:noAutofit/>
          </a:bodyPr>
          <a:lstStyle/>
          <a:p>
            <a:r>
              <a:rPr lang="fr-BE"/>
              <a:t>Click To Edit Master Title</a:t>
            </a:r>
          </a:p>
        </p:txBody>
      </p:sp>
      <p:sp>
        <p:nvSpPr>
          <p:cNvPr id="4" name="Rectangle 2"/>
          <p:cNvSpPr>
            <a:spLocks/>
          </p:cNvSpPr>
          <p:nvPr userDrawn="1"/>
        </p:nvSpPr>
        <p:spPr bwMode="auto">
          <a:xfrm>
            <a:off x="914719" y="6444147"/>
            <a:ext cx="3347070" cy="12311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wrap="none" lIns="0" tIns="0" rIns="0" bIns="0">
            <a:spAutoFit/>
          </a:bodyPr>
          <a:lstStyle/>
          <a:p>
            <a:fld id="{C84F2FB2-4A16-1542-BD5E-F56870239E74}" type="slidenum">
              <a:rPr lang="fr-BE" sz="800" smtClean="0">
                <a:solidFill>
                  <a:schemeClr val="accent5">
                    <a:lumMod val="60000"/>
                    <a:lumOff val="40000"/>
                  </a:schemeClr>
                </a:solidFill>
                <a:latin typeface="Open Sans" charset="0"/>
                <a:ea typeface="Open Sans" charset="0"/>
                <a:cs typeface="Open Sans" charset="0"/>
                <a:sym typeface="Frutiger Next Pro Light" charset="0"/>
              </a:rPr>
              <a:pPr/>
              <a:t>‹#›</a:t>
            </a:fld>
            <a:r>
              <a:rPr lang="fr-BE" sz="800">
                <a:solidFill>
                  <a:schemeClr val="accent5">
                    <a:lumMod val="60000"/>
                    <a:lumOff val="40000"/>
                  </a:schemeClr>
                </a:solidFill>
                <a:latin typeface="Open Sans" charset="0"/>
                <a:ea typeface="Open Sans" charset="0"/>
                <a:cs typeface="Open Sans" charset="0"/>
                <a:sym typeface="Frutiger Next Pro Light" charset="0"/>
              </a:rPr>
              <a:t>  |  Copyright © 2020 Deloitte Development LLC. All rights reserved.</a:t>
            </a:r>
          </a:p>
        </p:txBody>
      </p:sp>
    </p:spTree>
    <p:extLst>
      <p:ext uri="{BB962C8B-B14F-4D97-AF65-F5344CB8AC3E}">
        <p14:creationId xmlns:p14="http://schemas.microsoft.com/office/powerpoint/2010/main" val="332383985"/>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Lst>
  <p:txStyles>
    <p:titleStyle>
      <a:lvl1pPr algn="l" defTabSz="914400" rtl="0" eaLnBrk="1" latinLnBrk="0" hangingPunct="1">
        <a:lnSpc>
          <a:spcPct val="80000"/>
        </a:lnSpc>
        <a:spcBef>
          <a:spcPct val="0"/>
        </a:spcBef>
        <a:buNone/>
        <a:defRPr sz="4800" b="0" i="0" kern="1200" cap="none" spc="-100" baseline="0">
          <a:solidFill>
            <a:schemeClr val="tx1"/>
          </a:solidFill>
          <a:latin typeface="+mj-lt"/>
          <a:ea typeface="Bebas Neue" charset="0"/>
          <a:cs typeface="Chronicle Display Black"/>
        </a:defRPr>
      </a:lvl1pPr>
    </p:titleStyle>
    <p:bodyStyle>
      <a:lvl1pPr marL="228600" indent="-228600" algn="l" defTabSz="914400" rtl="0" eaLnBrk="1" latinLnBrk="0" hangingPunct="1">
        <a:lnSpc>
          <a:spcPct val="100000"/>
        </a:lnSpc>
        <a:spcBef>
          <a:spcPts val="1000"/>
        </a:spcBef>
        <a:buClr>
          <a:schemeClr val="accent5"/>
        </a:buClr>
        <a:buSzPct val="75000"/>
        <a:buFont typeface="Arial" panose="020B0604020202020204" pitchFamily="34" charset="0"/>
        <a:buChar char="•"/>
        <a:defRPr sz="2000" kern="1200" spc="-30">
          <a:solidFill>
            <a:schemeClr val="tx1"/>
          </a:solidFill>
          <a:latin typeface="+mn-lt"/>
          <a:ea typeface="Open Sans" charset="0"/>
          <a:cs typeface="Open Sans" charset="0"/>
        </a:defRPr>
      </a:lvl1pPr>
      <a:lvl2pPr marL="6858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800" kern="1200" spc="-30">
          <a:solidFill>
            <a:schemeClr val="tx1"/>
          </a:solidFill>
          <a:latin typeface="+mn-lt"/>
          <a:ea typeface="Open Sans" charset="0"/>
          <a:cs typeface="Open Sans" charset="0"/>
        </a:defRPr>
      </a:lvl2pPr>
      <a:lvl3pPr marL="11430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600" kern="1200" spc="-30">
          <a:solidFill>
            <a:schemeClr val="tx1"/>
          </a:solidFill>
          <a:latin typeface="+mn-lt"/>
          <a:ea typeface="Open Sans" charset="0"/>
          <a:cs typeface="Open Sans" charset="0"/>
        </a:defRPr>
      </a:lvl3pPr>
      <a:lvl4pPr marL="16002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400" kern="1200" spc="-30">
          <a:solidFill>
            <a:schemeClr val="tx1"/>
          </a:solidFill>
          <a:latin typeface="+mn-lt"/>
          <a:ea typeface="Open Sans" charset="0"/>
          <a:cs typeface="Open Sans" charset="0"/>
        </a:defRPr>
      </a:lvl4pPr>
      <a:lvl5pPr marL="20574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400" kern="1200" spc="-30">
          <a:solidFill>
            <a:schemeClr val="tx1"/>
          </a:solidFill>
          <a:latin typeface="+mn-lt"/>
          <a:ea typeface="Open Sans" charset="0"/>
          <a:cs typeface="Open Sans"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576">
          <p15:clr>
            <a:srgbClr val="F26B43"/>
          </p15:clr>
        </p15:guide>
        <p15:guide id="4" pos="7104">
          <p15:clr>
            <a:srgbClr val="F26B43"/>
          </p15:clr>
        </p15:guide>
        <p15:guide id="5" pos="2976">
          <p15:clr>
            <a:srgbClr val="F26B43"/>
          </p15:clr>
        </p15:guide>
        <p15:guide id="6" orient="horz" pos="1152">
          <p15:clr>
            <a:srgbClr val="F26B43"/>
          </p15:clr>
        </p15:guide>
        <p15:guide id="7" pos="268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22.xml"/></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16.xml"/><Relationship Id="rId4" Type="http://schemas.openxmlformats.org/officeDocument/2006/relationships/hyperlink" Target="https://docs.immoweb.be/fr"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e 4">
            <a:extLst>
              <a:ext uri="{FF2B5EF4-FFF2-40B4-BE49-F238E27FC236}">
                <a16:creationId xmlns:a16="http://schemas.microsoft.com/office/drawing/2014/main" id="{556CEB14-0E59-4F28-B8C5-DF1D854E7751}"/>
              </a:ext>
            </a:extLst>
          </p:cNvPr>
          <p:cNvGrpSpPr/>
          <p:nvPr/>
        </p:nvGrpSpPr>
        <p:grpSpPr>
          <a:xfrm>
            <a:off x="4684042" y="1902646"/>
            <a:ext cx="3348000" cy="2063563"/>
            <a:chOff x="4684042" y="1902646"/>
            <a:chExt cx="3348000" cy="2063563"/>
          </a:xfrm>
        </p:grpSpPr>
        <p:grpSp>
          <p:nvGrpSpPr>
            <p:cNvPr id="50" name="Group 49"/>
            <p:cNvGrpSpPr>
              <a:grpSpLocks noChangeAspect="1"/>
            </p:cNvGrpSpPr>
            <p:nvPr/>
          </p:nvGrpSpPr>
          <p:grpSpPr>
            <a:xfrm>
              <a:off x="4791269" y="1902646"/>
              <a:ext cx="406398" cy="601337"/>
              <a:chOff x="9518651" y="2620010"/>
              <a:chExt cx="195263" cy="288925"/>
            </a:xfrm>
            <a:solidFill>
              <a:schemeClr val="accent2"/>
            </a:solidFill>
          </p:grpSpPr>
          <p:sp>
            <p:nvSpPr>
              <p:cNvPr id="52" name="Freeform 168"/>
              <p:cNvSpPr>
                <a:spLocks/>
              </p:cNvSpPr>
              <p:nvPr/>
            </p:nvSpPr>
            <p:spPr bwMode="auto">
              <a:xfrm>
                <a:off x="9577388" y="2707323"/>
                <a:ext cx="77788" cy="92075"/>
              </a:xfrm>
              <a:custGeom>
                <a:avLst/>
                <a:gdLst>
                  <a:gd name="T0" fmla="*/ 48 w 98"/>
                  <a:gd name="T1" fmla="*/ 0 h 115"/>
                  <a:gd name="T2" fmla="*/ 48 w 98"/>
                  <a:gd name="T3" fmla="*/ 0 h 115"/>
                  <a:gd name="T4" fmla="*/ 39 w 98"/>
                  <a:gd name="T5" fmla="*/ 1 h 115"/>
                  <a:gd name="T6" fmla="*/ 29 w 98"/>
                  <a:gd name="T7" fmla="*/ 4 h 115"/>
                  <a:gd name="T8" fmla="*/ 21 w 98"/>
                  <a:gd name="T9" fmla="*/ 8 h 115"/>
                  <a:gd name="T10" fmla="*/ 13 w 98"/>
                  <a:gd name="T11" fmla="*/ 14 h 115"/>
                  <a:gd name="T12" fmla="*/ 8 w 98"/>
                  <a:gd name="T13" fmla="*/ 21 h 115"/>
                  <a:gd name="T14" fmla="*/ 2 w 98"/>
                  <a:gd name="T15" fmla="*/ 29 h 115"/>
                  <a:gd name="T16" fmla="*/ 0 w 98"/>
                  <a:gd name="T17" fmla="*/ 39 h 115"/>
                  <a:gd name="T18" fmla="*/ 0 w 98"/>
                  <a:gd name="T19" fmla="*/ 49 h 115"/>
                  <a:gd name="T20" fmla="*/ 0 w 98"/>
                  <a:gd name="T21" fmla="*/ 66 h 115"/>
                  <a:gd name="T22" fmla="*/ 0 w 98"/>
                  <a:gd name="T23" fmla="*/ 66 h 115"/>
                  <a:gd name="T24" fmla="*/ 0 w 98"/>
                  <a:gd name="T25" fmla="*/ 75 h 115"/>
                  <a:gd name="T26" fmla="*/ 2 w 98"/>
                  <a:gd name="T27" fmla="*/ 84 h 115"/>
                  <a:gd name="T28" fmla="*/ 8 w 98"/>
                  <a:gd name="T29" fmla="*/ 92 h 115"/>
                  <a:gd name="T30" fmla="*/ 13 w 98"/>
                  <a:gd name="T31" fmla="*/ 100 h 115"/>
                  <a:gd name="T32" fmla="*/ 21 w 98"/>
                  <a:gd name="T33" fmla="*/ 106 h 115"/>
                  <a:gd name="T34" fmla="*/ 29 w 98"/>
                  <a:gd name="T35" fmla="*/ 111 h 115"/>
                  <a:gd name="T36" fmla="*/ 39 w 98"/>
                  <a:gd name="T37" fmla="*/ 114 h 115"/>
                  <a:gd name="T38" fmla="*/ 48 w 98"/>
                  <a:gd name="T39" fmla="*/ 115 h 115"/>
                  <a:gd name="T40" fmla="*/ 48 w 98"/>
                  <a:gd name="T41" fmla="*/ 115 h 115"/>
                  <a:gd name="T42" fmla="*/ 59 w 98"/>
                  <a:gd name="T43" fmla="*/ 114 h 115"/>
                  <a:gd name="T44" fmla="*/ 68 w 98"/>
                  <a:gd name="T45" fmla="*/ 111 h 115"/>
                  <a:gd name="T46" fmla="*/ 76 w 98"/>
                  <a:gd name="T47" fmla="*/ 106 h 115"/>
                  <a:gd name="T48" fmla="*/ 83 w 98"/>
                  <a:gd name="T49" fmla="*/ 100 h 115"/>
                  <a:gd name="T50" fmla="*/ 90 w 98"/>
                  <a:gd name="T51" fmla="*/ 92 h 115"/>
                  <a:gd name="T52" fmla="*/ 94 w 98"/>
                  <a:gd name="T53" fmla="*/ 84 h 115"/>
                  <a:gd name="T54" fmla="*/ 97 w 98"/>
                  <a:gd name="T55" fmla="*/ 75 h 115"/>
                  <a:gd name="T56" fmla="*/ 98 w 98"/>
                  <a:gd name="T57" fmla="*/ 66 h 115"/>
                  <a:gd name="T58" fmla="*/ 98 w 98"/>
                  <a:gd name="T59" fmla="*/ 49 h 115"/>
                  <a:gd name="T60" fmla="*/ 98 w 98"/>
                  <a:gd name="T61" fmla="*/ 49 h 115"/>
                  <a:gd name="T62" fmla="*/ 97 w 98"/>
                  <a:gd name="T63" fmla="*/ 39 h 115"/>
                  <a:gd name="T64" fmla="*/ 94 w 98"/>
                  <a:gd name="T65" fmla="*/ 29 h 115"/>
                  <a:gd name="T66" fmla="*/ 90 w 98"/>
                  <a:gd name="T67" fmla="*/ 21 h 115"/>
                  <a:gd name="T68" fmla="*/ 83 w 98"/>
                  <a:gd name="T69" fmla="*/ 14 h 115"/>
                  <a:gd name="T70" fmla="*/ 76 w 98"/>
                  <a:gd name="T71" fmla="*/ 8 h 115"/>
                  <a:gd name="T72" fmla="*/ 68 w 98"/>
                  <a:gd name="T73" fmla="*/ 4 h 115"/>
                  <a:gd name="T74" fmla="*/ 59 w 98"/>
                  <a:gd name="T75" fmla="*/ 1 h 115"/>
                  <a:gd name="T76" fmla="*/ 48 w 98"/>
                  <a:gd name="T77" fmla="*/ 0 h 115"/>
                  <a:gd name="T78" fmla="*/ 48 w 98"/>
                  <a:gd name="T79" fmla="*/ 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98" h="115">
                    <a:moveTo>
                      <a:pt x="48" y="0"/>
                    </a:moveTo>
                    <a:lnTo>
                      <a:pt x="48" y="0"/>
                    </a:lnTo>
                    <a:lnTo>
                      <a:pt x="39" y="1"/>
                    </a:lnTo>
                    <a:lnTo>
                      <a:pt x="29" y="4"/>
                    </a:lnTo>
                    <a:lnTo>
                      <a:pt x="21" y="8"/>
                    </a:lnTo>
                    <a:lnTo>
                      <a:pt x="13" y="14"/>
                    </a:lnTo>
                    <a:lnTo>
                      <a:pt x="8" y="21"/>
                    </a:lnTo>
                    <a:lnTo>
                      <a:pt x="2" y="29"/>
                    </a:lnTo>
                    <a:lnTo>
                      <a:pt x="0" y="39"/>
                    </a:lnTo>
                    <a:lnTo>
                      <a:pt x="0" y="49"/>
                    </a:lnTo>
                    <a:lnTo>
                      <a:pt x="0" y="66"/>
                    </a:lnTo>
                    <a:lnTo>
                      <a:pt x="0" y="66"/>
                    </a:lnTo>
                    <a:lnTo>
                      <a:pt x="0" y="75"/>
                    </a:lnTo>
                    <a:lnTo>
                      <a:pt x="2" y="84"/>
                    </a:lnTo>
                    <a:lnTo>
                      <a:pt x="8" y="92"/>
                    </a:lnTo>
                    <a:lnTo>
                      <a:pt x="13" y="100"/>
                    </a:lnTo>
                    <a:lnTo>
                      <a:pt x="21" y="106"/>
                    </a:lnTo>
                    <a:lnTo>
                      <a:pt x="29" y="111"/>
                    </a:lnTo>
                    <a:lnTo>
                      <a:pt x="39" y="114"/>
                    </a:lnTo>
                    <a:lnTo>
                      <a:pt x="48" y="115"/>
                    </a:lnTo>
                    <a:lnTo>
                      <a:pt x="48" y="115"/>
                    </a:lnTo>
                    <a:lnTo>
                      <a:pt x="59" y="114"/>
                    </a:lnTo>
                    <a:lnTo>
                      <a:pt x="68" y="111"/>
                    </a:lnTo>
                    <a:lnTo>
                      <a:pt x="76" y="106"/>
                    </a:lnTo>
                    <a:lnTo>
                      <a:pt x="83" y="100"/>
                    </a:lnTo>
                    <a:lnTo>
                      <a:pt x="90" y="92"/>
                    </a:lnTo>
                    <a:lnTo>
                      <a:pt x="94" y="84"/>
                    </a:lnTo>
                    <a:lnTo>
                      <a:pt x="97" y="75"/>
                    </a:lnTo>
                    <a:lnTo>
                      <a:pt x="98" y="66"/>
                    </a:lnTo>
                    <a:lnTo>
                      <a:pt x="98" y="49"/>
                    </a:lnTo>
                    <a:lnTo>
                      <a:pt x="98" y="49"/>
                    </a:lnTo>
                    <a:lnTo>
                      <a:pt x="97" y="39"/>
                    </a:lnTo>
                    <a:lnTo>
                      <a:pt x="94" y="29"/>
                    </a:lnTo>
                    <a:lnTo>
                      <a:pt x="90" y="21"/>
                    </a:lnTo>
                    <a:lnTo>
                      <a:pt x="83" y="14"/>
                    </a:lnTo>
                    <a:lnTo>
                      <a:pt x="76" y="8"/>
                    </a:lnTo>
                    <a:lnTo>
                      <a:pt x="68" y="4"/>
                    </a:lnTo>
                    <a:lnTo>
                      <a:pt x="59" y="1"/>
                    </a:lnTo>
                    <a:lnTo>
                      <a:pt x="48" y="0"/>
                    </a:lnTo>
                    <a:lnTo>
                      <a:pt x="48" y="0"/>
                    </a:lnTo>
                    <a:close/>
                  </a:path>
                </a:pathLst>
              </a:custGeom>
              <a:solidFill>
                <a:schemeClr val="accent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sz="1800" b="0" i="0" u="none" strike="noStrike" kern="1200" cap="none" spc="0" normalizeH="0" baseline="0" noProof="0">
                  <a:ln>
                    <a:noFill/>
                  </a:ln>
                  <a:solidFill>
                    <a:srgbClr val="0900B6"/>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53" name="Freeform 169"/>
              <p:cNvSpPr>
                <a:spLocks noEditPoints="1"/>
              </p:cNvSpPr>
              <p:nvPr/>
            </p:nvSpPr>
            <p:spPr bwMode="auto">
              <a:xfrm>
                <a:off x="9518651" y="2620010"/>
                <a:ext cx="195263" cy="288925"/>
              </a:xfrm>
              <a:custGeom>
                <a:avLst/>
                <a:gdLst>
                  <a:gd name="T0" fmla="*/ 29 w 246"/>
                  <a:gd name="T1" fmla="*/ 0 h 363"/>
                  <a:gd name="T2" fmla="*/ 23 w 246"/>
                  <a:gd name="T3" fmla="*/ 0 h 363"/>
                  <a:gd name="T4" fmla="*/ 12 w 246"/>
                  <a:gd name="T5" fmla="*/ 4 h 363"/>
                  <a:gd name="T6" fmla="*/ 5 w 246"/>
                  <a:gd name="T7" fmla="*/ 12 h 363"/>
                  <a:gd name="T8" fmla="*/ 0 w 246"/>
                  <a:gd name="T9" fmla="*/ 23 h 363"/>
                  <a:gd name="T10" fmla="*/ 0 w 246"/>
                  <a:gd name="T11" fmla="*/ 333 h 363"/>
                  <a:gd name="T12" fmla="*/ 0 w 246"/>
                  <a:gd name="T13" fmla="*/ 338 h 363"/>
                  <a:gd name="T14" fmla="*/ 5 w 246"/>
                  <a:gd name="T15" fmla="*/ 349 h 363"/>
                  <a:gd name="T16" fmla="*/ 12 w 246"/>
                  <a:gd name="T17" fmla="*/ 357 h 363"/>
                  <a:gd name="T18" fmla="*/ 23 w 246"/>
                  <a:gd name="T19" fmla="*/ 361 h 363"/>
                  <a:gd name="T20" fmla="*/ 216 w 246"/>
                  <a:gd name="T21" fmla="*/ 363 h 363"/>
                  <a:gd name="T22" fmla="*/ 222 w 246"/>
                  <a:gd name="T23" fmla="*/ 361 h 363"/>
                  <a:gd name="T24" fmla="*/ 232 w 246"/>
                  <a:gd name="T25" fmla="*/ 357 h 363"/>
                  <a:gd name="T26" fmla="*/ 240 w 246"/>
                  <a:gd name="T27" fmla="*/ 349 h 363"/>
                  <a:gd name="T28" fmla="*/ 244 w 246"/>
                  <a:gd name="T29" fmla="*/ 338 h 363"/>
                  <a:gd name="T30" fmla="*/ 246 w 246"/>
                  <a:gd name="T31" fmla="*/ 28 h 363"/>
                  <a:gd name="T32" fmla="*/ 244 w 246"/>
                  <a:gd name="T33" fmla="*/ 23 h 363"/>
                  <a:gd name="T34" fmla="*/ 240 w 246"/>
                  <a:gd name="T35" fmla="*/ 12 h 363"/>
                  <a:gd name="T36" fmla="*/ 232 w 246"/>
                  <a:gd name="T37" fmla="*/ 4 h 363"/>
                  <a:gd name="T38" fmla="*/ 222 w 246"/>
                  <a:gd name="T39" fmla="*/ 0 h 363"/>
                  <a:gd name="T40" fmla="*/ 216 w 246"/>
                  <a:gd name="T41" fmla="*/ 0 h 363"/>
                  <a:gd name="T42" fmla="*/ 122 w 246"/>
                  <a:gd name="T43" fmla="*/ 351 h 363"/>
                  <a:gd name="T44" fmla="*/ 110 w 246"/>
                  <a:gd name="T45" fmla="*/ 345 h 363"/>
                  <a:gd name="T46" fmla="*/ 105 w 246"/>
                  <a:gd name="T47" fmla="*/ 333 h 363"/>
                  <a:gd name="T48" fmla="*/ 106 w 246"/>
                  <a:gd name="T49" fmla="*/ 326 h 363"/>
                  <a:gd name="T50" fmla="*/ 115 w 246"/>
                  <a:gd name="T51" fmla="*/ 317 h 363"/>
                  <a:gd name="T52" fmla="*/ 122 w 246"/>
                  <a:gd name="T53" fmla="*/ 316 h 363"/>
                  <a:gd name="T54" fmla="*/ 136 w 246"/>
                  <a:gd name="T55" fmla="*/ 321 h 363"/>
                  <a:gd name="T56" fmla="*/ 140 w 246"/>
                  <a:gd name="T57" fmla="*/ 333 h 363"/>
                  <a:gd name="T58" fmla="*/ 138 w 246"/>
                  <a:gd name="T59" fmla="*/ 340 h 363"/>
                  <a:gd name="T60" fmla="*/ 129 w 246"/>
                  <a:gd name="T61" fmla="*/ 349 h 363"/>
                  <a:gd name="T62" fmla="*/ 122 w 246"/>
                  <a:gd name="T63" fmla="*/ 351 h 363"/>
                  <a:gd name="T64" fmla="*/ 224 w 246"/>
                  <a:gd name="T65" fmla="*/ 287 h 363"/>
                  <a:gd name="T66" fmla="*/ 222 w 246"/>
                  <a:gd name="T67" fmla="*/ 291 h 363"/>
                  <a:gd name="T68" fmla="*/ 218 w 246"/>
                  <a:gd name="T69" fmla="*/ 293 h 363"/>
                  <a:gd name="T70" fmla="*/ 214 w 246"/>
                  <a:gd name="T71" fmla="*/ 273 h 363"/>
                  <a:gd name="T72" fmla="*/ 212 w 246"/>
                  <a:gd name="T73" fmla="*/ 266 h 363"/>
                  <a:gd name="T74" fmla="*/ 205 w 246"/>
                  <a:gd name="T75" fmla="*/ 252 h 363"/>
                  <a:gd name="T76" fmla="*/ 168 w 246"/>
                  <a:gd name="T77" fmla="*/ 223 h 363"/>
                  <a:gd name="T78" fmla="*/ 158 w 246"/>
                  <a:gd name="T79" fmla="*/ 230 h 363"/>
                  <a:gd name="T80" fmla="*/ 136 w 246"/>
                  <a:gd name="T81" fmla="*/ 239 h 363"/>
                  <a:gd name="T82" fmla="*/ 122 w 246"/>
                  <a:gd name="T83" fmla="*/ 240 h 363"/>
                  <a:gd name="T84" fmla="*/ 98 w 246"/>
                  <a:gd name="T85" fmla="*/ 235 h 363"/>
                  <a:gd name="T86" fmla="*/ 78 w 246"/>
                  <a:gd name="T87" fmla="*/ 223 h 363"/>
                  <a:gd name="T88" fmla="*/ 46 w 246"/>
                  <a:gd name="T89" fmla="*/ 247 h 363"/>
                  <a:gd name="T90" fmla="*/ 36 w 246"/>
                  <a:gd name="T91" fmla="*/ 258 h 363"/>
                  <a:gd name="T92" fmla="*/ 32 w 246"/>
                  <a:gd name="T93" fmla="*/ 273 h 363"/>
                  <a:gd name="T94" fmla="*/ 27 w 246"/>
                  <a:gd name="T95" fmla="*/ 293 h 363"/>
                  <a:gd name="T96" fmla="*/ 25 w 246"/>
                  <a:gd name="T97" fmla="*/ 293 h 363"/>
                  <a:gd name="T98" fmla="*/ 21 w 246"/>
                  <a:gd name="T99" fmla="*/ 289 h 363"/>
                  <a:gd name="T100" fmla="*/ 21 w 246"/>
                  <a:gd name="T101" fmla="*/ 27 h 363"/>
                  <a:gd name="T102" fmla="*/ 21 w 246"/>
                  <a:gd name="T103" fmla="*/ 25 h 363"/>
                  <a:gd name="T104" fmla="*/ 25 w 246"/>
                  <a:gd name="T105" fmla="*/ 21 h 363"/>
                  <a:gd name="T106" fmla="*/ 218 w 246"/>
                  <a:gd name="T107" fmla="*/ 21 h 363"/>
                  <a:gd name="T108" fmla="*/ 220 w 246"/>
                  <a:gd name="T109" fmla="*/ 21 h 363"/>
                  <a:gd name="T110" fmla="*/ 223 w 246"/>
                  <a:gd name="T111" fmla="*/ 25 h 363"/>
                  <a:gd name="T112" fmla="*/ 224 w 246"/>
                  <a:gd name="T113" fmla="*/ 287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46" h="363">
                    <a:moveTo>
                      <a:pt x="216" y="0"/>
                    </a:moveTo>
                    <a:lnTo>
                      <a:pt x="29" y="0"/>
                    </a:lnTo>
                    <a:lnTo>
                      <a:pt x="29" y="0"/>
                    </a:lnTo>
                    <a:lnTo>
                      <a:pt x="23" y="0"/>
                    </a:lnTo>
                    <a:lnTo>
                      <a:pt x="17" y="1"/>
                    </a:lnTo>
                    <a:lnTo>
                      <a:pt x="12" y="4"/>
                    </a:lnTo>
                    <a:lnTo>
                      <a:pt x="8" y="8"/>
                    </a:lnTo>
                    <a:lnTo>
                      <a:pt x="5" y="12"/>
                    </a:lnTo>
                    <a:lnTo>
                      <a:pt x="3" y="17"/>
                    </a:lnTo>
                    <a:lnTo>
                      <a:pt x="0" y="23"/>
                    </a:lnTo>
                    <a:lnTo>
                      <a:pt x="0" y="28"/>
                    </a:lnTo>
                    <a:lnTo>
                      <a:pt x="0" y="333"/>
                    </a:lnTo>
                    <a:lnTo>
                      <a:pt x="0" y="333"/>
                    </a:lnTo>
                    <a:lnTo>
                      <a:pt x="0" y="338"/>
                    </a:lnTo>
                    <a:lnTo>
                      <a:pt x="3" y="344"/>
                    </a:lnTo>
                    <a:lnTo>
                      <a:pt x="5" y="349"/>
                    </a:lnTo>
                    <a:lnTo>
                      <a:pt x="8" y="353"/>
                    </a:lnTo>
                    <a:lnTo>
                      <a:pt x="12" y="357"/>
                    </a:lnTo>
                    <a:lnTo>
                      <a:pt x="17" y="360"/>
                    </a:lnTo>
                    <a:lnTo>
                      <a:pt x="23" y="361"/>
                    </a:lnTo>
                    <a:lnTo>
                      <a:pt x="29" y="363"/>
                    </a:lnTo>
                    <a:lnTo>
                      <a:pt x="216" y="363"/>
                    </a:lnTo>
                    <a:lnTo>
                      <a:pt x="216" y="363"/>
                    </a:lnTo>
                    <a:lnTo>
                      <a:pt x="222" y="361"/>
                    </a:lnTo>
                    <a:lnTo>
                      <a:pt x="227" y="360"/>
                    </a:lnTo>
                    <a:lnTo>
                      <a:pt x="232" y="357"/>
                    </a:lnTo>
                    <a:lnTo>
                      <a:pt x="236" y="353"/>
                    </a:lnTo>
                    <a:lnTo>
                      <a:pt x="240" y="349"/>
                    </a:lnTo>
                    <a:lnTo>
                      <a:pt x="243" y="344"/>
                    </a:lnTo>
                    <a:lnTo>
                      <a:pt x="244" y="338"/>
                    </a:lnTo>
                    <a:lnTo>
                      <a:pt x="246" y="333"/>
                    </a:lnTo>
                    <a:lnTo>
                      <a:pt x="246" y="28"/>
                    </a:lnTo>
                    <a:lnTo>
                      <a:pt x="246" y="28"/>
                    </a:lnTo>
                    <a:lnTo>
                      <a:pt x="244" y="23"/>
                    </a:lnTo>
                    <a:lnTo>
                      <a:pt x="243" y="17"/>
                    </a:lnTo>
                    <a:lnTo>
                      <a:pt x="240" y="12"/>
                    </a:lnTo>
                    <a:lnTo>
                      <a:pt x="236" y="8"/>
                    </a:lnTo>
                    <a:lnTo>
                      <a:pt x="232" y="4"/>
                    </a:lnTo>
                    <a:lnTo>
                      <a:pt x="227" y="1"/>
                    </a:lnTo>
                    <a:lnTo>
                      <a:pt x="222" y="0"/>
                    </a:lnTo>
                    <a:lnTo>
                      <a:pt x="216" y="0"/>
                    </a:lnTo>
                    <a:lnTo>
                      <a:pt x="216" y="0"/>
                    </a:lnTo>
                    <a:close/>
                    <a:moveTo>
                      <a:pt x="122" y="351"/>
                    </a:moveTo>
                    <a:lnTo>
                      <a:pt x="122" y="351"/>
                    </a:lnTo>
                    <a:lnTo>
                      <a:pt x="115" y="349"/>
                    </a:lnTo>
                    <a:lnTo>
                      <a:pt x="110" y="345"/>
                    </a:lnTo>
                    <a:lnTo>
                      <a:pt x="106" y="340"/>
                    </a:lnTo>
                    <a:lnTo>
                      <a:pt x="105" y="333"/>
                    </a:lnTo>
                    <a:lnTo>
                      <a:pt x="105" y="333"/>
                    </a:lnTo>
                    <a:lnTo>
                      <a:pt x="106" y="326"/>
                    </a:lnTo>
                    <a:lnTo>
                      <a:pt x="110" y="321"/>
                    </a:lnTo>
                    <a:lnTo>
                      <a:pt x="115" y="317"/>
                    </a:lnTo>
                    <a:lnTo>
                      <a:pt x="122" y="316"/>
                    </a:lnTo>
                    <a:lnTo>
                      <a:pt x="122" y="316"/>
                    </a:lnTo>
                    <a:lnTo>
                      <a:pt x="129" y="317"/>
                    </a:lnTo>
                    <a:lnTo>
                      <a:pt x="136" y="321"/>
                    </a:lnTo>
                    <a:lnTo>
                      <a:pt x="138" y="326"/>
                    </a:lnTo>
                    <a:lnTo>
                      <a:pt x="140" y="333"/>
                    </a:lnTo>
                    <a:lnTo>
                      <a:pt x="140" y="333"/>
                    </a:lnTo>
                    <a:lnTo>
                      <a:pt x="138" y="340"/>
                    </a:lnTo>
                    <a:lnTo>
                      <a:pt x="136" y="345"/>
                    </a:lnTo>
                    <a:lnTo>
                      <a:pt x="129" y="349"/>
                    </a:lnTo>
                    <a:lnTo>
                      <a:pt x="122" y="351"/>
                    </a:lnTo>
                    <a:lnTo>
                      <a:pt x="122" y="351"/>
                    </a:lnTo>
                    <a:close/>
                    <a:moveTo>
                      <a:pt x="224" y="287"/>
                    </a:moveTo>
                    <a:lnTo>
                      <a:pt x="224" y="287"/>
                    </a:lnTo>
                    <a:lnTo>
                      <a:pt x="223" y="289"/>
                    </a:lnTo>
                    <a:lnTo>
                      <a:pt x="222" y="291"/>
                    </a:lnTo>
                    <a:lnTo>
                      <a:pt x="220" y="293"/>
                    </a:lnTo>
                    <a:lnTo>
                      <a:pt x="218" y="293"/>
                    </a:lnTo>
                    <a:lnTo>
                      <a:pt x="214" y="293"/>
                    </a:lnTo>
                    <a:lnTo>
                      <a:pt x="214" y="273"/>
                    </a:lnTo>
                    <a:lnTo>
                      <a:pt x="214" y="273"/>
                    </a:lnTo>
                    <a:lnTo>
                      <a:pt x="212" y="266"/>
                    </a:lnTo>
                    <a:lnTo>
                      <a:pt x="210" y="258"/>
                    </a:lnTo>
                    <a:lnTo>
                      <a:pt x="205" y="252"/>
                    </a:lnTo>
                    <a:lnTo>
                      <a:pt x="200" y="247"/>
                    </a:lnTo>
                    <a:lnTo>
                      <a:pt x="168" y="223"/>
                    </a:lnTo>
                    <a:lnTo>
                      <a:pt x="168" y="223"/>
                    </a:lnTo>
                    <a:lnTo>
                      <a:pt x="158" y="230"/>
                    </a:lnTo>
                    <a:lnTo>
                      <a:pt x="148" y="235"/>
                    </a:lnTo>
                    <a:lnTo>
                      <a:pt x="136" y="239"/>
                    </a:lnTo>
                    <a:lnTo>
                      <a:pt x="122" y="240"/>
                    </a:lnTo>
                    <a:lnTo>
                      <a:pt x="122" y="240"/>
                    </a:lnTo>
                    <a:lnTo>
                      <a:pt x="110" y="239"/>
                    </a:lnTo>
                    <a:lnTo>
                      <a:pt x="98" y="235"/>
                    </a:lnTo>
                    <a:lnTo>
                      <a:pt x="87" y="230"/>
                    </a:lnTo>
                    <a:lnTo>
                      <a:pt x="78" y="223"/>
                    </a:lnTo>
                    <a:lnTo>
                      <a:pt x="46" y="247"/>
                    </a:lnTo>
                    <a:lnTo>
                      <a:pt x="46" y="247"/>
                    </a:lnTo>
                    <a:lnTo>
                      <a:pt x="40" y="252"/>
                    </a:lnTo>
                    <a:lnTo>
                      <a:pt x="36" y="258"/>
                    </a:lnTo>
                    <a:lnTo>
                      <a:pt x="33" y="266"/>
                    </a:lnTo>
                    <a:lnTo>
                      <a:pt x="32" y="273"/>
                    </a:lnTo>
                    <a:lnTo>
                      <a:pt x="32" y="293"/>
                    </a:lnTo>
                    <a:lnTo>
                      <a:pt x="27" y="293"/>
                    </a:lnTo>
                    <a:lnTo>
                      <a:pt x="27" y="293"/>
                    </a:lnTo>
                    <a:lnTo>
                      <a:pt x="25" y="293"/>
                    </a:lnTo>
                    <a:lnTo>
                      <a:pt x="23" y="291"/>
                    </a:lnTo>
                    <a:lnTo>
                      <a:pt x="21" y="289"/>
                    </a:lnTo>
                    <a:lnTo>
                      <a:pt x="21" y="287"/>
                    </a:lnTo>
                    <a:lnTo>
                      <a:pt x="21" y="27"/>
                    </a:lnTo>
                    <a:lnTo>
                      <a:pt x="21" y="27"/>
                    </a:lnTo>
                    <a:lnTo>
                      <a:pt x="21" y="25"/>
                    </a:lnTo>
                    <a:lnTo>
                      <a:pt x="23" y="23"/>
                    </a:lnTo>
                    <a:lnTo>
                      <a:pt x="25" y="21"/>
                    </a:lnTo>
                    <a:lnTo>
                      <a:pt x="27" y="21"/>
                    </a:lnTo>
                    <a:lnTo>
                      <a:pt x="218" y="21"/>
                    </a:lnTo>
                    <a:lnTo>
                      <a:pt x="218" y="21"/>
                    </a:lnTo>
                    <a:lnTo>
                      <a:pt x="220" y="21"/>
                    </a:lnTo>
                    <a:lnTo>
                      <a:pt x="222" y="23"/>
                    </a:lnTo>
                    <a:lnTo>
                      <a:pt x="223" y="25"/>
                    </a:lnTo>
                    <a:lnTo>
                      <a:pt x="224" y="27"/>
                    </a:lnTo>
                    <a:lnTo>
                      <a:pt x="224" y="287"/>
                    </a:lnTo>
                    <a:close/>
                  </a:path>
                </a:pathLst>
              </a:custGeom>
              <a:solidFill>
                <a:schemeClr val="accent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sz="1800" b="0" i="0" u="none" strike="noStrike" kern="1200" cap="none" spc="0" normalizeH="0" baseline="0" noProof="0">
                  <a:ln>
                    <a:noFill/>
                  </a:ln>
                  <a:solidFill>
                    <a:srgbClr val="0900B6"/>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grpSp>
        <p:grpSp>
          <p:nvGrpSpPr>
            <p:cNvPr id="20" name="Group 19"/>
            <p:cNvGrpSpPr/>
            <p:nvPr/>
          </p:nvGrpSpPr>
          <p:grpSpPr>
            <a:xfrm>
              <a:off x="4684042" y="2207529"/>
              <a:ext cx="3348000" cy="1758680"/>
              <a:chOff x="5441588" y="2767904"/>
              <a:chExt cx="3348000" cy="1758680"/>
            </a:xfrm>
          </p:grpSpPr>
          <p:sp>
            <p:nvSpPr>
              <p:cNvPr id="27" name="TextBox 26"/>
              <p:cNvSpPr txBox="1"/>
              <p:nvPr/>
            </p:nvSpPr>
            <p:spPr>
              <a:xfrm>
                <a:off x="5700920" y="2767904"/>
                <a:ext cx="514885"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BE" sz="1600" b="1" i="0" u="none" strike="noStrike" kern="1200" cap="none" spc="0" normalizeH="0" baseline="0" noProof="0">
                    <a:ln>
                      <a:noFill/>
                    </a:ln>
                    <a:solidFill>
                      <a:srgbClr val="808080">
                        <a:lumMod val="50000"/>
                      </a:srgbClr>
                    </a:solidFill>
                    <a:effectLst/>
                    <a:uLnTx/>
                    <a:uFillTx/>
                    <a:latin typeface="Open Sans" panose="020B0606030504020204" pitchFamily="34" charset="0"/>
                    <a:ea typeface="Open Sans" panose="020B0606030504020204" pitchFamily="34" charset="0"/>
                    <a:cs typeface="Open Sans" panose="020B0606030504020204" pitchFamily="34" charset="0"/>
                  </a:rPr>
                  <a:t>Bio</a:t>
                </a:r>
              </a:p>
            </p:txBody>
          </p:sp>
          <p:sp>
            <p:nvSpPr>
              <p:cNvPr id="28" name="TextBox 27"/>
              <p:cNvSpPr txBox="1"/>
              <p:nvPr/>
            </p:nvSpPr>
            <p:spPr>
              <a:xfrm>
                <a:off x="5441588" y="3141589"/>
                <a:ext cx="3348000" cy="1384995"/>
              </a:xfrm>
              <a:prstGeom prst="rect">
                <a:avLst/>
              </a:prstGeom>
              <a:noFill/>
            </p:spPr>
            <p:txBody>
              <a:bodyPr wrap="square" lIns="0" rIns="0" rtlCol="0">
                <a:spAutoFit/>
              </a:bodyPr>
              <a:lstStyle/>
              <a:p>
                <a:pPr lvl="0" algn="just">
                  <a:defRPr/>
                </a:pPr>
                <a:r>
                  <a:rPr kumimoji="0" lang="fr-BE" sz="1200" b="0" i="0" u="none" strike="noStrike" kern="1200" cap="none" spc="0" normalizeH="0" baseline="0" noProof="0" dirty="0">
                    <a:ln>
                      <a:noFill/>
                    </a:ln>
                    <a:solidFill>
                      <a:srgbClr val="FFFFFF">
                        <a:lumMod val="65000"/>
                      </a:srgbClr>
                    </a:solidFill>
                    <a:effectLst/>
                    <a:uLnTx/>
                    <a:uFillTx/>
                    <a:latin typeface="Open Sans" panose="020B0606030504020204" pitchFamily="34" charset="0"/>
                    <a:ea typeface="Open Sans" panose="020B0606030504020204" pitchFamily="34" charset="0"/>
                    <a:cs typeface="Open Sans" panose="020B0606030504020204" pitchFamily="34" charset="0"/>
                  </a:rPr>
                  <a:t>Cindy travaille dans une start-up comme graphiste. Elle est propriétaire d’un appartement qu’elle aimerait </a:t>
                </a:r>
                <a:r>
                  <a:rPr lang="fr-BE" sz="1200" dirty="0">
                    <a:solidFill>
                      <a:srgbClr val="FFFFFF">
                        <a:lumMod val="65000"/>
                      </a:srgbClr>
                    </a:solidFill>
                    <a:latin typeface="Open Sans" panose="020B0606030504020204" pitchFamily="34" charset="0"/>
                    <a:ea typeface="Open Sans" panose="020B0606030504020204" pitchFamily="34" charset="0"/>
                    <a:cs typeface="Open Sans" panose="020B0606030504020204" pitchFamily="34" charset="0"/>
                  </a:rPr>
                  <a:t>louer puisqu’elle a récemment emménagé dans un autre appart avec son copain. Elle n’a aucune idée des procédures légales à suivre et aimerait rapidement trouver un locataire. </a:t>
                </a:r>
                <a:endParaRPr kumimoji="0" lang="fr-BE" sz="1200" b="0" i="0" u="none" strike="noStrike" kern="1200" cap="none" spc="0" normalizeH="0" baseline="0" noProof="0" dirty="0">
                  <a:ln>
                    <a:noFill/>
                  </a:ln>
                  <a:solidFill>
                    <a:srgbClr val="FFFFFF">
                      <a:lumMod val="65000"/>
                    </a:srgbClr>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grpSp>
      </p:grpSp>
      <p:sp>
        <p:nvSpPr>
          <p:cNvPr id="9" name="Rectangle 8"/>
          <p:cNvSpPr/>
          <p:nvPr/>
        </p:nvSpPr>
        <p:spPr>
          <a:xfrm>
            <a:off x="266700" y="5716677"/>
            <a:ext cx="3381375" cy="1044387"/>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fr-FR">
                <a:solidFill>
                  <a:srgbClr val="000000"/>
                </a:solidFill>
                <a:latin typeface="Chronicle Display Black" pitchFamily="50" charset="0"/>
              </a:rPr>
              <a:t>Je ne comprends pas à quelle prime j’ai droit… </a:t>
            </a:r>
            <a:endParaRPr kumimoji="0" lang="fr-BE" sz="1800" b="0" i="0" u="none" strike="noStrike" kern="1200" cap="none" spc="0" normalizeH="0" baseline="0" noProof="0">
              <a:ln>
                <a:noFill/>
              </a:ln>
              <a:solidFill>
                <a:srgbClr val="000000"/>
              </a:solidFill>
              <a:effectLst/>
              <a:uLnTx/>
              <a:uFillTx/>
              <a:latin typeface="Chronicle Display Black" pitchFamily="50" charset="0"/>
              <a:ea typeface="+mn-ea"/>
              <a:cs typeface="+mn-cs"/>
            </a:endParaRPr>
          </a:p>
        </p:txBody>
      </p:sp>
      <p:sp>
        <p:nvSpPr>
          <p:cNvPr id="41" name="TextBox 40"/>
          <p:cNvSpPr txBox="1"/>
          <p:nvPr/>
        </p:nvSpPr>
        <p:spPr>
          <a:xfrm>
            <a:off x="-85069" y="5191404"/>
            <a:ext cx="740908" cy="144655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BE" sz="8800" b="0" i="0" u="none" strike="noStrike" kern="1200" cap="none" spc="0" normalizeH="0" baseline="0" noProof="0">
                <a:ln>
                  <a:noFill/>
                </a:ln>
                <a:solidFill>
                  <a:srgbClr val="FFFFFF"/>
                </a:solidFill>
                <a:effectLst/>
                <a:uLnTx/>
                <a:uFillTx/>
                <a:latin typeface="Chronicle Display Black" pitchFamily="50" charset="0"/>
                <a:ea typeface="+mn-ea"/>
                <a:cs typeface="+mn-cs"/>
              </a:rPr>
              <a:t>“</a:t>
            </a:r>
            <a:endParaRPr kumimoji="0" lang="fr-BE" sz="1600" b="0" i="0" u="none" strike="noStrike" kern="1200" cap="none" spc="0" normalizeH="0" baseline="0" noProof="0">
              <a:ln>
                <a:noFill/>
              </a:ln>
              <a:solidFill>
                <a:srgbClr val="FFFFFF"/>
              </a:solidFill>
              <a:effectLst/>
              <a:uLnTx/>
              <a:uFillTx/>
              <a:latin typeface="Chronicle Display Black" pitchFamily="50" charset="0"/>
              <a:ea typeface="+mn-ea"/>
              <a:cs typeface="+mn-cs"/>
            </a:endParaRPr>
          </a:p>
        </p:txBody>
      </p:sp>
      <p:sp>
        <p:nvSpPr>
          <p:cNvPr id="10" name="TextBox 9"/>
          <p:cNvSpPr txBox="1"/>
          <p:nvPr/>
        </p:nvSpPr>
        <p:spPr>
          <a:xfrm>
            <a:off x="4467062" y="326136"/>
            <a:ext cx="3792953"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BE" sz="2800" b="0" i="0" u="none" strike="noStrike" kern="1200" cap="none" spc="0" normalizeH="0" baseline="0" noProof="0">
                <a:ln>
                  <a:noFill/>
                </a:ln>
                <a:solidFill>
                  <a:srgbClr val="808080">
                    <a:lumMod val="50000"/>
                  </a:srgbClr>
                </a:solidFill>
                <a:effectLst/>
                <a:uLnTx/>
                <a:uFillTx/>
                <a:latin typeface="Chronicle Display Black" pitchFamily="50" charset="0"/>
                <a:ea typeface="+mn-ea"/>
                <a:cs typeface="+mn-cs"/>
              </a:rPr>
              <a:t>Cindy Vandenbussche</a:t>
            </a:r>
          </a:p>
        </p:txBody>
      </p:sp>
      <p:cxnSp>
        <p:nvCxnSpPr>
          <p:cNvPr id="79" name="Straight Connector 47">
            <a:extLst>
              <a:ext uri="{FF2B5EF4-FFF2-40B4-BE49-F238E27FC236}">
                <a16:creationId xmlns:a16="http://schemas.microsoft.com/office/drawing/2014/main" id="{3159BC01-8C79-41B3-BEF1-D223971905A0}"/>
              </a:ext>
            </a:extLst>
          </p:cNvPr>
          <p:cNvCxnSpPr/>
          <p:nvPr/>
        </p:nvCxnSpPr>
        <p:spPr>
          <a:xfrm>
            <a:off x="4467063" y="1823825"/>
            <a:ext cx="7367306" cy="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81" name="TextBox 83">
            <a:extLst>
              <a:ext uri="{FF2B5EF4-FFF2-40B4-BE49-F238E27FC236}">
                <a16:creationId xmlns:a16="http://schemas.microsoft.com/office/drawing/2014/main" id="{0135C05A-9C56-4272-9B73-81A885084F7B}"/>
              </a:ext>
            </a:extLst>
          </p:cNvPr>
          <p:cNvSpPr txBox="1"/>
          <p:nvPr/>
        </p:nvSpPr>
        <p:spPr>
          <a:xfrm>
            <a:off x="4045069" y="938442"/>
            <a:ext cx="2128396" cy="738664"/>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r-BE" sz="1400" b="0" i="0" u="none" strike="noStrike" kern="1200" cap="none" spc="0" normalizeH="0" baseline="0" noProof="0" dirty="0">
                <a:ln>
                  <a:noFill/>
                </a:ln>
                <a:solidFill>
                  <a:srgbClr val="FFFFFF">
                    <a:lumMod val="65000"/>
                  </a:srgbClr>
                </a:solidFill>
                <a:effectLst/>
                <a:uLnTx/>
                <a:uFillTx/>
                <a:latin typeface="Open Sans" panose="020B0606030504020204" pitchFamily="34" charset="0"/>
                <a:ea typeface="Open Sans" panose="020B0606030504020204" pitchFamily="34" charset="0"/>
                <a:cs typeface="Open Sans" panose="020B0606030504020204" pitchFamily="34" charset="0"/>
              </a:rPr>
              <a:t>28 ans</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fr-BE" sz="1400" b="0" i="0" u="none" strike="noStrike" kern="1200" cap="none" spc="0" normalizeH="0" baseline="0" noProof="0" dirty="0">
                <a:ln>
                  <a:noFill/>
                </a:ln>
                <a:solidFill>
                  <a:srgbClr val="FFFFFF">
                    <a:lumMod val="65000"/>
                  </a:srgbClr>
                </a:solidFill>
                <a:effectLst/>
                <a:uLnTx/>
                <a:uFillTx/>
                <a:latin typeface="Open Sans" panose="020B0606030504020204" pitchFamily="34" charset="0"/>
                <a:ea typeface="Open Sans" panose="020B0606030504020204" pitchFamily="34" charset="0"/>
                <a:cs typeface="Open Sans" panose="020B0606030504020204" pitchFamily="34" charset="0"/>
              </a:rPr>
              <a:t>Bruxelles-Ville</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fr-BE" sz="1400" b="0" i="0" u="none" strike="noStrike" kern="1200" cap="none" spc="0" normalizeH="0" baseline="0" noProof="0" dirty="0">
                <a:ln>
                  <a:noFill/>
                </a:ln>
                <a:solidFill>
                  <a:srgbClr val="FFFFFF">
                    <a:lumMod val="65000"/>
                  </a:srgbClr>
                </a:solidFill>
                <a:effectLst/>
                <a:uLnTx/>
                <a:uFillTx/>
                <a:latin typeface="Open Sans" panose="020B0606030504020204" pitchFamily="34" charset="0"/>
                <a:ea typeface="Open Sans" panose="020B0606030504020204" pitchFamily="34" charset="0"/>
                <a:cs typeface="Open Sans" panose="020B0606030504020204" pitchFamily="34" charset="0"/>
              </a:rPr>
              <a:t>Propriétaire bailleur</a:t>
            </a:r>
          </a:p>
        </p:txBody>
      </p:sp>
      <p:cxnSp>
        <p:nvCxnSpPr>
          <p:cNvPr id="82" name="Straight Connector 84">
            <a:extLst>
              <a:ext uri="{FF2B5EF4-FFF2-40B4-BE49-F238E27FC236}">
                <a16:creationId xmlns:a16="http://schemas.microsoft.com/office/drawing/2014/main" id="{0A2DE969-7B97-492C-876A-58EE48D489B4}"/>
              </a:ext>
            </a:extLst>
          </p:cNvPr>
          <p:cNvCxnSpPr/>
          <p:nvPr/>
        </p:nvCxnSpPr>
        <p:spPr>
          <a:xfrm>
            <a:off x="6275085" y="979267"/>
            <a:ext cx="0" cy="697839"/>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87" name="TextBox 85">
            <a:extLst>
              <a:ext uri="{FF2B5EF4-FFF2-40B4-BE49-F238E27FC236}">
                <a16:creationId xmlns:a16="http://schemas.microsoft.com/office/drawing/2014/main" id="{493DAC69-BF8A-4A81-B6E5-4FF3E4251969}"/>
              </a:ext>
            </a:extLst>
          </p:cNvPr>
          <p:cNvSpPr txBox="1"/>
          <p:nvPr/>
        </p:nvSpPr>
        <p:spPr>
          <a:xfrm>
            <a:off x="6422741" y="938442"/>
            <a:ext cx="400713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BE" sz="1400" b="0" i="0" u="none" strike="noStrike" kern="1200" cap="none" spc="0" normalizeH="0" baseline="0" noProof="0">
                <a:ln>
                  <a:noFill/>
                </a:ln>
                <a:solidFill>
                  <a:srgbClr val="FFFFFF">
                    <a:lumMod val="65000"/>
                  </a:srgbClr>
                </a:solidFill>
                <a:effectLst/>
                <a:uLnTx/>
                <a:uFillTx/>
                <a:latin typeface="Open Sans" panose="020B0606030504020204" pitchFamily="34" charset="0"/>
                <a:ea typeface="Open Sans" panose="020B0606030504020204" pitchFamily="34" charset="0"/>
                <a:cs typeface="Open Sans" panose="020B0606030504020204" pitchFamily="34" charset="0"/>
              </a:rPr>
              <a:t>À la recherche d’un locataire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sz="1400" b="0" i="0" u="none" strike="noStrike" kern="1200" cap="none" spc="0" normalizeH="0" baseline="0" noProof="0">
              <a:ln>
                <a:noFill/>
              </a:ln>
              <a:solidFill>
                <a:srgbClr val="FFFFFF">
                  <a:lumMod val="65000"/>
                </a:srgbClr>
              </a:solidFill>
              <a:effectLst/>
              <a:uLnTx/>
              <a:uFillTx/>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BE" sz="1400" b="0" i="0" u="none" strike="noStrike" kern="1200" cap="none" spc="0" normalizeH="0" baseline="0" noProof="0">
                <a:ln>
                  <a:noFill/>
                </a:ln>
                <a:solidFill>
                  <a:srgbClr val="FFFFFF">
                    <a:lumMod val="65000"/>
                  </a:srgbClr>
                </a:solidFill>
                <a:effectLst/>
                <a:uLnTx/>
                <a:uFillTx/>
                <a:latin typeface="Open Sans" panose="020B0606030504020204" pitchFamily="34" charset="0"/>
                <a:ea typeface="Open Sans" panose="020B0606030504020204" pitchFamily="34" charset="0"/>
                <a:cs typeface="Open Sans" panose="020B0606030504020204" pitchFamily="34" charset="0"/>
              </a:rPr>
              <a:t>Maturité digitale</a:t>
            </a:r>
          </a:p>
        </p:txBody>
      </p:sp>
      <p:sp>
        <p:nvSpPr>
          <p:cNvPr id="88" name="Oval 99">
            <a:extLst>
              <a:ext uri="{FF2B5EF4-FFF2-40B4-BE49-F238E27FC236}">
                <a16:creationId xmlns:a16="http://schemas.microsoft.com/office/drawing/2014/main" id="{9449D680-9071-4D8D-AE4F-08B8D81C4121}"/>
              </a:ext>
            </a:extLst>
          </p:cNvPr>
          <p:cNvSpPr/>
          <p:nvPr/>
        </p:nvSpPr>
        <p:spPr>
          <a:xfrm>
            <a:off x="8471192" y="1451457"/>
            <a:ext cx="144000" cy="1440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BE" sz="1800" b="0" i="0" u="none" strike="noStrike" kern="1200" cap="none" spc="0" normalizeH="0" baseline="0" noProof="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89" name="Oval 100">
            <a:extLst>
              <a:ext uri="{FF2B5EF4-FFF2-40B4-BE49-F238E27FC236}">
                <a16:creationId xmlns:a16="http://schemas.microsoft.com/office/drawing/2014/main" id="{EF8FDE7E-3815-412C-A95E-2AB9A0684EBC}"/>
              </a:ext>
            </a:extLst>
          </p:cNvPr>
          <p:cNvSpPr/>
          <p:nvPr/>
        </p:nvSpPr>
        <p:spPr>
          <a:xfrm>
            <a:off x="8765029" y="1451457"/>
            <a:ext cx="144000" cy="1440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BE" sz="1800" b="0" i="0" u="none" strike="noStrike" kern="1200" cap="none" spc="0" normalizeH="0" baseline="0" noProof="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90" name="Oval 101">
            <a:extLst>
              <a:ext uri="{FF2B5EF4-FFF2-40B4-BE49-F238E27FC236}">
                <a16:creationId xmlns:a16="http://schemas.microsoft.com/office/drawing/2014/main" id="{8BA49A47-0CA0-4FB9-8782-B5EAE4F9BD67}"/>
              </a:ext>
            </a:extLst>
          </p:cNvPr>
          <p:cNvSpPr/>
          <p:nvPr/>
        </p:nvSpPr>
        <p:spPr>
          <a:xfrm>
            <a:off x="9058866" y="1451457"/>
            <a:ext cx="144000" cy="1440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BE" sz="1800" b="0" i="0" u="none" strike="noStrike" kern="1200" cap="none" spc="0" normalizeH="0" baseline="0" noProof="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91" name="Oval 119">
            <a:extLst>
              <a:ext uri="{FF2B5EF4-FFF2-40B4-BE49-F238E27FC236}">
                <a16:creationId xmlns:a16="http://schemas.microsoft.com/office/drawing/2014/main" id="{2B7142EC-D957-4A37-BBC0-C588AA9C3F93}"/>
              </a:ext>
            </a:extLst>
          </p:cNvPr>
          <p:cNvSpPr/>
          <p:nvPr/>
        </p:nvSpPr>
        <p:spPr>
          <a:xfrm>
            <a:off x="8177355" y="1451457"/>
            <a:ext cx="144000" cy="1440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BE" sz="1800" b="0" i="0" u="none" strike="noStrike" kern="1200" cap="none" spc="0" normalizeH="0" baseline="0" noProof="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92" name="Oval 122">
            <a:extLst>
              <a:ext uri="{FF2B5EF4-FFF2-40B4-BE49-F238E27FC236}">
                <a16:creationId xmlns:a16="http://schemas.microsoft.com/office/drawing/2014/main" id="{CD8063C0-5888-4FF7-BF4E-EFC1F81825B3}"/>
              </a:ext>
            </a:extLst>
          </p:cNvPr>
          <p:cNvSpPr/>
          <p:nvPr/>
        </p:nvSpPr>
        <p:spPr>
          <a:xfrm>
            <a:off x="9344628" y="1455837"/>
            <a:ext cx="144000" cy="14400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BE" sz="1800" b="0" i="0" u="none" strike="noStrike" kern="1200" cap="none" spc="0" normalizeH="0" baseline="0" noProof="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grpSp>
        <p:nvGrpSpPr>
          <p:cNvPr id="61" name="Group 105">
            <a:extLst>
              <a:ext uri="{FF2B5EF4-FFF2-40B4-BE49-F238E27FC236}">
                <a16:creationId xmlns:a16="http://schemas.microsoft.com/office/drawing/2014/main" id="{541F924C-C871-490B-B2B5-B935FE455EE5}"/>
              </a:ext>
            </a:extLst>
          </p:cNvPr>
          <p:cNvGrpSpPr>
            <a:grpSpLocks noChangeAspect="1"/>
          </p:cNvGrpSpPr>
          <p:nvPr/>
        </p:nvGrpSpPr>
        <p:grpSpPr>
          <a:xfrm>
            <a:off x="10474027" y="999258"/>
            <a:ext cx="522288" cy="522288"/>
            <a:chOff x="9353551" y="823913"/>
            <a:chExt cx="522288" cy="522288"/>
          </a:xfrm>
          <a:solidFill>
            <a:schemeClr val="accent4"/>
          </a:solidFill>
        </p:grpSpPr>
        <p:sp>
          <p:nvSpPr>
            <p:cNvPr id="62" name="Freeform 40">
              <a:extLst>
                <a:ext uri="{FF2B5EF4-FFF2-40B4-BE49-F238E27FC236}">
                  <a16:creationId xmlns:a16="http://schemas.microsoft.com/office/drawing/2014/main" id="{C2BC2CFB-C30D-4F46-BDE9-C7BAF8ECFF6C}"/>
                </a:ext>
              </a:extLst>
            </p:cNvPr>
            <p:cNvSpPr>
              <a:spLocks noEditPoints="1"/>
            </p:cNvSpPr>
            <p:nvPr/>
          </p:nvSpPr>
          <p:spPr bwMode="auto">
            <a:xfrm>
              <a:off x="9353551" y="823913"/>
              <a:ext cx="522288" cy="522288"/>
            </a:xfrm>
            <a:custGeom>
              <a:avLst/>
              <a:gdLst>
                <a:gd name="T0" fmla="*/ 311 w 656"/>
                <a:gd name="T1" fmla="*/ 657 h 659"/>
                <a:gd name="T2" fmla="*/ 262 w 656"/>
                <a:gd name="T3" fmla="*/ 652 h 659"/>
                <a:gd name="T4" fmla="*/ 200 w 656"/>
                <a:gd name="T5" fmla="*/ 633 h 659"/>
                <a:gd name="T6" fmla="*/ 119 w 656"/>
                <a:gd name="T7" fmla="*/ 583 h 659"/>
                <a:gd name="T8" fmla="*/ 56 w 656"/>
                <a:gd name="T9" fmla="*/ 514 h 659"/>
                <a:gd name="T10" fmla="*/ 14 w 656"/>
                <a:gd name="T11" fmla="*/ 428 h 659"/>
                <a:gd name="T12" fmla="*/ 4 w 656"/>
                <a:gd name="T13" fmla="*/ 379 h 659"/>
                <a:gd name="T14" fmla="*/ 0 w 656"/>
                <a:gd name="T15" fmla="*/ 329 h 659"/>
                <a:gd name="T16" fmla="*/ 1 w 656"/>
                <a:gd name="T17" fmla="*/ 296 h 659"/>
                <a:gd name="T18" fmla="*/ 9 w 656"/>
                <a:gd name="T19" fmla="*/ 248 h 659"/>
                <a:gd name="T20" fmla="*/ 39 w 656"/>
                <a:gd name="T21" fmla="*/ 172 h 659"/>
                <a:gd name="T22" fmla="*/ 96 w 656"/>
                <a:gd name="T23" fmla="*/ 97 h 659"/>
                <a:gd name="T24" fmla="*/ 172 w 656"/>
                <a:gd name="T25" fmla="*/ 41 h 659"/>
                <a:gd name="T26" fmla="*/ 245 w 656"/>
                <a:gd name="T27" fmla="*/ 11 h 659"/>
                <a:gd name="T28" fmla="*/ 295 w 656"/>
                <a:gd name="T29" fmla="*/ 3 h 659"/>
                <a:gd name="T30" fmla="*/ 329 w 656"/>
                <a:gd name="T31" fmla="*/ 0 h 659"/>
                <a:gd name="T32" fmla="*/ 378 w 656"/>
                <a:gd name="T33" fmla="*/ 4 h 659"/>
                <a:gd name="T34" fmla="*/ 425 w 656"/>
                <a:gd name="T35" fmla="*/ 15 h 659"/>
                <a:gd name="T36" fmla="*/ 511 w 656"/>
                <a:gd name="T37" fmla="*/ 57 h 659"/>
                <a:gd name="T38" fmla="*/ 581 w 656"/>
                <a:gd name="T39" fmla="*/ 120 h 659"/>
                <a:gd name="T40" fmla="*/ 631 w 656"/>
                <a:gd name="T41" fmla="*/ 202 h 659"/>
                <a:gd name="T42" fmla="*/ 650 w 656"/>
                <a:gd name="T43" fmla="*/ 264 h 659"/>
                <a:gd name="T44" fmla="*/ 656 w 656"/>
                <a:gd name="T45" fmla="*/ 312 h 659"/>
                <a:gd name="T46" fmla="*/ 656 w 656"/>
                <a:gd name="T47" fmla="*/ 347 h 659"/>
                <a:gd name="T48" fmla="*/ 650 w 656"/>
                <a:gd name="T49" fmla="*/ 395 h 659"/>
                <a:gd name="T50" fmla="*/ 631 w 656"/>
                <a:gd name="T51" fmla="*/ 457 h 659"/>
                <a:gd name="T52" fmla="*/ 581 w 656"/>
                <a:gd name="T53" fmla="*/ 539 h 659"/>
                <a:gd name="T54" fmla="*/ 511 w 656"/>
                <a:gd name="T55" fmla="*/ 602 h 659"/>
                <a:gd name="T56" fmla="*/ 425 w 656"/>
                <a:gd name="T57" fmla="*/ 644 h 659"/>
                <a:gd name="T58" fmla="*/ 378 w 656"/>
                <a:gd name="T59" fmla="*/ 655 h 659"/>
                <a:gd name="T60" fmla="*/ 329 w 656"/>
                <a:gd name="T61" fmla="*/ 659 h 659"/>
                <a:gd name="T62" fmla="*/ 329 w 656"/>
                <a:gd name="T63" fmla="*/ 38 h 659"/>
                <a:gd name="T64" fmla="*/ 241 w 656"/>
                <a:gd name="T65" fmla="*/ 51 h 659"/>
                <a:gd name="T66" fmla="*/ 165 w 656"/>
                <a:gd name="T67" fmla="*/ 88 h 659"/>
                <a:gd name="T68" fmla="*/ 103 w 656"/>
                <a:gd name="T69" fmla="*/ 144 h 659"/>
                <a:gd name="T70" fmla="*/ 60 w 656"/>
                <a:gd name="T71" fmla="*/ 217 h 659"/>
                <a:gd name="T72" fmla="*/ 39 w 656"/>
                <a:gd name="T73" fmla="*/ 300 h 659"/>
                <a:gd name="T74" fmla="*/ 39 w 656"/>
                <a:gd name="T75" fmla="*/ 359 h 659"/>
                <a:gd name="T76" fmla="*/ 60 w 656"/>
                <a:gd name="T77" fmla="*/ 442 h 659"/>
                <a:gd name="T78" fmla="*/ 103 w 656"/>
                <a:gd name="T79" fmla="*/ 515 h 659"/>
                <a:gd name="T80" fmla="*/ 165 w 656"/>
                <a:gd name="T81" fmla="*/ 571 h 659"/>
                <a:gd name="T82" fmla="*/ 241 w 656"/>
                <a:gd name="T83" fmla="*/ 608 h 659"/>
                <a:gd name="T84" fmla="*/ 329 w 656"/>
                <a:gd name="T85" fmla="*/ 621 h 659"/>
                <a:gd name="T86" fmla="*/ 386 w 656"/>
                <a:gd name="T87" fmla="*/ 614 h 659"/>
                <a:gd name="T88" fmla="*/ 467 w 656"/>
                <a:gd name="T89" fmla="*/ 586 h 659"/>
                <a:gd name="T90" fmla="*/ 534 w 656"/>
                <a:gd name="T91" fmla="*/ 535 h 659"/>
                <a:gd name="T92" fmla="*/ 584 w 656"/>
                <a:gd name="T93" fmla="*/ 468 h 659"/>
                <a:gd name="T94" fmla="*/ 613 w 656"/>
                <a:gd name="T95" fmla="*/ 389 h 659"/>
                <a:gd name="T96" fmla="*/ 619 w 656"/>
                <a:gd name="T97" fmla="*/ 329 h 659"/>
                <a:gd name="T98" fmla="*/ 607 w 656"/>
                <a:gd name="T99" fmla="*/ 244 h 659"/>
                <a:gd name="T100" fmla="*/ 569 w 656"/>
                <a:gd name="T101" fmla="*/ 167 h 659"/>
                <a:gd name="T102" fmla="*/ 513 w 656"/>
                <a:gd name="T103" fmla="*/ 105 h 659"/>
                <a:gd name="T104" fmla="*/ 442 w 656"/>
                <a:gd name="T105" fmla="*/ 61 h 659"/>
                <a:gd name="T106" fmla="*/ 358 w 656"/>
                <a:gd name="T107" fmla="*/ 39 h 6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56" h="659">
                  <a:moveTo>
                    <a:pt x="329" y="659"/>
                  </a:moveTo>
                  <a:lnTo>
                    <a:pt x="329" y="659"/>
                  </a:lnTo>
                  <a:lnTo>
                    <a:pt x="311" y="657"/>
                  </a:lnTo>
                  <a:lnTo>
                    <a:pt x="295" y="657"/>
                  </a:lnTo>
                  <a:lnTo>
                    <a:pt x="278" y="655"/>
                  </a:lnTo>
                  <a:lnTo>
                    <a:pt x="262" y="652"/>
                  </a:lnTo>
                  <a:lnTo>
                    <a:pt x="245" y="648"/>
                  </a:lnTo>
                  <a:lnTo>
                    <a:pt x="231" y="644"/>
                  </a:lnTo>
                  <a:lnTo>
                    <a:pt x="200" y="633"/>
                  </a:lnTo>
                  <a:lnTo>
                    <a:pt x="172" y="618"/>
                  </a:lnTo>
                  <a:lnTo>
                    <a:pt x="145" y="602"/>
                  </a:lnTo>
                  <a:lnTo>
                    <a:pt x="119" y="583"/>
                  </a:lnTo>
                  <a:lnTo>
                    <a:pt x="96" y="562"/>
                  </a:lnTo>
                  <a:lnTo>
                    <a:pt x="75" y="539"/>
                  </a:lnTo>
                  <a:lnTo>
                    <a:pt x="56" y="514"/>
                  </a:lnTo>
                  <a:lnTo>
                    <a:pt x="39" y="487"/>
                  </a:lnTo>
                  <a:lnTo>
                    <a:pt x="25" y="457"/>
                  </a:lnTo>
                  <a:lnTo>
                    <a:pt x="14" y="428"/>
                  </a:lnTo>
                  <a:lnTo>
                    <a:pt x="9" y="411"/>
                  </a:lnTo>
                  <a:lnTo>
                    <a:pt x="6" y="395"/>
                  </a:lnTo>
                  <a:lnTo>
                    <a:pt x="4" y="379"/>
                  </a:lnTo>
                  <a:lnTo>
                    <a:pt x="1" y="363"/>
                  </a:lnTo>
                  <a:lnTo>
                    <a:pt x="0" y="347"/>
                  </a:lnTo>
                  <a:lnTo>
                    <a:pt x="0" y="329"/>
                  </a:lnTo>
                  <a:lnTo>
                    <a:pt x="0" y="329"/>
                  </a:lnTo>
                  <a:lnTo>
                    <a:pt x="0" y="312"/>
                  </a:lnTo>
                  <a:lnTo>
                    <a:pt x="1" y="296"/>
                  </a:lnTo>
                  <a:lnTo>
                    <a:pt x="4" y="280"/>
                  </a:lnTo>
                  <a:lnTo>
                    <a:pt x="6" y="264"/>
                  </a:lnTo>
                  <a:lnTo>
                    <a:pt x="9" y="248"/>
                  </a:lnTo>
                  <a:lnTo>
                    <a:pt x="14" y="231"/>
                  </a:lnTo>
                  <a:lnTo>
                    <a:pt x="25" y="202"/>
                  </a:lnTo>
                  <a:lnTo>
                    <a:pt x="39" y="172"/>
                  </a:lnTo>
                  <a:lnTo>
                    <a:pt x="56" y="145"/>
                  </a:lnTo>
                  <a:lnTo>
                    <a:pt x="75" y="120"/>
                  </a:lnTo>
                  <a:lnTo>
                    <a:pt x="96" y="97"/>
                  </a:lnTo>
                  <a:lnTo>
                    <a:pt x="119" y="76"/>
                  </a:lnTo>
                  <a:lnTo>
                    <a:pt x="145" y="57"/>
                  </a:lnTo>
                  <a:lnTo>
                    <a:pt x="172" y="41"/>
                  </a:lnTo>
                  <a:lnTo>
                    <a:pt x="200" y="27"/>
                  </a:lnTo>
                  <a:lnTo>
                    <a:pt x="231" y="15"/>
                  </a:lnTo>
                  <a:lnTo>
                    <a:pt x="245" y="11"/>
                  </a:lnTo>
                  <a:lnTo>
                    <a:pt x="262" y="7"/>
                  </a:lnTo>
                  <a:lnTo>
                    <a:pt x="278" y="4"/>
                  </a:lnTo>
                  <a:lnTo>
                    <a:pt x="295" y="3"/>
                  </a:lnTo>
                  <a:lnTo>
                    <a:pt x="311" y="2"/>
                  </a:lnTo>
                  <a:lnTo>
                    <a:pt x="329" y="0"/>
                  </a:lnTo>
                  <a:lnTo>
                    <a:pt x="329" y="0"/>
                  </a:lnTo>
                  <a:lnTo>
                    <a:pt x="345" y="2"/>
                  </a:lnTo>
                  <a:lnTo>
                    <a:pt x="362" y="3"/>
                  </a:lnTo>
                  <a:lnTo>
                    <a:pt x="378" y="4"/>
                  </a:lnTo>
                  <a:lnTo>
                    <a:pt x="395" y="7"/>
                  </a:lnTo>
                  <a:lnTo>
                    <a:pt x="411" y="11"/>
                  </a:lnTo>
                  <a:lnTo>
                    <a:pt x="425" y="15"/>
                  </a:lnTo>
                  <a:lnTo>
                    <a:pt x="456" y="27"/>
                  </a:lnTo>
                  <a:lnTo>
                    <a:pt x="485" y="41"/>
                  </a:lnTo>
                  <a:lnTo>
                    <a:pt x="511" y="57"/>
                  </a:lnTo>
                  <a:lnTo>
                    <a:pt x="537" y="76"/>
                  </a:lnTo>
                  <a:lnTo>
                    <a:pt x="561" y="97"/>
                  </a:lnTo>
                  <a:lnTo>
                    <a:pt x="581" y="120"/>
                  </a:lnTo>
                  <a:lnTo>
                    <a:pt x="600" y="145"/>
                  </a:lnTo>
                  <a:lnTo>
                    <a:pt x="618" y="172"/>
                  </a:lnTo>
                  <a:lnTo>
                    <a:pt x="631" y="202"/>
                  </a:lnTo>
                  <a:lnTo>
                    <a:pt x="642" y="231"/>
                  </a:lnTo>
                  <a:lnTo>
                    <a:pt x="647" y="248"/>
                  </a:lnTo>
                  <a:lnTo>
                    <a:pt x="650" y="264"/>
                  </a:lnTo>
                  <a:lnTo>
                    <a:pt x="652" y="280"/>
                  </a:lnTo>
                  <a:lnTo>
                    <a:pt x="655" y="296"/>
                  </a:lnTo>
                  <a:lnTo>
                    <a:pt x="656" y="312"/>
                  </a:lnTo>
                  <a:lnTo>
                    <a:pt x="656" y="329"/>
                  </a:lnTo>
                  <a:lnTo>
                    <a:pt x="656" y="329"/>
                  </a:lnTo>
                  <a:lnTo>
                    <a:pt x="656" y="347"/>
                  </a:lnTo>
                  <a:lnTo>
                    <a:pt x="655" y="363"/>
                  </a:lnTo>
                  <a:lnTo>
                    <a:pt x="652" y="379"/>
                  </a:lnTo>
                  <a:lnTo>
                    <a:pt x="650" y="395"/>
                  </a:lnTo>
                  <a:lnTo>
                    <a:pt x="647" y="411"/>
                  </a:lnTo>
                  <a:lnTo>
                    <a:pt x="642" y="428"/>
                  </a:lnTo>
                  <a:lnTo>
                    <a:pt x="631" y="457"/>
                  </a:lnTo>
                  <a:lnTo>
                    <a:pt x="618" y="487"/>
                  </a:lnTo>
                  <a:lnTo>
                    <a:pt x="600" y="514"/>
                  </a:lnTo>
                  <a:lnTo>
                    <a:pt x="581" y="539"/>
                  </a:lnTo>
                  <a:lnTo>
                    <a:pt x="561" y="562"/>
                  </a:lnTo>
                  <a:lnTo>
                    <a:pt x="537" y="583"/>
                  </a:lnTo>
                  <a:lnTo>
                    <a:pt x="511" y="602"/>
                  </a:lnTo>
                  <a:lnTo>
                    <a:pt x="485" y="618"/>
                  </a:lnTo>
                  <a:lnTo>
                    <a:pt x="456" y="633"/>
                  </a:lnTo>
                  <a:lnTo>
                    <a:pt x="425" y="644"/>
                  </a:lnTo>
                  <a:lnTo>
                    <a:pt x="411" y="648"/>
                  </a:lnTo>
                  <a:lnTo>
                    <a:pt x="395" y="652"/>
                  </a:lnTo>
                  <a:lnTo>
                    <a:pt x="378" y="655"/>
                  </a:lnTo>
                  <a:lnTo>
                    <a:pt x="362" y="657"/>
                  </a:lnTo>
                  <a:lnTo>
                    <a:pt x="345" y="657"/>
                  </a:lnTo>
                  <a:lnTo>
                    <a:pt x="329" y="659"/>
                  </a:lnTo>
                  <a:lnTo>
                    <a:pt x="329" y="659"/>
                  </a:lnTo>
                  <a:close/>
                  <a:moveTo>
                    <a:pt x="329" y="38"/>
                  </a:moveTo>
                  <a:lnTo>
                    <a:pt x="329" y="38"/>
                  </a:lnTo>
                  <a:lnTo>
                    <a:pt x="298" y="39"/>
                  </a:lnTo>
                  <a:lnTo>
                    <a:pt x="270" y="45"/>
                  </a:lnTo>
                  <a:lnTo>
                    <a:pt x="241" y="51"/>
                  </a:lnTo>
                  <a:lnTo>
                    <a:pt x="215" y="61"/>
                  </a:lnTo>
                  <a:lnTo>
                    <a:pt x="189" y="73"/>
                  </a:lnTo>
                  <a:lnTo>
                    <a:pt x="165" y="88"/>
                  </a:lnTo>
                  <a:lnTo>
                    <a:pt x="143" y="105"/>
                  </a:lnTo>
                  <a:lnTo>
                    <a:pt x="122" y="124"/>
                  </a:lnTo>
                  <a:lnTo>
                    <a:pt x="103" y="144"/>
                  </a:lnTo>
                  <a:lnTo>
                    <a:pt x="87" y="167"/>
                  </a:lnTo>
                  <a:lnTo>
                    <a:pt x="72" y="191"/>
                  </a:lnTo>
                  <a:lnTo>
                    <a:pt x="60" y="217"/>
                  </a:lnTo>
                  <a:lnTo>
                    <a:pt x="51" y="244"/>
                  </a:lnTo>
                  <a:lnTo>
                    <a:pt x="43" y="270"/>
                  </a:lnTo>
                  <a:lnTo>
                    <a:pt x="39" y="300"/>
                  </a:lnTo>
                  <a:lnTo>
                    <a:pt x="37" y="329"/>
                  </a:lnTo>
                  <a:lnTo>
                    <a:pt x="37" y="329"/>
                  </a:lnTo>
                  <a:lnTo>
                    <a:pt x="39" y="359"/>
                  </a:lnTo>
                  <a:lnTo>
                    <a:pt x="43" y="389"/>
                  </a:lnTo>
                  <a:lnTo>
                    <a:pt x="51" y="415"/>
                  </a:lnTo>
                  <a:lnTo>
                    <a:pt x="60" y="442"/>
                  </a:lnTo>
                  <a:lnTo>
                    <a:pt x="72" y="468"/>
                  </a:lnTo>
                  <a:lnTo>
                    <a:pt x="87" y="492"/>
                  </a:lnTo>
                  <a:lnTo>
                    <a:pt x="103" y="515"/>
                  </a:lnTo>
                  <a:lnTo>
                    <a:pt x="122" y="535"/>
                  </a:lnTo>
                  <a:lnTo>
                    <a:pt x="143" y="554"/>
                  </a:lnTo>
                  <a:lnTo>
                    <a:pt x="165" y="571"/>
                  </a:lnTo>
                  <a:lnTo>
                    <a:pt x="189" y="586"/>
                  </a:lnTo>
                  <a:lnTo>
                    <a:pt x="215" y="598"/>
                  </a:lnTo>
                  <a:lnTo>
                    <a:pt x="241" y="608"/>
                  </a:lnTo>
                  <a:lnTo>
                    <a:pt x="270" y="614"/>
                  </a:lnTo>
                  <a:lnTo>
                    <a:pt x="298" y="620"/>
                  </a:lnTo>
                  <a:lnTo>
                    <a:pt x="329" y="621"/>
                  </a:lnTo>
                  <a:lnTo>
                    <a:pt x="329" y="621"/>
                  </a:lnTo>
                  <a:lnTo>
                    <a:pt x="358" y="620"/>
                  </a:lnTo>
                  <a:lnTo>
                    <a:pt x="386" y="614"/>
                  </a:lnTo>
                  <a:lnTo>
                    <a:pt x="415" y="608"/>
                  </a:lnTo>
                  <a:lnTo>
                    <a:pt x="442" y="598"/>
                  </a:lnTo>
                  <a:lnTo>
                    <a:pt x="467" y="586"/>
                  </a:lnTo>
                  <a:lnTo>
                    <a:pt x="491" y="571"/>
                  </a:lnTo>
                  <a:lnTo>
                    <a:pt x="513" y="554"/>
                  </a:lnTo>
                  <a:lnTo>
                    <a:pt x="534" y="535"/>
                  </a:lnTo>
                  <a:lnTo>
                    <a:pt x="553" y="515"/>
                  </a:lnTo>
                  <a:lnTo>
                    <a:pt x="569" y="492"/>
                  </a:lnTo>
                  <a:lnTo>
                    <a:pt x="584" y="468"/>
                  </a:lnTo>
                  <a:lnTo>
                    <a:pt x="596" y="442"/>
                  </a:lnTo>
                  <a:lnTo>
                    <a:pt x="607" y="415"/>
                  </a:lnTo>
                  <a:lnTo>
                    <a:pt x="613" y="389"/>
                  </a:lnTo>
                  <a:lnTo>
                    <a:pt x="618" y="359"/>
                  </a:lnTo>
                  <a:lnTo>
                    <a:pt x="619" y="329"/>
                  </a:lnTo>
                  <a:lnTo>
                    <a:pt x="619" y="329"/>
                  </a:lnTo>
                  <a:lnTo>
                    <a:pt x="618" y="300"/>
                  </a:lnTo>
                  <a:lnTo>
                    <a:pt x="613" y="270"/>
                  </a:lnTo>
                  <a:lnTo>
                    <a:pt x="607" y="244"/>
                  </a:lnTo>
                  <a:lnTo>
                    <a:pt x="596" y="217"/>
                  </a:lnTo>
                  <a:lnTo>
                    <a:pt x="584" y="191"/>
                  </a:lnTo>
                  <a:lnTo>
                    <a:pt x="569" y="167"/>
                  </a:lnTo>
                  <a:lnTo>
                    <a:pt x="553" y="144"/>
                  </a:lnTo>
                  <a:lnTo>
                    <a:pt x="534" y="124"/>
                  </a:lnTo>
                  <a:lnTo>
                    <a:pt x="513" y="105"/>
                  </a:lnTo>
                  <a:lnTo>
                    <a:pt x="491" y="88"/>
                  </a:lnTo>
                  <a:lnTo>
                    <a:pt x="467" y="73"/>
                  </a:lnTo>
                  <a:lnTo>
                    <a:pt x="442" y="61"/>
                  </a:lnTo>
                  <a:lnTo>
                    <a:pt x="415" y="51"/>
                  </a:lnTo>
                  <a:lnTo>
                    <a:pt x="386" y="45"/>
                  </a:lnTo>
                  <a:lnTo>
                    <a:pt x="358" y="39"/>
                  </a:lnTo>
                  <a:lnTo>
                    <a:pt x="329" y="38"/>
                  </a:lnTo>
                  <a:lnTo>
                    <a:pt x="329" y="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sz="1800" b="0" i="0" u="none" strike="noStrike" kern="1200" cap="none" spc="0" normalizeH="0" baseline="0" noProof="0">
                <a:ln>
                  <a:noFill/>
                </a:ln>
                <a:solidFill>
                  <a:srgbClr val="0900B6"/>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63" name="Freeform 178">
              <a:extLst>
                <a:ext uri="{FF2B5EF4-FFF2-40B4-BE49-F238E27FC236}">
                  <a16:creationId xmlns:a16="http://schemas.microsoft.com/office/drawing/2014/main" id="{B0E9CCF9-A9D3-4B1D-BFC2-DF7D1074BAE9}"/>
                </a:ext>
              </a:extLst>
            </p:cNvPr>
            <p:cNvSpPr>
              <a:spLocks/>
            </p:cNvSpPr>
            <p:nvPr/>
          </p:nvSpPr>
          <p:spPr bwMode="auto">
            <a:xfrm>
              <a:off x="9493251" y="1127125"/>
              <a:ext cx="250825" cy="66675"/>
            </a:xfrm>
            <a:custGeom>
              <a:avLst/>
              <a:gdLst>
                <a:gd name="T0" fmla="*/ 314 w 315"/>
                <a:gd name="T1" fmla="*/ 62 h 84"/>
                <a:gd name="T2" fmla="*/ 288 w 315"/>
                <a:gd name="T3" fmla="*/ 3 h 84"/>
                <a:gd name="T4" fmla="*/ 288 w 315"/>
                <a:gd name="T5" fmla="*/ 3 h 84"/>
                <a:gd name="T6" fmla="*/ 286 w 315"/>
                <a:gd name="T7" fmla="*/ 0 h 84"/>
                <a:gd name="T8" fmla="*/ 283 w 315"/>
                <a:gd name="T9" fmla="*/ 0 h 84"/>
                <a:gd name="T10" fmla="*/ 32 w 315"/>
                <a:gd name="T11" fmla="*/ 0 h 84"/>
                <a:gd name="T12" fmla="*/ 32 w 315"/>
                <a:gd name="T13" fmla="*/ 0 h 84"/>
                <a:gd name="T14" fmla="*/ 29 w 315"/>
                <a:gd name="T15" fmla="*/ 0 h 84"/>
                <a:gd name="T16" fmla="*/ 26 w 315"/>
                <a:gd name="T17" fmla="*/ 3 h 84"/>
                <a:gd name="T18" fmla="*/ 1 w 315"/>
                <a:gd name="T19" fmla="*/ 62 h 84"/>
                <a:gd name="T20" fmla="*/ 1 w 315"/>
                <a:gd name="T21" fmla="*/ 62 h 84"/>
                <a:gd name="T22" fmla="*/ 0 w 315"/>
                <a:gd name="T23" fmla="*/ 66 h 84"/>
                <a:gd name="T24" fmla="*/ 0 w 315"/>
                <a:gd name="T25" fmla="*/ 70 h 84"/>
                <a:gd name="T26" fmla="*/ 1 w 315"/>
                <a:gd name="T27" fmla="*/ 74 h 84"/>
                <a:gd name="T28" fmla="*/ 2 w 315"/>
                <a:gd name="T29" fmla="*/ 77 h 84"/>
                <a:gd name="T30" fmla="*/ 2 w 315"/>
                <a:gd name="T31" fmla="*/ 77 h 84"/>
                <a:gd name="T32" fmla="*/ 5 w 315"/>
                <a:gd name="T33" fmla="*/ 79 h 84"/>
                <a:gd name="T34" fmla="*/ 8 w 315"/>
                <a:gd name="T35" fmla="*/ 82 h 84"/>
                <a:gd name="T36" fmla="*/ 12 w 315"/>
                <a:gd name="T37" fmla="*/ 84 h 84"/>
                <a:gd name="T38" fmla="*/ 16 w 315"/>
                <a:gd name="T39" fmla="*/ 84 h 84"/>
                <a:gd name="T40" fmla="*/ 299 w 315"/>
                <a:gd name="T41" fmla="*/ 84 h 84"/>
                <a:gd name="T42" fmla="*/ 299 w 315"/>
                <a:gd name="T43" fmla="*/ 84 h 84"/>
                <a:gd name="T44" fmla="*/ 303 w 315"/>
                <a:gd name="T45" fmla="*/ 84 h 84"/>
                <a:gd name="T46" fmla="*/ 307 w 315"/>
                <a:gd name="T47" fmla="*/ 82 h 84"/>
                <a:gd name="T48" fmla="*/ 310 w 315"/>
                <a:gd name="T49" fmla="*/ 79 h 84"/>
                <a:gd name="T50" fmla="*/ 313 w 315"/>
                <a:gd name="T51" fmla="*/ 77 h 84"/>
                <a:gd name="T52" fmla="*/ 313 w 315"/>
                <a:gd name="T53" fmla="*/ 77 h 84"/>
                <a:gd name="T54" fmla="*/ 314 w 315"/>
                <a:gd name="T55" fmla="*/ 74 h 84"/>
                <a:gd name="T56" fmla="*/ 315 w 315"/>
                <a:gd name="T57" fmla="*/ 70 h 84"/>
                <a:gd name="T58" fmla="*/ 315 w 315"/>
                <a:gd name="T59" fmla="*/ 66 h 84"/>
                <a:gd name="T60" fmla="*/ 314 w 315"/>
                <a:gd name="T61" fmla="*/ 62 h 84"/>
                <a:gd name="T62" fmla="*/ 314 w 315"/>
                <a:gd name="T63" fmla="*/ 62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15" h="84">
                  <a:moveTo>
                    <a:pt x="314" y="62"/>
                  </a:moveTo>
                  <a:lnTo>
                    <a:pt x="288" y="3"/>
                  </a:lnTo>
                  <a:lnTo>
                    <a:pt x="288" y="3"/>
                  </a:lnTo>
                  <a:lnTo>
                    <a:pt x="286" y="0"/>
                  </a:lnTo>
                  <a:lnTo>
                    <a:pt x="283" y="0"/>
                  </a:lnTo>
                  <a:lnTo>
                    <a:pt x="32" y="0"/>
                  </a:lnTo>
                  <a:lnTo>
                    <a:pt x="32" y="0"/>
                  </a:lnTo>
                  <a:lnTo>
                    <a:pt x="29" y="0"/>
                  </a:lnTo>
                  <a:lnTo>
                    <a:pt x="26" y="3"/>
                  </a:lnTo>
                  <a:lnTo>
                    <a:pt x="1" y="62"/>
                  </a:lnTo>
                  <a:lnTo>
                    <a:pt x="1" y="62"/>
                  </a:lnTo>
                  <a:lnTo>
                    <a:pt x="0" y="66"/>
                  </a:lnTo>
                  <a:lnTo>
                    <a:pt x="0" y="70"/>
                  </a:lnTo>
                  <a:lnTo>
                    <a:pt x="1" y="74"/>
                  </a:lnTo>
                  <a:lnTo>
                    <a:pt x="2" y="77"/>
                  </a:lnTo>
                  <a:lnTo>
                    <a:pt x="2" y="77"/>
                  </a:lnTo>
                  <a:lnTo>
                    <a:pt x="5" y="79"/>
                  </a:lnTo>
                  <a:lnTo>
                    <a:pt x="8" y="82"/>
                  </a:lnTo>
                  <a:lnTo>
                    <a:pt x="12" y="84"/>
                  </a:lnTo>
                  <a:lnTo>
                    <a:pt x="16" y="84"/>
                  </a:lnTo>
                  <a:lnTo>
                    <a:pt x="299" y="84"/>
                  </a:lnTo>
                  <a:lnTo>
                    <a:pt x="299" y="84"/>
                  </a:lnTo>
                  <a:lnTo>
                    <a:pt x="303" y="84"/>
                  </a:lnTo>
                  <a:lnTo>
                    <a:pt x="307" y="82"/>
                  </a:lnTo>
                  <a:lnTo>
                    <a:pt x="310" y="79"/>
                  </a:lnTo>
                  <a:lnTo>
                    <a:pt x="313" y="77"/>
                  </a:lnTo>
                  <a:lnTo>
                    <a:pt x="313" y="77"/>
                  </a:lnTo>
                  <a:lnTo>
                    <a:pt x="314" y="74"/>
                  </a:lnTo>
                  <a:lnTo>
                    <a:pt x="315" y="70"/>
                  </a:lnTo>
                  <a:lnTo>
                    <a:pt x="315" y="66"/>
                  </a:lnTo>
                  <a:lnTo>
                    <a:pt x="314" y="62"/>
                  </a:lnTo>
                  <a:lnTo>
                    <a:pt x="314"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sz="1800" b="0" i="0" u="none" strike="noStrike" kern="1200" cap="none" spc="0" normalizeH="0" baseline="0" noProof="0">
                <a:ln>
                  <a:noFill/>
                </a:ln>
                <a:solidFill>
                  <a:srgbClr val="0900B6"/>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64" name="Freeform 179">
              <a:extLst>
                <a:ext uri="{FF2B5EF4-FFF2-40B4-BE49-F238E27FC236}">
                  <a16:creationId xmlns:a16="http://schemas.microsoft.com/office/drawing/2014/main" id="{DE56F2D1-5123-426B-8F2D-06BC36FB98F2}"/>
                </a:ext>
              </a:extLst>
            </p:cNvPr>
            <p:cNvSpPr>
              <a:spLocks noEditPoints="1"/>
            </p:cNvSpPr>
            <p:nvPr/>
          </p:nvSpPr>
          <p:spPr bwMode="auto">
            <a:xfrm>
              <a:off x="9515476" y="969963"/>
              <a:ext cx="207963" cy="149225"/>
            </a:xfrm>
            <a:custGeom>
              <a:avLst/>
              <a:gdLst>
                <a:gd name="T0" fmla="*/ 6 w 262"/>
                <a:gd name="T1" fmla="*/ 188 h 188"/>
                <a:gd name="T2" fmla="*/ 257 w 262"/>
                <a:gd name="T3" fmla="*/ 188 h 188"/>
                <a:gd name="T4" fmla="*/ 257 w 262"/>
                <a:gd name="T5" fmla="*/ 188 h 188"/>
                <a:gd name="T6" fmla="*/ 260 w 262"/>
                <a:gd name="T7" fmla="*/ 188 h 188"/>
                <a:gd name="T8" fmla="*/ 261 w 262"/>
                <a:gd name="T9" fmla="*/ 187 h 188"/>
                <a:gd name="T10" fmla="*/ 262 w 262"/>
                <a:gd name="T11" fmla="*/ 186 h 188"/>
                <a:gd name="T12" fmla="*/ 262 w 262"/>
                <a:gd name="T13" fmla="*/ 183 h 188"/>
                <a:gd name="T14" fmla="*/ 262 w 262"/>
                <a:gd name="T15" fmla="*/ 26 h 188"/>
                <a:gd name="T16" fmla="*/ 262 w 262"/>
                <a:gd name="T17" fmla="*/ 26 h 188"/>
                <a:gd name="T18" fmla="*/ 262 w 262"/>
                <a:gd name="T19" fmla="*/ 21 h 188"/>
                <a:gd name="T20" fmla="*/ 261 w 262"/>
                <a:gd name="T21" fmla="*/ 15 h 188"/>
                <a:gd name="T22" fmla="*/ 258 w 262"/>
                <a:gd name="T23" fmla="*/ 11 h 188"/>
                <a:gd name="T24" fmla="*/ 254 w 262"/>
                <a:gd name="T25" fmla="*/ 7 h 188"/>
                <a:gd name="T26" fmla="*/ 250 w 262"/>
                <a:gd name="T27" fmla="*/ 4 h 188"/>
                <a:gd name="T28" fmla="*/ 246 w 262"/>
                <a:gd name="T29" fmla="*/ 2 h 188"/>
                <a:gd name="T30" fmla="*/ 241 w 262"/>
                <a:gd name="T31" fmla="*/ 0 h 188"/>
                <a:gd name="T32" fmla="*/ 237 w 262"/>
                <a:gd name="T33" fmla="*/ 0 h 188"/>
                <a:gd name="T34" fmla="*/ 26 w 262"/>
                <a:gd name="T35" fmla="*/ 0 h 188"/>
                <a:gd name="T36" fmla="*/ 26 w 262"/>
                <a:gd name="T37" fmla="*/ 0 h 188"/>
                <a:gd name="T38" fmla="*/ 22 w 262"/>
                <a:gd name="T39" fmla="*/ 0 h 188"/>
                <a:gd name="T40" fmla="*/ 17 w 262"/>
                <a:gd name="T41" fmla="*/ 2 h 188"/>
                <a:gd name="T42" fmla="*/ 13 w 262"/>
                <a:gd name="T43" fmla="*/ 4 h 188"/>
                <a:gd name="T44" fmla="*/ 8 w 262"/>
                <a:gd name="T45" fmla="*/ 7 h 188"/>
                <a:gd name="T46" fmla="*/ 4 w 262"/>
                <a:gd name="T47" fmla="*/ 11 h 188"/>
                <a:gd name="T48" fmla="*/ 3 w 262"/>
                <a:gd name="T49" fmla="*/ 15 h 188"/>
                <a:gd name="T50" fmla="*/ 0 w 262"/>
                <a:gd name="T51" fmla="*/ 21 h 188"/>
                <a:gd name="T52" fmla="*/ 0 w 262"/>
                <a:gd name="T53" fmla="*/ 26 h 188"/>
                <a:gd name="T54" fmla="*/ 0 w 262"/>
                <a:gd name="T55" fmla="*/ 183 h 188"/>
                <a:gd name="T56" fmla="*/ 0 w 262"/>
                <a:gd name="T57" fmla="*/ 183 h 188"/>
                <a:gd name="T58" fmla="*/ 0 w 262"/>
                <a:gd name="T59" fmla="*/ 186 h 188"/>
                <a:gd name="T60" fmla="*/ 2 w 262"/>
                <a:gd name="T61" fmla="*/ 187 h 188"/>
                <a:gd name="T62" fmla="*/ 3 w 262"/>
                <a:gd name="T63" fmla="*/ 188 h 188"/>
                <a:gd name="T64" fmla="*/ 6 w 262"/>
                <a:gd name="T65" fmla="*/ 188 h 188"/>
                <a:gd name="T66" fmla="*/ 6 w 262"/>
                <a:gd name="T67" fmla="*/ 188 h 188"/>
                <a:gd name="T68" fmla="*/ 18 w 262"/>
                <a:gd name="T69" fmla="*/ 25 h 188"/>
                <a:gd name="T70" fmla="*/ 18 w 262"/>
                <a:gd name="T71" fmla="*/ 25 h 188"/>
                <a:gd name="T72" fmla="*/ 18 w 262"/>
                <a:gd name="T73" fmla="*/ 22 h 188"/>
                <a:gd name="T74" fmla="*/ 19 w 262"/>
                <a:gd name="T75" fmla="*/ 21 h 188"/>
                <a:gd name="T76" fmla="*/ 21 w 262"/>
                <a:gd name="T77" fmla="*/ 19 h 188"/>
                <a:gd name="T78" fmla="*/ 23 w 262"/>
                <a:gd name="T79" fmla="*/ 19 h 188"/>
                <a:gd name="T80" fmla="*/ 240 w 262"/>
                <a:gd name="T81" fmla="*/ 19 h 188"/>
                <a:gd name="T82" fmla="*/ 240 w 262"/>
                <a:gd name="T83" fmla="*/ 19 h 188"/>
                <a:gd name="T84" fmla="*/ 241 w 262"/>
                <a:gd name="T85" fmla="*/ 19 h 188"/>
                <a:gd name="T86" fmla="*/ 244 w 262"/>
                <a:gd name="T87" fmla="*/ 21 h 188"/>
                <a:gd name="T88" fmla="*/ 244 w 262"/>
                <a:gd name="T89" fmla="*/ 22 h 188"/>
                <a:gd name="T90" fmla="*/ 245 w 262"/>
                <a:gd name="T91" fmla="*/ 25 h 188"/>
                <a:gd name="T92" fmla="*/ 245 w 262"/>
                <a:gd name="T93" fmla="*/ 166 h 188"/>
                <a:gd name="T94" fmla="*/ 245 w 262"/>
                <a:gd name="T95" fmla="*/ 166 h 188"/>
                <a:gd name="T96" fmla="*/ 244 w 262"/>
                <a:gd name="T97" fmla="*/ 167 h 188"/>
                <a:gd name="T98" fmla="*/ 244 w 262"/>
                <a:gd name="T99" fmla="*/ 170 h 188"/>
                <a:gd name="T100" fmla="*/ 241 w 262"/>
                <a:gd name="T101" fmla="*/ 170 h 188"/>
                <a:gd name="T102" fmla="*/ 240 w 262"/>
                <a:gd name="T103" fmla="*/ 171 h 188"/>
                <a:gd name="T104" fmla="*/ 23 w 262"/>
                <a:gd name="T105" fmla="*/ 171 h 188"/>
                <a:gd name="T106" fmla="*/ 23 w 262"/>
                <a:gd name="T107" fmla="*/ 171 h 188"/>
                <a:gd name="T108" fmla="*/ 21 w 262"/>
                <a:gd name="T109" fmla="*/ 170 h 188"/>
                <a:gd name="T110" fmla="*/ 19 w 262"/>
                <a:gd name="T111" fmla="*/ 170 h 188"/>
                <a:gd name="T112" fmla="*/ 18 w 262"/>
                <a:gd name="T113" fmla="*/ 167 h 188"/>
                <a:gd name="T114" fmla="*/ 18 w 262"/>
                <a:gd name="T115" fmla="*/ 166 h 188"/>
                <a:gd name="T116" fmla="*/ 18 w 262"/>
                <a:gd name="T117" fmla="*/ 25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62" h="188">
                  <a:moveTo>
                    <a:pt x="6" y="188"/>
                  </a:moveTo>
                  <a:lnTo>
                    <a:pt x="257" y="188"/>
                  </a:lnTo>
                  <a:lnTo>
                    <a:pt x="257" y="188"/>
                  </a:lnTo>
                  <a:lnTo>
                    <a:pt x="260" y="188"/>
                  </a:lnTo>
                  <a:lnTo>
                    <a:pt x="261" y="187"/>
                  </a:lnTo>
                  <a:lnTo>
                    <a:pt x="262" y="186"/>
                  </a:lnTo>
                  <a:lnTo>
                    <a:pt x="262" y="183"/>
                  </a:lnTo>
                  <a:lnTo>
                    <a:pt x="262" y="26"/>
                  </a:lnTo>
                  <a:lnTo>
                    <a:pt x="262" y="26"/>
                  </a:lnTo>
                  <a:lnTo>
                    <a:pt x="262" y="21"/>
                  </a:lnTo>
                  <a:lnTo>
                    <a:pt x="261" y="15"/>
                  </a:lnTo>
                  <a:lnTo>
                    <a:pt x="258" y="11"/>
                  </a:lnTo>
                  <a:lnTo>
                    <a:pt x="254" y="7"/>
                  </a:lnTo>
                  <a:lnTo>
                    <a:pt x="250" y="4"/>
                  </a:lnTo>
                  <a:lnTo>
                    <a:pt x="246" y="2"/>
                  </a:lnTo>
                  <a:lnTo>
                    <a:pt x="241" y="0"/>
                  </a:lnTo>
                  <a:lnTo>
                    <a:pt x="237" y="0"/>
                  </a:lnTo>
                  <a:lnTo>
                    <a:pt x="26" y="0"/>
                  </a:lnTo>
                  <a:lnTo>
                    <a:pt x="26" y="0"/>
                  </a:lnTo>
                  <a:lnTo>
                    <a:pt x="22" y="0"/>
                  </a:lnTo>
                  <a:lnTo>
                    <a:pt x="17" y="2"/>
                  </a:lnTo>
                  <a:lnTo>
                    <a:pt x="13" y="4"/>
                  </a:lnTo>
                  <a:lnTo>
                    <a:pt x="8" y="7"/>
                  </a:lnTo>
                  <a:lnTo>
                    <a:pt x="4" y="11"/>
                  </a:lnTo>
                  <a:lnTo>
                    <a:pt x="3" y="15"/>
                  </a:lnTo>
                  <a:lnTo>
                    <a:pt x="0" y="21"/>
                  </a:lnTo>
                  <a:lnTo>
                    <a:pt x="0" y="26"/>
                  </a:lnTo>
                  <a:lnTo>
                    <a:pt x="0" y="183"/>
                  </a:lnTo>
                  <a:lnTo>
                    <a:pt x="0" y="183"/>
                  </a:lnTo>
                  <a:lnTo>
                    <a:pt x="0" y="186"/>
                  </a:lnTo>
                  <a:lnTo>
                    <a:pt x="2" y="187"/>
                  </a:lnTo>
                  <a:lnTo>
                    <a:pt x="3" y="188"/>
                  </a:lnTo>
                  <a:lnTo>
                    <a:pt x="6" y="188"/>
                  </a:lnTo>
                  <a:lnTo>
                    <a:pt x="6" y="188"/>
                  </a:lnTo>
                  <a:close/>
                  <a:moveTo>
                    <a:pt x="18" y="25"/>
                  </a:moveTo>
                  <a:lnTo>
                    <a:pt x="18" y="25"/>
                  </a:lnTo>
                  <a:lnTo>
                    <a:pt x="18" y="22"/>
                  </a:lnTo>
                  <a:lnTo>
                    <a:pt x="19" y="21"/>
                  </a:lnTo>
                  <a:lnTo>
                    <a:pt x="21" y="19"/>
                  </a:lnTo>
                  <a:lnTo>
                    <a:pt x="23" y="19"/>
                  </a:lnTo>
                  <a:lnTo>
                    <a:pt x="240" y="19"/>
                  </a:lnTo>
                  <a:lnTo>
                    <a:pt x="240" y="19"/>
                  </a:lnTo>
                  <a:lnTo>
                    <a:pt x="241" y="19"/>
                  </a:lnTo>
                  <a:lnTo>
                    <a:pt x="244" y="21"/>
                  </a:lnTo>
                  <a:lnTo>
                    <a:pt x="244" y="22"/>
                  </a:lnTo>
                  <a:lnTo>
                    <a:pt x="245" y="25"/>
                  </a:lnTo>
                  <a:lnTo>
                    <a:pt x="245" y="166"/>
                  </a:lnTo>
                  <a:lnTo>
                    <a:pt x="245" y="166"/>
                  </a:lnTo>
                  <a:lnTo>
                    <a:pt x="244" y="167"/>
                  </a:lnTo>
                  <a:lnTo>
                    <a:pt x="244" y="170"/>
                  </a:lnTo>
                  <a:lnTo>
                    <a:pt x="241" y="170"/>
                  </a:lnTo>
                  <a:lnTo>
                    <a:pt x="240" y="171"/>
                  </a:lnTo>
                  <a:lnTo>
                    <a:pt x="23" y="171"/>
                  </a:lnTo>
                  <a:lnTo>
                    <a:pt x="23" y="171"/>
                  </a:lnTo>
                  <a:lnTo>
                    <a:pt x="21" y="170"/>
                  </a:lnTo>
                  <a:lnTo>
                    <a:pt x="19" y="170"/>
                  </a:lnTo>
                  <a:lnTo>
                    <a:pt x="18" y="167"/>
                  </a:lnTo>
                  <a:lnTo>
                    <a:pt x="18" y="166"/>
                  </a:lnTo>
                  <a:lnTo>
                    <a:pt x="18" y="2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sz="1800" b="0" i="0" u="none" strike="noStrike" kern="1200" cap="none" spc="0" normalizeH="0" baseline="0" noProof="0">
                <a:ln>
                  <a:noFill/>
                </a:ln>
                <a:solidFill>
                  <a:srgbClr val="0900B6"/>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grpSp>
      <p:grpSp>
        <p:nvGrpSpPr>
          <p:cNvPr id="70" name="Group 61">
            <a:extLst>
              <a:ext uri="{FF2B5EF4-FFF2-40B4-BE49-F238E27FC236}">
                <a16:creationId xmlns:a16="http://schemas.microsoft.com/office/drawing/2014/main" id="{C1346F6A-DC07-4124-8413-8B305C5D580A}"/>
              </a:ext>
            </a:extLst>
          </p:cNvPr>
          <p:cNvGrpSpPr>
            <a:grpSpLocks noChangeAspect="1"/>
          </p:cNvGrpSpPr>
          <p:nvPr/>
        </p:nvGrpSpPr>
        <p:grpSpPr>
          <a:xfrm>
            <a:off x="11108913" y="990589"/>
            <a:ext cx="522288" cy="522288"/>
            <a:chOff x="6716713" y="822325"/>
            <a:chExt cx="522288" cy="522288"/>
          </a:xfrm>
          <a:solidFill>
            <a:schemeClr val="accent4"/>
          </a:solidFill>
        </p:grpSpPr>
        <p:sp>
          <p:nvSpPr>
            <p:cNvPr id="76" name="Freeform 34">
              <a:extLst>
                <a:ext uri="{FF2B5EF4-FFF2-40B4-BE49-F238E27FC236}">
                  <a16:creationId xmlns:a16="http://schemas.microsoft.com/office/drawing/2014/main" id="{078646C5-75F2-4409-AD76-CDDE4E813868}"/>
                </a:ext>
              </a:extLst>
            </p:cNvPr>
            <p:cNvSpPr>
              <a:spLocks noEditPoints="1"/>
            </p:cNvSpPr>
            <p:nvPr/>
          </p:nvSpPr>
          <p:spPr bwMode="auto">
            <a:xfrm>
              <a:off x="6716713" y="822325"/>
              <a:ext cx="522288" cy="522288"/>
            </a:xfrm>
            <a:custGeom>
              <a:avLst/>
              <a:gdLst>
                <a:gd name="T0" fmla="*/ 312 w 659"/>
                <a:gd name="T1" fmla="*/ 658 h 658"/>
                <a:gd name="T2" fmla="*/ 264 w 659"/>
                <a:gd name="T3" fmla="*/ 652 h 658"/>
                <a:gd name="T4" fmla="*/ 202 w 659"/>
                <a:gd name="T5" fmla="*/ 633 h 658"/>
                <a:gd name="T6" fmla="*/ 120 w 659"/>
                <a:gd name="T7" fmla="*/ 583 h 658"/>
                <a:gd name="T8" fmla="*/ 57 w 659"/>
                <a:gd name="T9" fmla="*/ 513 h 658"/>
                <a:gd name="T10" fmla="*/ 15 w 659"/>
                <a:gd name="T11" fmla="*/ 427 h 658"/>
                <a:gd name="T12" fmla="*/ 5 w 659"/>
                <a:gd name="T13" fmla="*/ 379 h 658"/>
                <a:gd name="T14" fmla="*/ 0 w 659"/>
                <a:gd name="T15" fmla="*/ 329 h 658"/>
                <a:gd name="T16" fmla="*/ 3 w 659"/>
                <a:gd name="T17" fmla="*/ 296 h 658"/>
                <a:gd name="T18" fmla="*/ 11 w 659"/>
                <a:gd name="T19" fmla="*/ 247 h 658"/>
                <a:gd name="T20" fmla="*/ 41 w 659"/>
                <a:gd name="T21" fmla="*/ 173 h 658"/>
                <a:gd name="T22" fmla="*/ 97 w 659"/>
                <a:gd name="T23" fmla="*/ 97 h 658"/>
                <a:gd name="T24" fmla="*/ 172 w 659"/>
                <a:gd name="T25" fmla="*/ 40 h 658"/>
                <a:gd name="T26" fmla="*/ 248 w 659"/>
                <a:gd name="T27" fmla="*/ 11 h 658"/>
                <a:gd name="T28" fmla="*/ 296 w 659"/>
                <a:gd name="T29" fmla="*/ 3 h 658"/>
                <a:gd name="T30" fmla="*/ 330 w 659"/>
                <a:gd name="T31" fmla="*/ 0 h 658"/>
                <a:gd name="T32" fmla="*/ 379 w 659"/>
                <a:gd name="T33" fmla="*/ 4 h 658"/>
                <a:gd name="T34" fmla="*/ 428 w 659"/>
                <a:gd name="T35" fmla="*/ 15 h 658"/>
                <a:gd name="T36" fmla="*/ 514 w 659"/>
                <a:gd name="T37" fmla="*/ 56 h 658"/>
                <a:gd name="T38" fmla="*/ 584 w 659"/>
                <a:gd name="T39" fmla="*/ 121 h 658"/>
                <a:gd name="T40" fmla="*/ 633 w 659"/>
                <a:gd name="T41" fmla="*/ 202 h 658"/>
                <a:gd name="T42" fmla="*/ 652 w 659"/>
                <a:gd name="T43" fmla="*/ 263 h 658"/>
                <a:gd name="T44" fmla="*/ 657 w 659"/>
                <a:gd name="T45" fmla="*/ 313 h 658"/>
                <a:gd name="T46" fmla="*/ 657 w 659"/>
                <a:gd name="T47" fmla="*/ 347 h 658"/>
                <a:gd name="T48" fmla="*/ 652 w 659"/>
                <a:gd name="T49" fmla="*/ 396 h 658"/>
                <a:gd name="T50" fmla="*/ 633 w 659"/>
                <a:gd name="T51" fmla="*/ 457 h 658"/>
                <a:gd name="T52" fmla="*/ 584 w 659"/>
                <a:gd name="T53" fmla="*/ 539 h 658"/>
                <a:gd name="T54" fmla="*/ 514 w 659"/>
                <a:gd name="T55" fmla="*/ 602 h 658"/>
                <a:gd name="T56" fmla="*/ 428 w 659"/>
                <a:gd name="T57" fmla="*/ 644 h 658"/>
                <a:gd name="T58" fmla="*/ 379 w 659"/>
                <a:gd name="T59" fmla="*/ 654 h 658"/>
                <a:gd name="T60" fmla="*/ 330 w 659"/>
                <a:gd name="T61" fmla="*/ 658 h 658"/>
                <a:gd name="T62" fmla="*/ 330 w 659"/>
                <a:gd name="T63" fmla="*/ 38 h 658"/>
                <a:gd name="T64" fmla="*/ 244 w 659"/>
                <a:gd name="T65" fmla="*/ 51 h 658"/>
                <a:gd name="T66" fmla="*/ 167 w 659"/>
                <a:gd name="T67" fmla="*/ 89 h 658"/>
                <a:gd name="T68" fmla="*/ 105 w 659"/>
                <a:gd name="T69" fmla="*/ 144 h 658"/>
                <a:gd name="T70" fmla="*/ 61 w 659"/>
                <a:gd name="T71" fmla="*/ 216 h 658"/>
                <a:gd name="T72" fmla="*/ 39 w 659"/>
                <a:gd name="T73" fmla="*/ 300 h 658"/>
                <a:gd name="T74" fmla="*/ 39 w 659"/>
                <a:gd name="T75" fmla="*/ 359 h 658"/>
                <a:gd name="T76" fmla="*/ 61 w 659"/>
                <a:gd name="T77" fmla="*/ 443 h 658"/>
                <a:gd name="T78" fmla="*/ 105 w 659"/>
                <a:gd name="T79" fmla="*/ 515 h 658"/>
                <a:gd name="T80" fmla="*/ 167 w 659"/>
                <a:gd name="T81" fmla="*/ 571 h 658"/>
                <a:gd name="T82" fmla="*/ 244 w 659"/>
                <a:gd name="T83" fmla="*/ 607 h 658"/>
                <a:gd name="T84" fmla="*/ 330 w 659"/>
                <a:gd name="T85" fmla="*/ 621 h 658"/>
                <a:gd name="T86" fmla="*/ 389 w 659"/>
                <a:gd name="T87" fmla="*/ 615 h 658"/>
                <a:gd name="T88" fmla="*/ 468 w 659"/>
                <a:gd name="T89" fmla="*/ 586 h 658"/>
                <a:gd name="T90" fmla="*/ 535 w 659"/>
                <a:gd name="T91" fmla="*/ 535 h 658"/>
                <a:gd name="T92" fmla="*/ 586 w 659"/>
                <a:gd name="T93" fmla="*/ 468 h 658"/>
                <a:gd name="T94" fmla="*/ 614 w 659"/>
                <a:gd name="T95" fmla="*/ 388 h 658"/>
                <a:gd name="T96" fmla="*/ 621 w 659"/>
                <a:gd name="T97" fmla="*/ 329 h 658"/>
                <a:gd name="T98" fmla="*/ 608 w 659"/>
                <a:gd name="T99" fmla="*/ 243 h 658"/>
                <a:gd name="T100" fmla="*/ 571 w 659"/>
                <a:gd name="T101" fmla="*/ 167 h 658"/>
                <a:gd name="T102" fmla="*/ 515 w 659"/>
                <a:gd name="T103" fmla="*/ 105 h 658"/>
                <a:gd name="T104" fmla="*/ 442 w 659"/>
                <a:gd name="T105" fmla="*/ 62 h 658"/>
                <a:gd name="T106" fmla="*/ 359 w 659"/>
                <a:gd name="T107" fmla="*/ 40 h 6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59" h="658">
                  <a:moveTo>
                    <a:pt x="330" y="658"/>
                  </a:moveTo>
                  <a:lnTo>
                    <a:pt x="330" y="658"/>
                  </a:lnTo>
                  <a:lnTo>
                    <a:pt x="312" y="658"/>
                  </a:lnTo>
                  <a:lnTo>
                    <a:pt x="296" y="657"/>
                  </a:lnTo>
                  <a:lnTo>
                    <a:pt x="280" y="654"/>
                  </a:lnTo>
                  <a:lnTo>
                    <a:pt x="264" y="652"/>
                  </a:lnTo>
                  <a:lnTo>
                    <a:pt x="248" y="648"/>
                  </a:lnTo>
                  <a:lnTo>
                    <a:pt x="232" y="644"/>
                  </a:lnTo>
                  <a:lnTo>
                    <a:pt x="202" y="633"/>
                  </a:lnTo>
                  <a:lnTo>
                    <a:pt x="172" y="618"/>
                  </a:lnTo>
                  <a:lnTo>
                    <a:pt x="146" y="602"/>
                  </a:lnTo>
                  <a:lnTo>
                    <a:pt x="120" y="583"/>
                  </a:lnTo>
                  <a:lnTo>
                    <a:pt x="97" y="562"/>
                  </a:lnTo>
                  <a:lnTo>
                    <a:pt x="76" y="539"/>
                  </a:lnTo>
                  <a:lnTo>
                    <a:pt x="57" y="513"/>
                  </a:lnTo>
                  <a:lnTo>
                    <a:pt x="41" y="486"/>
                  </a:lnTo>
                  <a:lnTo>
                    <a:pt x="26" y="457"/>
                  </a:lnTo>
                  <a:lnTo>
                    <a:pt x="15" y="427"/>
                  </a:lnTo>
                  <a:lnTo>
                    <a:pt x="11" y="411"/>
                  </a:lnTo>
                  <a:lnTo>
                    <a:pt x="7" y="396"/>
                  </a:lnTo>
                  <a:lnTo>
                    <a:pt x="5" y="379"/>
                  </a:lnTo>
                  <a:lnTo>
                    <a:pt x="3" y="363"/>
                  </a:lnTo>
                  <a:lnTo>
                    <a:pt x="2" y="347"/>
                  </a:lnTo>
                  <a:lnTo>
                    <a:pt x="0" y="329"/>
                  </a:lnTo>
                  <a:lnTo>
                    <a:pt x="0" y="329"/>
                  </a:lnTo>
                  <a:lnTo>
                    <a:pt x="2" y="313"/>
                  </a:lnTo>
                  <a:lnTo>
                    <a:pt x="3" y="296"/>
                  </a:lnTo>
                  <a:lnTo>
                    <a:pt x="5" y="279"/>
                  </a:lnTo>
                  <a:lnTo>
                    <a:pt x="7" y="263"/>
                  </a:lnTo>
                  <a:lnTo>
                    <a:pt x="11" y="247"/>
                  </a:lnTo>
                  <a:lnTo>
                    <a:pt x="15" y="232"/>
                  </a:lnTo>
                  <a:lnTo>
                    <a:pt x="26" y="202"/>
                  </a:lnTo>
                  <a:lnTo>
                    <a:pt x="41" y="173"/>
                  </a:lnTo>
                  <a:lnTo>
                    <a:pt x="57" y="145"/>
                  </a:lnTo>
                  <a:lnTo>
                    <a:pt x="76" y="121"/>
                  </a:lnTo>
                  <a:lnTo>
                    <a:pt x="97" y="97"/>
                  </a:lnTo>
                  <a:lnTo>
                    <a:pt x="120" y="75"/>
                  </a:lnTo>
                  <a:lnTo>
                    <a:pt x="146" y="56"/>
                  </a:lnTo>
                  <a:lnTo>
                    <a:pt x="172" y="40"/>
                  </a:lnTo>
                  <a:lnTo>
                    <a:pt x="202" y="27"/>
                  </a:lnTo>
                  <a:lnTo>
                    <a:pt x="232" y="15"/>
                  </a:lnTo>
                  <a:lnTo>
                    <a:pt x="248" y="11"/>
                  </a:lnTo>
                  <a:lnTo>
                    <a:pt x="264" y="7"/>
                  </a:lnTo>
                  <a:lnTo>
                    <a:pt x="280" y="4"/>
                  </a:lnTo>
                  <a:lnTo>
                    <a:pt x="296" y="3"/>
                  </a:lnTo>
                  <a:lnTo>
                    <a:pt x="312" y="1"/>
                  </a:lnTo>
                  <a:lnTo>
                    <a:pt x="330" y="0"/>
                  </a:lnTo>
                  <a:lnTo>
                    <a:pt x="330" y="0"/>
                  </a:lnTo>
                  <a:lnTo>
                    <a:pt x="347" y="1"/>
                  </a:lnTo>
                  <a:lnTo>
                    <a:pt x="363" y="3"/>
                  </a:lnTo>
                  <a:lnTo>
                    <a:pt x="379" y="4"/>
                  </a:lnTo>
                  <a:lnTo>
                    <a:pt x="395" y="7"/>
                  </a:lnTo>
                  <a:lnTo>
                    <a:pt x="412" y="11"/>
                  </a:lnTo>
                  <a:lnTo>
                    <a:pt x="428" y="15"/>
                  </a:lnTo>
                  <a:lnTo>
                    <a:pt x="457" y="27"/>
                  </a:lnTo>
                  <a:lnTo>
                    <a:pt x="487" y="40"/>
                  </a:lnTo>
                  <a:lnTo>
                    <a:pt x="514" y="56"/>
                  </a:lnTo>
                  <a:lnTo>
                    <a:pt x="539" y="75"/>
                  </a:lnTo>
                  <a:lnTo>
                    <a:pt x="562" y="97"/>
                  </a:lnTo>
                  <a:lnTo>
                    <a:pt x="584" y="121"/>
                  </a:lnTo>
                  <a:lnTo>
                    <a:pt x="602" y="145"/>
                  </a:lnTo>
                  <a:lnTo>
                    <a:pt x="618" y="173"/>
                  </a:lnTo>
                  <a:lnTo>
                    <a:pt x="633" y="202"/>
                  </a:lnTo>
                  <a:lnTo>
                    <a:pt x="644" y="232"/>
                  </a:lnTo>
                  <a:lnTo>
                    <a:pt x="648" y="247"/>
                  </a:lnTo>
                  <a:lnTo>
                    <a:pt x="652" y="263"/>
                  </a:lnTo>
                  <a:lnTo>
                    <a:pt x="655" y="279"/>
                  </a:lnTo>
                  <a:lnTo>
                    <a:pt x="656" y="296"/>
                  </a:lnTo>
                  <a:lnTo>
                    <a:pt x="657" y="313"/>
                  </a:lnTo>
                  <a:lnTo>
                    <a:pt x="659" y="329"/>
                  </a:lnTo>
                  <a:lnTo>
                    <a:pt x="659" y="329"/>
                  </a:lnTo>
                  <a:lnTo>
                    <a:pt x="657" y="347"/>
                  </a:lnTo>
                  <a:lnTo>
                    <a:pt x="656" y="363"/>
                  </a:lnTo>
                  <a:lnTo>
                    <a:pt x="655" y="379"/>
                  </a:lnTo>
                  <a:lnTo>
                    <a:pt x="652" y="396"/>
                  </a:lnTo>
                  <a:lnTo>
                    <a:pt x="648" y="411"/>
                  </a:lnTo>
                  <a:lnTo>
                    <a:pt x="644" y="427"/>
                  </a:lnTo>
                  <a:lnTo>
                    <a:pt x="633" y="457"/>
                  </a:lnTo>
                  <a:lnTo>
                    <a:pt x="618" y="486"/>
                  </a:lnTo>
                  <a:lnTo>
                    <a:pt x="602" y="513"/>
                  </a:lnTo>
                  <a:lnTo>
                    <a:pt x="584" y="539"/>
                  </a:lnTo>
                  <a:lnTo>
                    <a:pt x="562" y="562"/>
                  </a:lnTo>
                  <a:lnTo>
                    <a:pt x="539" y="583"/>
                  </a:lnTo>
                  <a:lnTo>
                    <a:pt x="514" y="602"/>
                  </a:lnTo>
                  <a:lnTo>
                    <a:pt x="487" y="618"/>
                  </a:lnTo>
                  <a:lnTo>
                    <a:pt x="457" y="633"/>
                  </a:lnTo>
                  <a:lnTo>
                    <a:pt x="428" y="644"/>
                  </a:lnTo>
                  <a:lnTo>
                    <a:pt x="412" y="648"/>
                  </a:lnTo>
                  <a:lnTo>
                    <a:pt x="395" y="652"/>
                  </a:lnTo>
                  <a:lnTo>
                    <a:pt x="379" y="654"/>
                  </a:lnTo>
                  <a:lnTo>
                    <a:pt x="363" y="657"/>
                  </a:lnTo>
                  <a:lnTo>
                    <a:pt x="347" y="658"/>
                  </a:lnTo>
                  <a:lnTo>
                    <a:pt x="330" y="658"/>
                  </a:lnTo>
                  <a:lnTo>
                    <a:pt x="330" y="658"/>
                  </a:lnTo>
                  <a:close/>
                  <a:moveTo>
                    <a:pt x="330" y="38"/>
                  </a:moveTo>
                  <a:lnTo>
                    <a:pt x="330" y="38"/>
                  </a:lnTo>
                  <a:lnTo>
                    <a:pt x="300" y="40"/>
                  </a:lnTo>
                  <a:lnTo>
                    <a:pt x="271" y="44"/>
                  </a:lnTo>
                  <a:lnTo>
                    <a:pt x="244" y="51"/>
                  </a:lnTo>
                  <a:lnTo>
                    <a:pt x="217" y="62"/>
                  </a:lnTo>
                  <a:lnTo>
                    <a:pt x="191" y="74"/>
                  </a:lnTo>
                  <a:lnTo>
                    <a:pt x="167" y="89"/>
                  </a:lnTo>
                  <a:lnTo>
                    <a:pt x="144" y="105"/>
                  </a:lnTo>
                  <a:lnTo>
                    <a:pt x="124" y="124"/>
                  </a:lnTo>
                  <a:lnTo>
                    <a:pt x="105" y="144"/>
                  </a:lnTo>
                  <a:lnTo>
                    <a:pt x="88" y="167"/>
                  </a:lnTo>
                  <a:lnTo>
                    <a:pt x="73" y="191"/>
                  </a:lnTo>
                  <a:lnTo>
                    <a:pt x="61" y="216"/>
                  </a:lnTo>
                  <a:lnTo>
                    <a:pt x="52" y="243"/>
                  </a:lnTo>
                  <a:lnTo>
                    <a:pt x="45" y="271"/>
                  </a:lnTo>
                  <a:lnTo>
                    <a:pt x="39" y="300"/>
                  </a:lnTo>
                  <a:lnTo>
                    <a:pt x="38" y="329"/>
                  </a:lnTo>
                  <a:lnTo>
                    <a:pt x="38" y="329"/>
                  </a:lnTo>
                  <a:lnTo>
                    <a:pt x="39" y="359"/>
                  </a:lnTo>
                  <a:lnTo>
                    <a:pt x="45" y="388"/>
                  </a:lnTo>
                  <a:lnTo>
                    <a:pt x="52" y="416"/>
                  </a:lnTo>
                  <a:lnTo>
                    <a:pt x="61" y="443"/>
                  </a:lnTo>
                  <a:lnTo>
                    <a:pt x="73" y="468"/>
                  </a:lnTo>
                  <a:lnTo>
                    <a:pt x="88" y="492"/>
                  </a:lnTo>
                  <a:lnTo>
                    <a:pt x="105" y="515"/>
                  </a:lnTo>
                  <a:lnTo>
                    <a:pt x="124" y="535"/>
                  </a:lnTo>
                  <a:lnTo>
                    <a:pt x="144" y="553"/>
                  </a:lnTo>
                  <a:lnTo>
                    <a:pt x="167" y="571"/>
                  </a:lnTo>
                  <a:lnTo>
                    <a:pt x="191" y="586"/>
                  </a:lnTo>
                  <a:lnTo>
                    <a:pt x="217" y="598"/>
                  </a:lnTo>
                  <a:lnTo>
                    <a:pt x="244" y="607"/>
                  </a:lnTo>
                  <a:lnTo>
                    <a:pt x="271" y="615"/>
                  </a:lnTo>
                  <a:lnTo>
                    <a:pt x="300" y="619"/>
                  </a:lnTo>
                  <a:lnTo>
                    <a:pt x="330" y="621"/>
                  </a:lnTo>
                  <a:lnTo>
                    <a:pt x="330" y="621"/>
                  </a:lnTo>
                  <a:lnTo>
                    <a:pt x="359" y="619"/>
                  </a:lnTo>
                  <a:lnTo>
                    <a:pt x="389" y="615"/>
                  </a:lnTo>
                  <a:lnTo>
                    <a:pt x="416" y="607"/>
                  </a:lnTo>
                  <a:lnTo>
                    <a:pt x="442" y="598"/>
                  </a:lnTo>
                  <a:lnTo>
                    <a:pt x="468" y="586"/>
                  </a:lnTo>
                  <a:lnTo>
                    <a:pt x="492" y="571"/>
                  </a:lnTo>
                  <a:lnTo>
                    <a:pt x="515" y="553"/>
                  </a:lnTo>
                  <a:lnTo>
                    <a:pt x="535" y="535"/>
                  </a:lnTo>
                  <a:lnTo>
                    <a:pt x="554" y="515"/>
                  </a:lnTo>
                  <a:lnTo>
                    <a:pt x="571" y="492"/>
                  </a:lnTo>
                  <a:lnTo>
                    <a:pt x="586" y="468"/>
                  </a:lnTo>
                  <a:lnTo>
                    <a:pt x="598" y="443"/>
                  </a:lnTo>
                  <a:lnTo>
                    <a:pt x="608" y="416"/>
                  </a:lnTo>
                  <a:lnTo>
                    <a:pt x="614" y="388"/>
                  </a:lnTo>
                  <a:lnTo>
                    <a:pt x="620" y="359"/>
                  </a:lnTo>
                  <a:lnTo>
                    <a:pt x="621" y="329"/>
                  </a:lnTo>
                  <a:lnTo>
                    <a:pt x="621" y="329"/>
                  </a:lnTo>
                  <a:lnTo>
                    <a:pt x="620" y="300"/>
                  </a:lnTo>
                  <a:lnTo>
                    <a:pt x="614" y="271"/>
                  </a:lnTo>
                  <a:lnTo>
                    <a:pt x="608" y="243"/>
                  </a:lnTo>
                  <a:lnTo>
                    <a:pt x="598" y="216"/>
                  </a:lnTo>
                  <a:lnTo>
                    <a:pt x="586" y="191"/>
                  </a:lnTo>
                  <a:lnTo>
                    <a:pt x="571" y="167"/>
                  </a:lnTo>
                  <a:lnTo>
                    <a:pt x="554" y="144"/>
                  </a:lnTo>
                  <a:lnTo>
                    <a:pt x="535" y="124"/>
                  </a:lnTo>
                  <a:lnTo>
                    <a:pt x="515" y="105"/>
                  </a:lnTo>
                  <a:lnTo>
                    <a:pt x="492" y="89"/>
                  </a:lnTo>
                  <a:lnTo>
                    <a:pt x="468" y="74"/>
                  </a:lnTo>
                  <a:lnTo>
                    <a:pt x="442" y="62"/>
                  </a:lnTo>
                  <a:lnTo>
                    <a:pt x="416" y="51"/>
                  </a:lnTo>
                  <a:lnTo>
                    <a:pt x="389" y="44"/>
                  </a:lnTo>
                  <a:lnTo>
                    <a:pt x="359" y="40"/>
                  </a:lnTo>
                  <a:lnTo>
                    <a:pt x="330" y="38"/>
                  </a:lnTo>
                  <a:lnTo>
                    <a:pt x="330" y="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sz="1800" b="0" i="0" u="none" strike="noStrike" kern="1200" cap="none" spc="0" normalizeH="0" baseline="0" noProof="0">
                <a:ln>
                  <a:noFill/>
                </a:ln>
                <a:solidFill>
                  <a:srgbClr val="0900B6"/>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77" name="Freeform 174">
              <a:extLst>
                <a:ext uri="{FF2B5EF4-FFF2-40B4-BE49-F238E27FC236}">
                  <a16:creationId xmlns:a16="http://schemas.microsoft.com/office/drawing/2014/main" id="{6B9C3767-1F22-4742-A7D2-BA599367BFF9}"/>
                </a:ext>
              </a:extLst>
            </p:cNvPr>
            <p:cNvSpPr>
              <a:spLocks noEditPoints="1"/>
            </p:cNvSpPr>
            <p:nvPr/>
          </p:nvSpPr>
          <p:spPr bwMode="auto">
            <a:xfrm>
              <a:off x="6896101" y="960438"/>
              <a:ext cx="165100" cy="242888"/>
            </a:xfrm>
            <a:custGeom>
              <a:avLst/>
              <a:gdLst>
                <a:gd name="T0" fmla="*/ 182 w 207"/>
                <a:gd name="T1" fmla="*/ 305 h 305"/>
                <a:gd name="T2" fmla="*/ 187 w 207"/>
                <a:gd name="T3" fmla="*/ 303 h 305"/>
                <a:gd name="T4" fmla="*/ 196 w 207"/>
                <a:gd name="T5" fmla="*/ 301 h 305"/>
                <a:gd name="T6" fmla="*/ 203 w 207"/>
                <a:gd name="T7" fmla="*/ 294 h 305"/>
                <a:gd name="T8" fmla="*/ 206 w 207"/>
                <a:gd name="T9" fmla="*/ 284 h 305"/>
                <a:gd name="T10" fmla="*/ 207 w 207"/>
                <a:gd name="T11" fmla="*/ 24 h 305"/>
                <a:gd name="T12" fmla="*/ 206 w 207"/>
                <a:gd name="T13" fmla="*/ 20 h 305"/>
                <a:gd name="T14" fmla="*/ 203 w 207"/>
                <a:gd name="T15" fmla="*/ 10 h 305"/>
                <a:gd name="T16" fmla="*/ 196 w 207"/>
                <a:gd name="T17" fmla="*/ 4 h 305"/>
                <a:gd name="T18" fmla="*/ 187 w 207"/>
                <a:gd name="T19" fmla="*/ 1 h 305"/>
                <a:gd name="T20" fmla="*/ 26 w 207"/>
                <a:gd name="T21" fmla="*/ 0 h 305"/>
                <a:gd name="T22" fmla="*/ 20 w 207"/>
                <a:gd name="T23" fmla="*/ 1 h 305"/>
                <a:gd name="T24" fmla="*/ 11 w 207"/>
                <a:gd name="T25" fmla="*/ 4 h 305"/>
                <a:gd name="T26" fmla="*/ 4 w 207"/>
                <a:gd name="T27" fmla="*/ 10 h 305"/>
                <a:gd name="T28" fmla="*/ 2 w 207"/>
                <a:gd name="T29" fmla="*/ 20 h 305"/>
                <a:gd name="T30" fmla="*/ 0 w 207"/>
                <a:gd name="T31" fmla="*/ 279 h 305"/>
                <a:gd name="T32" fmla="*/ 2 w 207"/>
                <a:gd name="T33" fmla="*/ 284 h 305"/>
                <a:gd name="T34" fmla="*/ 4 w 207"/>
                <a:gd name="T35" fmla="*/ 294 h 305"/>
                <a:gd name="T36" fmla="*/ 11 w 207"/>
                <a:gd name="T37" fmla="*/ 301 h 305"/>
                <a:gd name="T38" fmla="*/ 20 w 207"/>
                <a:gd name="T39" fmla="*/ 303 h 305"/>
                <a:gd name="T40" fmla="*/ 26 w 207"/>
                <a:gd name="T41" fmla="*/ 305 h 305"/>
                <a:gd name="T42" fmla="*/ 104 w 207"/>
                <a:gd name="T43" fmla="*/ 294 h 305"/>
                <a:gd name="T44" fmla="*/ 93 w 207"/>
                <a:gd name="T45" fmla="*/ 290 h 305"/>
                <a:gd name="T46" fmla="*/ 89 w 207"/>
                <a:gd name="T47" fmla="*/ 279 h 305"/>
                <a:gd name="T48" fmla="*/ 90 w 207"/>
                <a:gd name="T49" fmla="*/ 274 h 305"/>
                <a:gd name="T50" fmla="*/ 98 w 207"/>
                <a:gd name="T51" fmla="*/ 266 h 305"/>
                <a:gd name="T52" fmla="*/ 104 w 207"/>
                <a:gd name="T53" fmla="*/ 266 h 305"/>
                <a:gd name="T54" fmla="*/ 114 w 207"/>
                <a:gd name="T55" fmla="*/ 270 h 305"/>
                <a:gd name="T56" fmla="*/ 118 w 207"/>
                <a:gd name="T57" fmla="*/ 279 h 305"/>
                <a:gd name="T58" fmla="*/ 117 w 207"/>
                <a:gd name="T59" fmla="*/ 286 h 305"/>
                <a:gd name="T60" fmla="*/ 109 w 207"/>
                <a:gd name="T61" fmla="*/ 294 h 305"/>
                <a:gd name="T62" fmla="*/ 104 w 207"/>
                <a:gd name="T63" fmla="*/ 294 h 305"/>
                <a:gd name="T64" fmla="*/ 19 w 207"/>
                <a:gd name="T65" fmla="*/ 22 h 305"/>
                <a:gd name="T66" fmla="*/ 23 w 207"/>
                <a:gd name="T67" fmla="*/ 18 h 305"/>
                <a:gd name="T68" fmla="*/ 184 w 207"/>
                <a:gd name="T69" fmla="*/ 18 h 305"/>
                <a:gd name="T70" fmla="*/ 188 w 207"/>
                <a:gd name="T71" fmla="*/ 22 h 305"/>
                <a:gd name="T72" fmla="*/ 188 w 207"/>
                <a:gd name="T73" fmla="*/ 241 h 305"/>
                <a:gd name="T74" fmla="*/ 184 w 207"/>
                <a:gd name="T75" fmla="*/ 245 h 305"/>
                <a:gd name="T76" fmla="*/ 23 w 207"/>
                <a:gd name="T77" fmla="*/ 245 h 305"/>
                <a:gd name="T78" fmla="*/ 19 w 207"/>
                <a:gd name="T79" fmla="*/ 241 h 3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07" h="305">
                  <a:moveTo>
                    <a:pt x="26" y="305"/>
                  </a:moveTo>
                  <a:lnTo>
                    <a:pt x="182" y="305"/>
                  </a:lnTo>
                  <a:lnTo>
                    <a:pt x="182" y="305"/>
                  </a:lnTo>
                  <a:lnTo>
                    <a:pt x="187" y="303"/>
                  </a:lnTo>
                  <a:lnTo>
                    <a:pt x="192" y="302"/>
                  </a:lnTo>
                  <a:lnTo>
                    <a:pt x="196" y="301"/>
                  </a:lnTo>
                  <a:lnTo>
                    <a:pt x="199" y="297"/>
                  </a:lnTo>
                  <a:lnTo>
                    <a:pt x="203" y="294"/>
                  </a:lnTo>
                  <a:lnTo>
                    <a:pt x="204" y="290"/>
                  </a:lnTo>
                  <a:lnTo>
                    <a:pt x="206" y="284"/>
                  </a:lnTo>
                  <a:lnTo>
                    <a:pt x="207" y="279"/>
                  </a:lnTo>
                  <a:lnTo>
                    <a:pt x="207" y="24"/>
                  </a:lnTo>
                  <a:lnTo>
                    <a:pt x="207" y="24"/>
                  </a:lnTo>
                  <a:lnTo>
                    <a:pt x="206" y="20"/>
                  </a:lnTo>
                  <a:lnTo>
                    <a:pt x="204" y="14"/>
                  </a:lnTo>
                  <a:lnTo>
                    <a:pt x="203" y="10"/>
                  </a:lnTo>
                  <a:lnTo>
                    <a:pt x="199" y="8"/>
                  </a:lnTo>
                  <a:lnTo>
                    <a:pt x="196" y="4"/>
                  </a:lnTo>
                  <a:lnTo>
                    <a:pt x="192" y="2"/>
                  </a:lnTo>
                  <a:lnTo>
                    <a:pt x="187" y="1"/>
                  </a:lnTo>
                  <a:lnTo>
                    <a:pt x="182" y="0"/>
                  </a:lnTo>
                  <a:lnTo>
                    <a:pt x="26" y="0"/>
                  </a:lnTo>
                  <a:lnTo>
                    <a:pt x="26" y="0"/>
                  </a:lnTo>
                  <a:lnTo>
                    <a:pt x="20" y="1"/>
                  </a:lnTo>
                  <a:lnTo>
                    <a:pt x="15" y="2"/>
                  </a:lnTo>
                  <a:lnTo>
                    <a:pt x="11" y="4"/>
                  </a:lnTo>
                  <a:lnTo>
                    <a:pt x="8" y="8"/>
                  </a:lnTo>
                  <a:lnTo>
                    <a:pt x="4" y="10"/>
                  </a:lnTo>
                  <a:lnTo>
                    <a:pt x="3" y="14"/>
                  </a:lnTo>
                  <a:lnTo>
                    <a:pt x="2" y="20"/>
                  </a:lnTo>
                  <a:lnTo>
                    <a:pt x="0" y="24"/>
                  </a:lnTo>
                  <a:lnTo>
                    <a:pt x="0" y="279"/>
                  </a:lnTo>
                  <a:lnTo>
                    <a:pt x="0" y="279"/>
                  </a:lnTo>
                  <a:lnTo>
                    <a:pt x="2" y="284"/>
                  </a:lnTo>
                  <a:lnTo>
                    <a:pt x="3" y="290"/>
                  </a:lnTo>
                  <a:lnTo>
                    <a:pt x="4" y="294"/>
                  </a:lnTo>
                  <a:lnTo>
                    <a:pt x="8" y="297"/>
                  </a:lnTo>
                  <a:lnTo>
                    <a:pt x="11" y="301"/>
                  </a:lnTo>
                  <a:lnTo>
                    <a:pt x="15" y="302"/>
                  </a:lnTo>
                  <a:lnTo>
                    <a:pt x="20" y="303"/>
                  </a:lnTo>
                  <a:lnTo>
                    <a:pt x="26" y="305"/>
                  </a:lnTo>
                  <a:lnTo>
                    <a:pt x="26" y="305"/>
                  </a:lnTo>
                  <a:close/>
                  <a:moveTo>
                    <a:pt x="104" y="294"/>
                  </a:moveTo>
                  <a:lnTo>
                    <a:pt x="104" y="294"/>
                  </a:lnTo>
                  <a:lnTo>
                    <a:pt x="98" y="294"/>
                  </a:lnTo>
                  <a:lnTo>
                    <a:pt x="93" y="290"/>
                  </a:lnTo>
                  <a:lnTo>
                    <a:pt x="90" y="286"/>
                  </a:lnTo>
                  <a:lnTo>
                    <a:pt x="89" y="279"/>
                  </a:lnTo>
                  <a:lnTo>
                    <a:pt x="89" y="279"/>
                  </a:lnTo>
                  <a:lnTo>
                    <a:pt x="90" y="274"/>
                  </a:lnTo>
                  <a:lnTo>
                    <a:pt x="93" y="270"/>
                  </a:lnTo>
                  <a:lnTo>
                    <a:pt x="98" y="266"/>
                  </a:lnTo>
                  <a:lnTo>
                    <a:pt x="104" y="266"/>
                  </a:lnTo>
                  <a:lnTo>
                    <a:pt x="104" y="266"/>
                  </a:lnTo>
                  <a:lnTo>
                    <a:pt x="109" y="266"/>
                  </a:lnTo>
                  <a:lnTo>
                    <a:pt x="114" y="270"/>
                  </a:lnTo>
                  <a:lnTo>
                    <a:pt x="117" y="274"/>
                  </a:lnTo>
                  <a:lnTo>
                    <a:pt x="118" y="279"/>
                  </a:lnTo>
                  <a:lnTo>
                    <a:pt x="118" y="279"/>
                  </a:lnTo>
                  <a:lnTo>
                    <a:pt x="117" y="286"/>
                  </a:lnTo>
                  <a:lnTo>
                    <a:pt x="114" y="290"/>
                  </a:lnTo>
                  <a:lnTo>
                    <a:pt x="109" y="294"/>
                  </a:lnTo>
                  <a:lnTo>
                    <a:pt x="104" y="294"/>
                  </a:lnTo>
                  <a:lnTo>
                    <a:pt x="104" y="294"/>
                  </a:lnTo>
                  <a:close/>
                  <a:moveTo>
                    <a:pt x="19" y="22"/>
                  </a:moveTo>
                  <a:lnTo>
                    <a:pt x="19" y="22"/>
                  </a:lnTo>
                  <a:lnTo>
                    <a:pt x="20" y="20"/>
                  </a:lnTo>
                  <a:lnTo>
                    <a:pt x="23" y="18"/>
                  </a:lnTo>
                  <a:lnTo>
                    <a:pt x="184" y="18"/>
                  </a:lnTo>
                  <a:lnTo>
                    <a:pt x="184" y="18"/>
                  </a:lnTo>
                  <a:lnTo>
                    <a:pt x="187" y="20"/>
                  </a:lnTo>
                  <a:lnTo>
                    <a:pt x="188" y="22"/>
                  </a:lnTo>
                  <a:lnTo>
                    <a:pt x="188" y="241"/>
                  </a:lnTo>
                  <a:lnTo>
                    <a:pt x="188" y="241"/>
                  </a:lnTo>
                  <a:lnTo>
                    <a:pt x="187" y="244"/>
                  </a:lnTo>
                  <a:lnTo>
                    <a:pt x="184" y="245"/>
                  </a:lnTo>
                  <a:lnTo>
                    <a:pt x="23" y="245"/>
                  </a:lnTo>
                  <a:lnTo>
                    <a:pt x="23" y="245"/>
                  </a:lnTo>
                  <a:lnTo>
                    <a:pt x="20" y="244"/>
                  </a:lnTo>
                  <a:lnTo>
                    <a:pt x="19" y="241"/>
                  </a:lnTo>
                  <a:lnTo>
                    <a:pt x="19"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sz="1800" b="0" i="0" u="none" strike="noStrike" kern="1200" cap="none" spc="0" normalizeH="0" baseline="0" noProof="0">
                <a:ln>
                  <a:noFill/>
                </a:ln>
                <a:solidFill>
                  <a:srgbClr val="0900B6"/>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grpSp>
      <p:sp>
        <p:nvSpPr>
          <p:cNvPr id="103" name="TextBox 102">
            <a:extLst>
              <a:ext uri="{FF2B5EF4-FFF2-40B4-BE49-F238E27FC236}">
                <a16:creationId xmlns:a16="http://schemas.microsoft.com/office/drawing/2014/main" id="{D54ED20F-55A9-4996-BFC4-4A11B4AC51DB}"/>
              </a:ext>
            </a:extLst>
          </p:cNvPr>
          <p:cNvSpPr txBox="1"/>
          <p:nvPr/>
        </p:nvSpPr>
        <p:spPr>
          <a:xfrm>
            <a:off x="8216381" y="1877768"/>
            <a:ext cx="697574" cy="101566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BE" sz="6000" b="0" i="0" u="none" strike="noStrike" kern="1200" cap="none" spc="0" normalizeH="0" baseline="0" noProof="0">
                <a:ln>
                  <a:noFill/>
                </a:ln>
                <a:solidFill>
                  <a:srgbClr val="3EFAC5"/>
                </a:solidFill>
                <a:effectLst/>
                <a:uLnTx/>
                <a:uFillTx/>
                <a:latin typeface="Chronicle Display Black"/>
                <a:ea typeface="+mn-ea"/>
                <a:cs typeface="+mn-cs"/>
              </a:rPr>
              <a:t>‘‘</a:t>
            </a:r>
          </a:p>
        </p:txBody>
      </p:sp>
      <p:sp>
        <p:nvSpPr>
          <p:cNvPr id="104" name="TextBox 103">
            <a:extLst>
              <a:ext uri="{FF2B5EF4-FFF2-40B4-BE49-F238E27FC236}">
                <a16:creationId xmlns:a16="http://schemas.microsoft.com/office/drawing/2014/main" id="{539881FF-1F5C-470B-88DF-12708E92AF4C}"/>
              </a:ext>
            </a:extLst>
          </p:cNvPr>
          <p:cNvSpPr txBox="1"/>
          <p:nvPr/>
        </p:nvSpPr>
        <p:spPr>
          <a:xfrm>
            <a:off x="8513869" y="2207529"/>
            <a:ext cx="994183"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BE" sz="1600" b="1" i="0" u="none" strike="noStrike" kern="1200" cap="none" spc="0" normalizeH="0" baseline="0" noProof="0">
                <a:ln>
                  <a:noFill/>
                </a:ln>
                <a:solidFill>
                  <a:srgbClr val="808080">
                    <a:lumMod val="50000"/>
                  </a:srgbClr>
                </a:solidFill>
                <a:effectLst/>
                <a:uLnTx/>
                <a:uFillTx/>
                <a:latin typeface="Open Sans" panose="020B0606030504020204" pitchFamily="34" charset="0"/>
                <a:ea typeface="Open Sans" panose="020B0606030504020204" pitchFamily="34" charset="0"/>
                <a:cs typeface="Open Sans" panose="020B0606030504020204" pitchFamily="34" charset="0"/>
              </a:rPr>
              <a:t>Insights</a:t>
            </a:r>
          </a:p>
        </p:txBody>
      </p:sp>
      <p:sp>
        <p:nvSpPr>
          <p:cNvPr id="105" name="Rounded Rectangle 82">
            <a:extLst>
              <a:ext uri="{FF2B5EF4-FFF2-40B4-BE49-F238E27FC236}">
                <a16:creationId xmlns:a16="http://schemas.microsoft.com/office/drawing/2014/main" id="{303D9F01-0A31-454E-905F-793B18204753}"/>
              </a:ext>
            </a:extLst>
          </p:cNvPr>
          <p:cNvSpPr/>
          <p:nvPr/>
        </p:nvSpPr>
        <p:spPr>
          <a:xfrm>
            <a:off x="8426305" y="2614304"/>
            <a:ext cx="2861996" cy="747455"/>
          </a:xfrm>
          <a:prstGeom prst="roundRect">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BE" sz="1200" b="0" i="1" u="none" strike="noStrike" kern="1200" cap="none" spc="0" normalizeH="0" baseline="0" noProof="0">
                <a:ln>
                  <a:noFill/>
                </a:ln>
                <a:solidFill>
                  <a:srgbClr val="808080">
                    <a:lumMod val="50000"/>
                  </a:srgbClr>
                </a:solidFill>
                <a:effectLst/>
                <a:uLnTx/>
                <a:uFillTx/>
                <a:latin typeface="Open Sans" panose="020B0606030504020204" pitchFamily="34" charset="0"/>
                <a:ea typeface="Open Sans" panose="020B0606030504020204" pitchFamily="34" charset="0"/>
                <a:cs typeface="Open Sans" panose="020B0606030504020204" pitchFamily="34" charset="0"/>
              </a:rPr>
              <a:t>Je voudrais avoir une check-list avec tous les éléments à prendre en compte lors de la location d’un bien.</a:t>
            </a:r>
          </a:p>
        </p:txBody>
      </p:sp>
      <p:sp>
        <p:nvSpPr>
          <p:cNvPr id="106" name="Rounded Rectangle 125">
            <a:extLst>
              <a:ext uri="{FF2B5EF4-FFF2-40B4-BE49-F238E27FC236}">
                <a16:creationId xmlns:a16="http://schemas.microsoft.com/office/drawing/2014/main" id="{9FBF5750-34A3-4AD7-96B7-FB854D856ED4}"/>
              </a:ext>
            </a:extLst>
          </p:cNvPr>
          <p:cNvSpPr/>
          <p:nvPr/>
        </p:nvSpPr>
        <p:spPr>
          <a:xfrm>
            <a:off x="8615192" y="3540463"/>
            <a:ext cx="3159636" cy="731046"/>
          </a:xfrm>
          <a:prstGeom prst="roundRect">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r-BE" sz="1200" b="0" i="1" u="none" strike="noStrike" kern="1200" cap="none" spc="0" normalizeH="0" baseline="0" noProof="0">
                <a:ln>
                  <a:noFill/>
                </a:ln>
                <a:solidFill>
                  <a:srgbClr val="808080">
                    <a:lumMod val="50000"/>
                  </a:srgbClr>
                </a:solidFill>
                <a:effectLst/>
                <a:uLnTx/>
                <a:uFillTx/>
                <a:latin typeface="Open Sans" panose="020B0606030504020204" pitchFamily="34" charset="0"/>
                <a:ea typeface="Open Sans" panose="020B0606030504020204" pitchFamily="34" charset="0"/>
                <a:cs typeface="Open Sans" panose="020B0606030504020204" pitchFamily="34" charset="0"/>
              </a:rPr>
              <a:t>J’aimerais avoir un résumé en haut de chaque page du </a:t>
            </a:r>
            <a:r>
              <a:rPr kumimoji="0" lang="fr-BE" sz="1200" b="0" i="1" u="none" strike="noStrike" kern="1200" cap="none" spc="0" normalizeH="0" baseline="0" noProof="0" err="1">
                <a:ln>
                  <a:noFill/>
                </a:ln>
                <a:solidFill>
                  <a:srgbClr val="808080">
                    <a:lumMod val="50000"/>
                  </a:srgbClr>
                </a:solidFill>
                <a:effectLst/>
                <a:uLnTx/>
                <a:uFillTx/>
                <a:latin typeface="Open Sans" panose="020B0606030504020204" pitchFamily="34" charset="0"/>
                <a:ea typeface="Open Sans" panose="020B0606030504020204" pitchFamily="34" charset="0"/>
                <a:cs typeface="Open Sans" panose="020B0606030504020204" pitchFamily="34" charset="0"/>
              </a:rPr>
              <a:t>sit</a:t>
            </a:r>
            <a:r>
              <a:rPr lang="fr-BE" sz="1200" i="1">
                <a:solidFill>
                  <a:srgbClr val="808080">
                    <a:lumMod val="50000"/>
                  </a:srgbClr>
                </a:solidFill>
                <a:latin typeface="Open Sans" panose="020B0606030504020204" pitchFamily="34" charset="0"/>
                <a:ea typeface="Open Sans" panose="020B0606030504020204" pitchFamily="34" charset="0"/>
                <a:cs typeface="Open Sans" panose="020B0606030504020204" pitchFamily="34" charset="0"/>
              </a:rPr>
              <a:t>e </a:t>
            </a:r>
            <a:r>
              <a:rPr kumimoji="0" lang="fr-BE" sz="1200" b="0" i="1" u="none" strike="noStrike" kern="1200" cap="none" spc="0" normalizeH="0" baseline="0" noProof="0">
                <a:ln>
                  <a:noFill/>
                </a:ln>
                <a:solidFill>
                  <a:srgbClr val="808080">
                    <a:lumMod val="50000"/>
                  </a:srgbClr>
                </a:solidFill>
                <a:effectLst/>
                <a:uLnTx/>
                <a:uFillTx/>
                <a:latin typeface="Open Sans" panose="020B0606030504020204" pitchFamily="34" charset="0"/>
                <a:ea typeface="Open Sans" panose="020B0606030504020204" pitchFamily="34" charset="0"/>
                <a:cs typeface="Open Sans" panose="020B0606030504020204" pitchFamily="34" charset="0"/>
              </a:rPr>
              <a:t>pour comprendre si ça me concerne. </a:t>
            </a:r>
          </a:p>
        </p:txBody>
      </p:sp>
      <p:grpSp>
        <p:nvGrpSpPr>
          <p:cNvPr id="107" name="Groupe 4">
            <a:extLst>
              <a:ext uri="{FF2B5EF4-FFF2-40B4-BE49-F238E27FC236}">
                <a16:creationId xmlns:a16="http://schemas.microsoft.com/office/drawing/2014/main" id="{85B8DCEF-7038-451E-AAE4-CE3842F54B89}"/>
              </a:ext>
            </a:extLst>
          </p:cNvPr>
          <p:cNvGrpSpPr/>
          <p:nvPr/>
        </p:nvGrpSpPr>
        <p:grpSpPr>
          <a:xfrm>
            <a:off x="4684043" y="4282794"/>
            <a:ext cx="3348000" cy="844152"/>
            <a:chOff x="4684043" y="4282794"/>
            <a:chExt cx="3348000" cy="844152"/>
          </a:xfrm>
        </p:grpSpPr>
        <p:grpSp>
          <p:nvGrpSpPr>
            <p:cNvPr id="108" name="Group 107">
              <a:extLst>
                <a:ext uri="{FF2B5EF4-FFF2-40B4-BE49-F238E27FC236}">
                  <a16:creationId xmlns:a16="http://schemas.microsoft.com/office/drawing/2014/main" id="{79AD36BC-7C38-4F84-9D0D-5E468A98A8ED}"/>
                </a:ext>
              </a:extLst>
            </p:cNvPr>
            <p:cNvGrpSpPr>
              <a:grpSpLocks noChangeAspect="1"/>
            </p:cNvGrpSpPr>
            <p:nvPr/>
          </p:nvGrpSpPr>
          <p:grpSpPr>
            <a:xfrm>
              <a:off x="4684043" y="4282794"/>
              <a:ext cx="690705" cy="529682"/>
              <a:chOff x="11242676" y="1820863"/>
              <a:chExt cx="258763" cy="198438"/>
            </a:xfrm>
            <a:solidFill>
              <a:schemeClr val="accent2"/>
            </a:solidFill>
          </p:grpSpPr>
          <p:sp>
            <p:nvSpPr>
              <p:cNvPr id="111" name="Freeform 307">
                <a:extLst>
                  <a:ext uri="{FF2B5EF4-FFF2-40B4-BE49-F238E27FC236}">
                    <a16:creationId xmlns:a16="http://schemas.microsoft.com/office/drawing/2014/main" id="{3B405084-E14B-4723-B643-8732E5157695}"/>
                  </a:ext>
                </a:extLst>
              </p:cNvPr>
              <p:cNvSpPr>
                <a:spLocks/>
              </p:cNvSpPr>
              <p:nvPr/>
            </p:nvSpPr>
            <p:spPr bwMode="auto">
              <a:xfrm>
                <a:off x="11242676" y="1820863"/>
                <a:ext cx="258763" cy="128588"/>
              </a:xfrm>
              <a:custGeom>
                <a:avLst/>
                <a:gdLst>
                  <a:gd name="T0" fmla="*/ 268 w 326"/>
                  <a:gd name="T1" fmla="*/ 46 h 161"/>
                  <a:gd name="T2" fmla="*/ 254 w 326"/>
                  <a:gd name="T3" fmla="*/ 47 h 161"/>
                  <a:gd name="T4" fmla="*/ 240 w 326"/>
                  <a:gd name="T5" fmla="*/ 53 h 161"/>
                  <a:gd name="T6" fmla="*/ 229 w 326"/>
                  <a:gd name="T7" fmla="*/ 49 h 161"/>
                  <a:gd name="T8" fmla="*/ 224 w 326"/>
                  <a:gd name="T9" fmla="*/ 38 h 161"/>
                  <a:gd name="T10" fmla="*/ 209 w 326"/>
                  <a:gd name="T11" fmla="*/ 20 h 161"/>
                  <a:gd name="T12" fmla="*/ 189 w 326"/>
                  <a:gd name="T13" fmla="*/ 8 h 161"/>
                  <a:gd name="T14" fmla="*/ 168 w 326"/>
                  <a:gd name="T15" fmla="*/ 2 h 161"/>
                  <a:gd name="T16" fmla="*/ 156 w 326"/>
                  <a:gd name="T17" fmla="*/ 0 h 161"/>
                  <a:gd name="T18" fmla="*/ 133 w 326"/>
                  <a:gd name="T19" fmla="*/ 3 h 161"/>
                  <a:gd name="T20" fmla="*/ 114 w 326"/>
                  <a:gd name="T21" fmla="*/ 12 h 161"/>
                  <a:gd name="T22" fmla="*/ 97 w 326"/>
                  <a:gd name="T23" fmla="*/ 26 h 161"/>
                  <a:gd name="T24" fmla="*/ 84 w 326"/>
                  <a:gd name="T25" fmla="*/ 45 h 161"/>
                  <a:gd name="T26" fmla="*/ 74 w 326"/>
                  <a:gd name="T27" fmla="*/ 49 h 161"/>
                  <a:gd name="T28" fmla="*/ 66 w 326"/>
                  <a:gd name="T29" fmla="*/ 46 h 161"/>
                  <a:gd name="T30" fmla="*/ 58 w 326"/>
                  <a:gd name="T31" fmla="*/ 46 h 161"/>
                  <a:gd name="T32" fmla="*/ 35 w 326"/>
                  <a:gd name="T33" fmla="*/ 50 h 161"/>
                  <a:gd name="T34" fmla="*/ 17 w 326"/>
                  <a:gd name="T35" fmla="*/ 62 h 161"/>
                  <a:gd name="T36" fmla="*/ 4 w 326"/>
                  <a:gd name="T37" fmla="*/ 81 h 161"/>
                  <a:gd name="T38" fmla="*/ 0 w 326"/>
                  <a:gd name="T39" fmla="*/ 104 h 161"/>
                  <a:gd name="T40" fmla="*/ 1 w 326"/>
                  <a:gd name="T41" fmla="*/ 114 h 161"/>
                  <a:gd name="T42" fmla="*/ 9 w 326"/>
                  <a:gd name="T43" fmla="*/ 136 h 161"/>
                  <a:gd name="T44" fmla="*/ 25 w 326"/>
                  <a:gd name="T45" fmla="*/ 151 h 161"/>
                  <a:gd name="T46" fmla="*/ 46 w 326"/>
                  <a:gd name="T47" fmla="*/ 160 h 161"/>
                  <a:gd name="T48" fmla="*/ 105 w 326"/>
                  <a:gd name="T49" fmla="*/ 161 h 161"/>
                  <a:gd name="T50" fmla="*/ 105 w 326"/>
                  <a:gd name="T51" fmla="*/ 108 h 161"/>
                  <a:gd name="T52" fmla="*/ 109 w 326"/>
                  <a:gd name="T53" fmla="*/ 98 h 161"/>
                  <a:gd name="T54" fmla="*/ 119 w 326"/>
                  <a:gd name="T55" fmla="*/ 94 h 161"/>
                  <a:gd name="T56" fmla="*/ 125 w 326"/>
                  <a:gd name="T57" fmla="*/ 96 h 161"/>
                  <a:gd name="T58" fmla="*/ 131 w 326"/>
                  <a:gd name="T59" fmla="*/ 102 h 161"/>
                  <a:gd name="T60" fmla="*/ 133 w 326"/>
                  <a:gd name="T61" fmla="*/ 161 h 161"/>
                  <a:gd name="T62" fmla="*/ 149 w 326"/>
                  <a:gd name="T63" fmla="*/ 141 h 161"/>
                  <a:gd name="T64" fmla="*/ 150 w 326"/>
                  <a:gd name="T65" fmla="*/ 136 h 161"/>
                  <a:gd name="T66" fmla="*/ 158 w 326"/>
                  <a:gd name="T67" fmla="*/ 129 h 161"/>
                  <a:gd name="T68" fmla="*/ 162 w 326"/>
                  <a:gd name="T69" fmla="*/ 128 h 161"/>
                  <a:gd name="T70" fmla="*/ 173 w 326"/>
                  <a:gd name="T71" fmla="*/ 132 h 161"/>
                  <a:gd name="T72" fmla="*/ 177 w 326"/>
                  <a:gd name="T73" fmla="*/ 141 h 161"/>
                  <a:gd name="T74" fmla="*/ 193 w 326"/>
                  <a:gd name="T75" fmla="*/ 161 h 161"/>
                  <a:gd name="T76" fmla="*/ 193 w 326"/>
                  <a:gd name="T77" fmla="*/ 108 h 161"/>
                  <a:gd name="T78" fmla="*/ 197 w 326"/>
                  <a:gd name="T79" fmla="*/ 98 h 161"/>
                  <a:gd name="T80" fmla="*/ 207 w 326"/>
                  <a:gd name="T81" fmla="*/ 94 h 161"/>
                  <a:gd name="T82" fmla="*/ 212 w 326"/>
                  <a:gd name="T83" fmla="*/ 96 h 161"/>
                  <a:gd name="T84" fmla="*/ 220 w 326"/>
                  <a:gd name="T85" fmla="*/ 102 h 161"/>
                  <a:gd name="T86" fmla="*/ 221 w 326"/>
                  <a:gd name="T87" fmla="*/ 161 h 161"/>
                  <a:gd name="T88" fmla="*/ 268 w 326"/>
                  <a:gd name="T89" fmla="*/ 161 h 161"/>
                  <a:gd name="T90" fmla="*/ 291 w 326"/>
                  <a:gd name="T91" fmla="*/ 156 h 161"/>
                  <a:gd name="T92" fmla="*/ 309 w 326"/>
                  <a:gd name="T93" fmla="*/ 144 h 161"/>
                  <a:gd name="T94" fmla="*/ 322 w 326"/>
                  <a:gd name="T95" fmla="*/ 125 h 161"/>
                  <a:gd name="T96" fmla="*/ 326 w 326"/>
                  <a:gd name="T97" fmla="*/ 104 h 161"/>
                  <a:gd name="T98" fmla="*/ 325 w 326"/>
                  <a:gd name="T99" fmla="*/ 92 h 161"/>
                  <a:gd name="T100" fmla="*/ 317 w 326"/>
                  <a:gd name="T101" fmla="*/ 72 h 161"/>
                  <a:gd name="T102" fmla="*/ 301 w 326"/>
                  <a:gd name="T103" fmla="*/ 55 h 161"/>
                  <a:gd name="T104" fmla="*/ 280 w 326"/>
                  <a:gd name="T105" fmla="*/ 47 h 161"/>
                  <a:gd name="T106" fmla="*/ 268 w 326"/>
                  <a:gd name="T107" fmla="*/ 46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26" h="161">
                    <a:moveTo>
                      <a:pt x="268" y="46"/>
                    </a:moveTo>
                    <a:lnTo>
                      <a:pt x="268" y="46"/>
                    </a:lnTo>
                    <a:lnTo>
                      <a:pt x="262" y="46"/>
                    </a:lnTo>
                    <a:lnTo>
                      <a:pt x="254" y="47"/>
                    </a:lnTo>
                    <a:lnTo>
                      <a:pt x="247" y="50"/>
                    </a:lnTo>
                    <a:lnTo>
                      <a:pt x="240" y="53"/>
                    </a:lnTo>
                    <a:lnTo>
                      <a:pt x="232" y="57"/>
                    </a:lnTo>
                    <a:lnTo>
                      <a:pt x="229" y="49"/>
                    </a:lnTo>
                    <a:lnTo>
                      <a:pt x="229" y="49"/>
                    </a:lnTo>
                    <a:lnTo>
                      <a:pt x="224" y="38"/>
                    </a:lnTo>
                    <a:lnTo>
                      <a:pt x="217" y="29"/>
                    </a:lnTo>
                    <a:lnTo>
                      <a:pt x="209" y="20"/>
                    </a:lnTo>
                    <a:lnTo>
                      <a:pt x="200" y="14"/>
                    </a:lnTo>
                    <a:lnTo>
                      <a:pt x="189" y="8"/>
                    </a:lnTo>
                    <a:lnTo>
                      <a:pt x="178" y="4"/>
                    </a:lnTo>
                    <a:lnTo>
                      <a:pt x="168" y="2"/>
                    </a:lnTo>
                    <a:lnTo>
                      <a:pt x="156" y="0"/>
                    </a:lnTo>
                    <a:lnTo>
                      <a:pt x="156" y="0"/>
                    </a:lnTo>
                    <a:lnTo>
                      <a:pt x="145" y="2"/>
                    </a:lnTo>
                    <a:lnTo>
                      <a:pt x="133" y="3"/>
                    </a:lnTo>
                    <a:lnTo>
                      <a:pt x="123" y="7"/>
                    </a:lnTo>
                    <a:lnTo>
                      <a:pt x="114" y="12"/>
                    </a:lnTo>
                    <a:lnTo>
                      <a:pt x="105" y="18"/>
                    </a:lnTo>
                    <a:lnTo>
                      <a:pt x="97" y="26"/>
                    </a:lnTo>
                    <a:lnTo>
                      <a:pt x="90" y="34"/>
                    </a:lnTo>
                    <a:lnTo>
                      <a:pt x="84" y="45"/>
                    </a:lnTo>
                    <a:lnTo>
                      <a:pt x="80" y="50"/>
                    </a:lnTo>
                    <a:lnTo>
                      <a:pt x="74" y="49"/>
                    </a:lnTo>
                    <a:lnTo>
                      <a:pt x="74" y="49"/>
                    </a:lnTo>
                    <a:lnTo>
                      <a:pt x="66" y="46"/>
                    </a:lnTo>
                    <a:lnTo>
                      <a:pt x="58" y="46"/>
                    </a:lnTo>
                    <a:lnTo>
                      <a:pt x="58" y="46"/>
                    </a:lnTo>
                    <a:lnTo>
                      <a:pt x="46" y="47"/>
                    </a:lnTo>
                    <a:lnTo>
                      <a:pt x="35" y="50"/>
                    </a:lnTo>
                    <a:lnTo>
                      <a:pt x="25" y="55"/>
                    </a:lnTo>
                    <a:lnTo>
                      <a:pt x="17" y="62"/>
                    </a:lnTo>
                    <a:lnTo>
                      <a:pt x="9" y="72"/>
                    </a:lnTo>
                    <a:lnTo>
                      <a:pt x="4" y="81"/>
                    </a:lnTo>
                    <a:lnTo>
                      <a:pt x="1" y="92"/>
                    </a:lnTo>
                    <a:lnTo>
                      <a:pt x="0" y="104"/>
                    </a:lnTo>
                    <a:lnTo>
                      <a:pt x="0" y="104"/>
                    </a:lnTo>
                    <a:lnTo>
                      <a:pt x="1" y="114"/>
                    </a:lnTo>
                    <a:lnTo>
                      <a:pt x="4" y="125"/>
                    </a:lnTo>
                    <a:lnTo>
                      <a:pt x="9" y="136"/>
                    </a:lnTo>
                    <a:lnTo>
                      <a:pt x="17" y="144"/>
                    </a:lnTo>
                    <a:lnTo>
                      <a:pt x="25" y="151"/>
                    </a:lnTo>
                    <a:lnTo>
                      <a:pt x="35" y="156"/>
                    </a:lnTo>
                    <a:lnTo>
                      <a:pt x="46" y="160"/>
                    </a:lnTo>
                    <a:lnTo>
                      <a:pt x="58" y="161"/>
                    </a:lnTo>
                    <a:lnTo>
                      <a:pt x="105" y="161"/>
                    </a:lnTo>
                    <a:lnTo>
                      <a:pt x="105" y="108"/>
                    </a:lnTo>
                    <a:lnTo>
                      <a:pt x="105" y="108"/>
                    </a:lnTo>
                    <a:lnTo>
                      <a:pt x="106" y="102"/>
                    </a:lnTo>
                    <a:lnTo>
                      <a:pt x="109" y="98"/>
                    </a:lnTo>
                    <a:lnTo>
                      <a:pt x="114" y="96"/>
                    </a:lnTo>
                    <a:lnTo>
                      <a:pt x="119" y="94"/>
                    </a:lnTo>
                    <a:lnTo>
                      <a:pt x="119" y="94"/>
                    </a:lnTo>
                    <a:lnTo>
                      <a:pt x="125" y="96"/>
                    </a:lnTo>
                    <a:lnTo>
                      <a:pt x="129" y="98"/>
                    </a:lnTo>
                    <a:lnTo>
                      <a:pt x="131" y="102"/>
                    </a:lnTo>
                    <a:lnTo>
                      <a:pt x="133" y="108"/>
                    </a:lnTo>
                    <a:lnTo>
                      <a:pt x="133" y="161"/>
                    </a:lnTo>
                    <a:lnTo>
                      <a:pt x="149" y="161"/>
                    </a:lnTo>
                    <a:lnTo>
                      <a:pt x="149" y="141"/>
                    </a:lnTo>
                    <a:lnTo>
                      <a:pt x="149" y="141"/>
                    </a:lnTo>
                    <a:lnTo>
                      <a:pt x="150" y="136"/>
                    </a:lnTo>
                    <a:lnTo>
                      <a:pt x="153" y="132"/>
                    </a:lnTo>
                    <a:lnTo>
                      <a:pt x="158" y="129"/>
                    </a:lnTo>
                    <a:lnTo>
                      <a:pt x="162" y="128"/>
                    </a:lnTo>
                    <a:lnTo>
                      <a:pt x="162" y="128"/>
                    </a:lnTo>
                    <a:lnTo>
                      <a:pt x="168" y="129"/>
                    </a:lnTo>
                    <a:lnTo>
                      <a:pt x="173" y="132"/>
                    </a:lnTo>
                    <a:lnTo>
                      <a:pt x="176" y="136"/>
                    </a:lnTo>
                    <a:lnTo>
                      <a:pt x="177" y="141"/>
                    </a:lnTo>
                    <a:lnTo>
                      <a:pt x="177" y="161"/>
                    </a:lnTo>
                    <a:lnTo>
                      <a:pt x="193" y="161"/>
                    </a:lnTo>
                    <a:lnTo>
                      <a:pt x="193" y="108"/>
                    </a:lnTo>
                    <a:lnTo>
                      <a:pt x="193" y="108"/>
                    </a:lnTo>
                    <a:lnTo>
                      <a:pt x="195" y="102"/>
                    </a:lnTo>
                    <a:lnTo>
                      <a:pt x="197" y="98"/>
                    </a:lnTo>
                    <a:lnTo>
                      <a:pt x="201" y="96"/>
                    </a:lnTo>
                    <a:lnTo>
                      <a:pt x="207" y="94"/>
                    </a:lnTo>
                    <a:lnTo>
                      <a:pt x="207" y="94"/>
                    </a:lnTo>
                    <a:lnTo>
                      <a:pt x="212" y="96"/>
                    </a:lnTo>
                    <a:lnTo>
                      <a:pt x="217" y="98"/>
                    </a:lnTo>
                    <a:lnTo>
                      <a:pt x="220" y="102"/>
                    </a:lnTo>
                    <a:lnTo>
                      <a:pt x="221" y="108"/>
                    </a:lnTo>
                    <a:lnTo>
                      <a:pt x="221" y="161"/>
                    </a:lnTo>
                    <a:lnTo>
                      <a:pt x="268" y="161"/>
                    </a:lnTo>
                    <a:lnTo>
                      <a:pt x="268" y="161"/>
                    </a:lnTo>
                    <a:lnTo>
                      <a:pt x="280" y="160"/>
                    </a:lnTo>
                    <a:lnTo>
                      <a:pt x="291" y="156"/>
                    </a:lnTo>
                    <a:lnTo>
                      <a:pt x="301" y="151"/>
                    </a:lnTo>
                    <a:lnTo>
                      <a:pt x="309" y="144"/>
                    </a:lnTo>
                    <a:lnTo>
                      <a:pt x="317" y="136"/>
                    </a:lnTo>
                    <a:lnTo>
                      <a:pt x="322" y="125"/>
                    </a:lnTo>
                    <a:lnTo>
                      <a:pt x="325" y="114"/>
                    </a:lnTo>
                    <a:lnTo>
                      <a:pt x="326" y="104"/>
                    </a:lnTo>
                    <a:lnTo>
                      <a:pt x="326" y="104"/>
                    </a:lnTo>
                    <a:lnTo>
                      <a:pt x="325" y="92"/>
                    </a:lnTo>
                    <a:lnTo>
                      <a:pt x="322" y="81"/>
                    </a:lnTo>
                    <a:lnTo>
                      <a:pt x="317" y="72"/>
                    </a:lnTo>
                    <a:lnTo>
                      <a:pt x="309" y="62"/>
                    </a:lnTo>
                    <a:lnTo>
                      <a:pt x="301" y="55"/>
                    </a:lnTo>
                    <a:lnTo>
                      <a:pt x="291" y="50"/>
                    </a:lnTo>
                    <a:lnTo>
                      <a:pt x="280" y="47"/>
                    </a:lnTo>
                    <a:lnTo>
                      <a:pt x="268" y="46"/>
                    </a:lnTo>
                    <a:lnTo>
                      <a:pt x="268" y="46"/>
                    </a:lnTo>
                    <a:close/>
                  </a:path>
                </a:pathLst>
              </a:custGeom>
              <a:solidFill>
                <a:schemeClr val="accent4"/>
              </a:solidFill>
              <a:ln w="9525">
                <a:solidFill>
                  <a:schemeClr val="bg2"/>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sz="1600" b="0" i="0" u="none" strike="noStrike" kern="1200" cap="none" spc="0" normalizeH="0" baseline="0" noProof="0">
                  <a:ln>
                    <a:noFill/>
                  </a:ln>
                  <a:solidFill>
                    <a:srgbClr val="0900B6"/>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112" name="Freeform 308">
                <a:extLst>
                  <a:ext uri="{FF2B5EF4-FFF2-40B4-BE49-F238E27FC236}">
                    <a16:creationId xmlns:a16="http://schemas.microsoft.com/office/drawing/2014/main" id="{AEBA8566-07CB-4C92-A0CE-C4157627F9B5}"/>
                  </a:ext>
                </a:extLst>
              </p:cNvPr>
              <p:cNvSpPr>
                <a:spLocks/>
              </p:cNvSpPr>
              <p:nvPr/>
            </p:nvSpPr>
            <p:spPr bwMode="auto">
              <a:xfrm>
                <a:off x="11371263" y="1960563"/>
                <a:ext cx="0" cy="50800"/>
              </a:xfrm>
              <a:custGeom>
                <a:avLst/>
                <a:gdLst>
                  <a:gd name="T0" fmla="*/ 0 h 65"/>
                  <a:gd name="T1" fmla="*/ 65 h 65"/>
                  <a:gd name="T2" fmla="*/ 0 h 65"/>
                </a:gdLst>
                <a:ahLst/>
                <a:cxnLst>
                  <a:cxn ang="0">
                    <a:pos x="0" y="T0"/>
                  </a:cxn>
                  <a:cxn ang="0">
                    <a:pos x="0" y="T1"/>
                  </a:cxn>
                  <a:cxn ang="0">
                    <a:pos x="0" y="T2"/>
                  </a:cxn>
                </a:cxnLst>
                <a:rect l="0" t="0" r="r" b="b"/>
                <a:pathLst>
                  <a:path h="65">
                    <a:moveTo>
                      <a:pt x="0" y="0"/>
                    </a:moveTo>
                    <a:lnTo>
                      <a:pt x="0" y="65"/>
                    </a:lnTo>
                    <a:lnTo>
                      <a:pt x="0" y="0"/>
                    </a:lnTo>
                    <a:close/>
                  </a:path>
                </a:pathLst>
              </a:custGeom>
              <a:grpFill/>
              <a:ln w="9525">
                <a:solidFill>
                  <a:schemeClr val="bg2"/>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sz="1600" b="0" i="0" u="none" strike="noStrike" kern="1200" cap="none" spc="0" normalizeH="0" baseline="0" noProof="0">
                  <a:ln>
                    <a:noFill/>
                  </a:ln>
                  <a:solidFill>
                    <a:srgbClr val="0900B6"/>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113" name="Line 309">
                <a:extLst>
                  <a:ext uri="{FF2B5EF4-FFF2-40B4-BE49-F238E27FC236}">
                    <a16:creationId xmlns:a16="http://schemas.microsoft.com/office/drawing/2014/main" id="{264DB703-6881-4FDB-A20D-8E1349E4B6C2}"/>
                  </a:ext>
                </a:extLst>
              </p:cNvPr>
              <p:cNvSpPr>
                <a:spLocks noChangeShapeType="1"/>
              </p:cNvSpPr>
              <p:nvPr/>
            </p:nvSpPr>
            <p:spPr bwMode="auto">
              <a:xfrm>
                <a:off x="11371263" y="1960563"/>
                <a:ext cx="0" cy="50800"/>
              </a:xfrm>
              <a:prstGeom prst="line">
                <a:avLst/>
              </a:prstGeom>
              <a:grpFill/>
              <a:ln w="9525">
                <a:solidFill>
                  <a:schemeClr val="bg2"/>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sz="1600" b="0" i="0" u="none" strike="noStrike" kern="1200" cap="none" spc="0" normalizeH="0" baseline="0" noProof="0">
                  <a:ln>
                    <a:noFill/>
                  </a:ln>
                  <a:solidFill>
                    <a:srgbClr val="0900B6"/>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114" name="Freeform 310">
                <a:extLst>
                  <a:ext uri="{FF2B5EF4-FFF2-40B4-BE49-F238E27FC236}">
                    <a16:creationId xmlns:a16="http://schemas.microsoft.com/office/drawing/2014/main" id="{F51229FA-2051-4FA4-9206-2DF4E6900344}"/>
                  </a:ext>
                </a:extLst>
              </p:cNvPr>
              <p:cNvSpPr>
                <a:spLocks/>
              </p:cNvSpPr>
              <p:nvPr/>
            </p:nvSpPr>
            <p:spPr bwMode="auto">
              <a:xfrm>
                <a:off x="11363326" y="1960563"/>
                <a:ext cx="15875" cy="58738"/>
              </a:xfrm>
              <a:custGeom>
                <a:avLst/>
                <a:gdLst>
                  <a:gd name="T0" fmla="*/ 0 w 19"/>
                  <a:gd name="T1" fmla="*/ 65 h 74"/>
                  <a:gd name="T2" fmla="*/ 0 w 19"/>
                  <a:gd name="T3" fmla="*/ 0 h 74"/>
                  <a:gd name="T4" fmla="*/ 19 w 19"/>
                  <a:gd name="T5" fmla="*/ 0 h 74"/>
                  <a:gd name="T6" fmla="*/ 19 w 19"/>
                  <a:gd name="T7" fmla="*/ 65 h 74"/>
                  <a:gd name="T8" fmla="*/ 19 w 19"/>
                  <a:gd name="T9" fmla="*/ 65 h 74"/>
                  <a:gd name="T10" fmla="*/ 19 w 19"/>
                  <a:gd name="T11" fmla="*/ 69 h 74"/>
                  <a:gd name="T12" fmla="*/ 16 w 19"/>
                  <a:gd name="T13" fmla="*/ 71 h 74"/>
                  <a:gd name="T14" fmla="*/ 13 w 19"/>
                  <a:gd name="T15" fmla="*/ 73 h 74"/>
                  <a:gd name="T16" fmla="*/ 9 w 19"/>
                  <a:gd name="T17" fmla="*/ 74 h 74"/>
                  <a:gd name="T18" fmla="*/ 9 w 19"/>
                  <a:gd name="T19" fmla="*/ 74 h 74"/>
                  <a:gd name="T20" fmla="*/ 7 w 19"/>
                  <a:gd name="T21" fmla="*/ 73 h 74"/>
                  <a:gd name="T22" fmla="*/ 4 w 19"/>
                  <a:gd name="T23" fmla="*/ 71 h 74"/>
                  <a:gd name="T24" fmla="*/ 1 w 19"/>
                  <a:gd name="T25" fmla="*/ 69 h 74"/>
                  <a:gd name="T26" fmla="*/ 0 w 19"/>
                  <a:gd name="T27" fmla="*/ 65 h 74"/>
                  <a:gd name="T28" fmla="*/ 0 w 19"/>
                  <a:gd name="T29" fmla="*/ 65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 h="74">
                    <a:moveTo>
                      <a:pt x="0" y="65"/>
                    </a:moveTo>
                    <a:lnTo>
                      <a:pt x="0" y="0"/>
                    </a:lnTo>
                    <a:lnTo>
                      <a:pt x="19" y="0"/>
                    </a:lnTo>
                    <a:lnTo>
                      <a:pt x="19" y="65"/>
                    </a:lnTo>
                    <a:lnTo>
                      <a:pt x="19" y="65"/>
                    </a:lnTo>
                    <a:lnTo>
                      <a:pt x="19" y="69"/>
                    </a:lnTo>
                    <a:lnTo>
                      <a:pt x="16" y="71"/>
                    </a:lnTo>
                    <a:lnTo>
                      <a:pt x="13" y="73"/>
                    </a:lnTo>
                    <a:lnTo>
                      <a:pt x="9" y="74"/>
                    </a:lnTo>
                    <a:lnTo>
                      <a:pt x="9" y="74"/>
                    </a:lnTo>
                    <a:lnTo>
                      <a:pt x="7" y="73"/>
                    </a:lnTo>
                    <a:lnTo>
                      <a:pt x="4" y="71"/>
                    </a:lnTo>
                    <a:lnTo>
                      <a:pt x="1" y="69"/>
                    </a:lnTo>
                    <a:lnTo>
                      <a:pt x="0" y="65"/>
                    </a:lnTo>
                    <a:lnTo>
                      <a:pt x="0" y="65"/>
                    </a:lnTo>
                    <a:close/>
                  </a:path>
                </a:pathLst>
              </a:custGeom>
              <a:solidFill>
                <a:schemeClr val="accent4"/>
              </a:solidFill>
              <a:ln w="9525">
                <a:solidFill>
                  <a:schemeClr val="bg2"/>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sz="1600" b="0" i="0" u="none" strike="noStrike" kern="1200" cap="none" spc="0" normalizeH="0" baseline="0" noProof="0">
                  <a:ln>
                    <a:noFill/>
                  </a:ln>
                  <a:solidFill>
                    <a:srgbClr val="0900B6"/>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115" name="Freeform 311">
                <a:extLst>
                  <a:ext uri="{FF2B5EF4-FFF2-40B4-BE49-F238E27FC236}">
                    <a16:creationId xmlns:a16="http://schemas.microsoft.com/office/drawing/2014/main" id="{AF99A1A3-1EAC-43D9-BFC6-33709E6F8C02}"/>
                  </a:ext>
                </a:extLst>
              </p:cNvPr>
              <p:cNvSpPr>
                <a:spLocks/>
              </p:cNvSpPr>
              <p:nvPr/>
            </p:nvSpPr>
            <p:spPr bwMode="auto">
              <a:xfrm>
                <a:off x="11328401" y="1960563"/>
                <a:ext cx="15875" cy="38100"/>
              </a:xfrm>
              <a:custGeom>
                <a:avLst/>
                <a:gdLst>
                  <a:gd name="T0" fmla="*/ 0 w 18"/>
                  <a:gd name="T1" fmla="*/ 38 h 47"/>
                  <a:gd name="T2" fmla="*/ 0 w 18"/>
                  <a:gd name="T3" fmla="*/ 0 h 47"/>
                  <a:gd name="T4" fmla="*/ 18 w 18"/>
                  <a:gd name="T5" fmla="*/ 0 h 47"/>
                  <a:gd name="T6" fmla="*/ 18 w 18"/>
                  <a:gd name="T7" fmla="*/ 38 h 47"/>
                  <a:gd name="T8" fmla="*/ 18 w 18"/>
                  <a:gd name="T9" fmla="*/ 38 h 47"/>
                  <a:gd name="T10" fmla="*/ 17 w 18"/>
                  <a:gd name="T11" fmla="*/ 42 h 47"/>
                  <a:gd name="T12" fmla="*/ 14 w 18"/>
                  <a:gd name="T13" fmla="*/ 45 h 47"/>
                  <a:gd name="T14" fmla="*/ 12 w 18"/>
                  <a:gd name="T15" fmla="*/ 46 h 47"/>
                  <a:gd name="T16" fmla="*/ 9 w 18"/>
                  <a:gd name="T17" fmla="*/ 47 h 47"/>
                  <a:gd name="T18" fmla="*/ 9 w 18"/>
                  <a:gd name="T19" fmla="*/ 47 h 47"/>
                  <a:gd name="T20" fmla="*/ 5 w 18"/>
                  <a:gd name="T21" fmla="*/ 46 h 47"/>
                  <a:gd name="T22" fmla="*/ 2 w 18"/>
                  <a:gd name="T23" fmla="*/ 45 h 47"/>
                  <a:gd name="T24" fmla="*/ 0 w 18"/>
                  <a:gd name="T25" fmla="*/ 42 h 47"/>
                  <a:gd name="T26" fmla="*/ 0 w 18"/>
                  <a:gd name="T27" fmla="*/ 38 h 47"/>
                  <a:gd name="T28" fmla="*/ 0 w 18"/>
                  <a:gd name="T29" fmla="*/ 38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8" h="47">
                    <a:moveTo>
                      <a:pt x="0" y="38"/>
                    </a:moveTo>
                    <a:lnTo>
                      <a:pt x="0" y="0"/>
                    </a:lnTo>
                    <a:lnTo>
                      <a:pt x="18" y="0"/>
                    </a:lnTo>
                    <a:lnTo>
                      <a:pt x="18" y="38"/>
                    </a:lnTo>
                    <a:lnTo>
                      <a:pt x="18" y="38"/>
                    </a:lnTo>
                    <a:lnTo>
                      <a:pt x="17" y="42"/>
                    </a:lnTo>
                    <a:lnTo>
                      <a:pt x="14" y="45"/>
                    </a:lnTo>
                    <a:lnTo>
                      <a:pt x="12" y="46"/>
                    </a:lnTo>
                    <a:lnTo>
                      <a:pt x="9" y="47"/>
                    </a:lnTo>
                    <a:lnTo>
                      <a:pt x="9" y="47"/>
                    </a:lnTo>
                    <a:lnTo>
                      <a:pt x="5" y="46"/>
                    </a:lnTo>
                    <a:lnTo>
                      <a:pt x="2" y="45"/>
                    </a:lnTo>
                    <a:lnTo>
                      <a:pt x="0" y="42"/>
                    </a:lnTo>
                    <a:lnTo>
                      <a:pt x="0" y="38"/>
                    </a:lnTo>
                    <a:lnTo>
                      <a:pt x="0" y="38"/>
                    </a:lnTo>
                    <a:close/>
                  </a:path>
                </a:pathLst>
              </a:custGeom>
              <a:solidFill>
                <a:schemeClr val="accent4"/>
              </a:solidFill>
              <a:ln w="9525">
                <a:solidFill>
                  <a:schemeClr val="bg2"/>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sz="1600" b="0" i="0" u="none" strike="noStrike" kern="1200" cap="none" spc="0" normalizeH="0" baseline="0" noProof="0">
                  <a:ln>
                    <a:noFill/>
                  </a:ln>
                  <a:solidFill>
                    <a:srgbClr val="0900B6"/>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116" name="Freeform 312">
                <a:extLst>
                  <a:ext uri="{FF2B5EF4-FFF2-40B4-BE49-F238E27FC236}">
                    <a16:creationId xmlns:a16="http://schemas.microsoft.com/office/drawing/2014/main" id="{2FABA2B3-4671-4756-9236-B60E2CEF516A}"/>
                  </a:ext>
                </a:extLst>
              </p:cNvPr>
              <p:cNvSpPr>
                <a:spLocks/>
              </p:cNvSpPr>
              <p:nvPr/>
            </p:nvSpPr>
            <p:spPr bwMode="auto">
              <a:xfrm>
                <a:off x="11399838" y="1960563"/>
                <a:ext cx="15875" cy="38100"/>
              </a:xfrm>
              <a:custGeom>
                <a:avLst/>
                <a:gdLst>
                  <a:gd name="T0" fmla="*/ 0 w 18"/>
                  <a:gd name="T1" fmla="*/ 38 h 47"/>
                  <a:gd name="T2" fmla="*/ 0 w 18"/>
                  <a:gd name="T3" fmla="*/ 0 h 47"/>
                  <a:gd name="T4" fmla="*/ 18 w 18"/>
                  <a:gd name="T5" fmla="*/ 0 h 47"/>
                  <a:gd name="T6" fmla="*/ 18 w 18"/>
                  <a:gd name="T7" fmla="*/ 38 h 47"/>
                  <a:gd name="T8" fmla="*/ 18 w 18"/>
                  <a:gd name="T9" fmla="*/ 38 h 47"/>
                  <a:gd name="T10" fmla="*/ 17 w 18"/>
                  <a:gd name="T11" fmla="*/ 42 h 47"/>
                  <a:gd name="T12" fmla="*/ 16 w 18"/>
                  <a:gd name="T13" fmla="*/ 45 h 47"/>
                  <a:gd name="T14" fmla="*/ 13 w 18"/>
                  <a:gd name="T15" fmla="*/ 46 h 47"/>
                  <a:gd name="T16" fmla="*/ 9 w 18"/>
                  <a:gd name="T17" fmla="*/ 47 h 47"/>
                  <a:gd name="T18" fmla="*/ 9 w 18"/>
                  <a:gd name="T19" fmla="*/ 47 h 47"/>
                  <a:gd name="T20" fmla="*/ 5 w 18"/>
                  <a:gd name="T21" fmla="*/ 46 h 47"/>
                  <a:gd name="T22" fmla="*/ 2 w 18"/>
                  <a:gd name="T23" fmla="*/ 45 h 47"/>
                  <a:gd name="T24" fmla="*/ 0 w 18"/>
                  <a:gd name="T25" fmla="*/ 42 h 47"/>
                  <a:gd name="T26" fmla="*/ 0 w 18"/>
                  <a:gd name="T27" fmla="*/ 38 h 47"/>
                  <a:gd name="T28" fmla="*/ 0 w 18"/>
                  <a:gd name="T29" fmla="*/ 38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8" h="47">
                    <a:moveTo>
                      <a:pt x="0" y="38"/>
                    </a:moveTo>
                    <a:lnTo>
                      <a:pt x="0" y="0"/>
                    </a:lnTo>
                    <a:lnTo>
                      <a:pt x="18" y="0"/>
                    </a:lnTo>
                    <a:lnTo>
                      <a:pt x="18" y="38"/>
                    </a:lnTo>
                    <a:lnTo>
                      <a:pt x="18" y="38"/>
                    </a:lnTo>
                    <a:lnTo>
                      <a:pt x="17" y="42"/>
                    </a:lnTo>
                    <a:lnTo>
                      <a:pt x="16" y="45"/>
                    </a:lnTo>
                    <a:lnTo>
                      <a:pt x="13" y="46"/>
                    </a:lnTo>
                    <a:lnTo>
                      <a:pt x="9" y="47"/>
                    </a:lnTo>
                    <a:lnTo>
                      <a:pt x="9" y="47"/>
                    </a:lnTo>
                    <a:lnTo>
                      <a:pt x="5" y="46"/>
                    </a:lnTo>
                    <a:lnTo>
                      <a:pt x="2" y="45"/>
                    </a:lnTo>
                    <a:lnTo>
                      <a:pt x="0" y="42"/>
                    </a:lnTo>
                    <a:lnTo>
                      <a:pt x="0" y="38"/>
                    </a:lnTo>
                    <a:lnTo>
                      <a:pt x="0" y="38"/>
                    </a:lnTo>
                    <a:close/>
                  </a:path>
                </a:pathLst>
              </a:custGeom>
              <a:solidFill>
                <a:schemeClr val="accent4"/>
              </a:solidFill>
              <a:ln w="9525">
                <a:solidFill>
                  <a:schemeClr val="bg2"/>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sz="1600" b="0" i="0" u="none" strike="noStrike" kern="1200" cap="none" spc="0" normalizeH="0" baseline="0" noProof="0">
                  <a:ln>
                    <a:noFill/>
                  </a:ln>
                  <a:solidFill>
                    <a:srgbClr val="0900B6"/>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grpSp>
        <p:sp>
          <p:nvSpPr>
            <p:cNvPr id="110" name="TextBox 109">
              <a:extLst>
                <a:ext uri="{FF2B5EF4-FFF2-40B4-BE49-F238E27FC236}">
                  <a16:creationId xmlns:a16="http://schemas.microsoft.com/office/drawing/2014/main" id="{9A616272-3082-4B8C-A549-35F3F0FEDEFC}"/>
                </a:ext>
              </a:extLst>
            </p:cNvPr>
            <p:cNvSpPr txBox="1"/>
            <p:nvPr/>
          </p:nvSpPr>
          <p:spPr>
            <a:xfrm>
              <a:off x="4684043" y="4849947"/>
              <a:ext cx="3348000" cy="276999"/>
            </a:xfrm>
            <a:prstGeom prst="rect">
              <a:avLst/>
            </a:prstGeom>
            <a:noFill/>
          </p:spPr>
          <p:txBody>
            <a:bodyPr wrap="square" lIns="0" rIns="0" rtlCol="0" anchor="t">
              <a:spAutoFit/>
            </a:bodyPr>
            <a:lstStyle/>
            <a:p>
              <a:pPr lvl="0" algn="just">
                <a:defRPr/>
              </a:pPr>
              <a:endParaRPr lang="fr-BE" sz="1200">
                <a:solidFill>
                  <a:srgbClr val="FFFFFF">
                    <a:lumMod val="65000"/>
                  </a:srgbClr>
                </a:solidFill>
                <a:latin typeface="Open Sans" panose="020B0606030504020204" pitchFamily="34" charset="0"/>
                <a:ea typeface="Open Sans" panose="020B0606030504020204" pitchFamily="34" charset="0"/>
                <a:cs typeface="Open Sans" panose="020B0606030504020204" pitchFamily="34" charset="0"/>
              </a:endParaRPr>
            </a:p>
          </p:txBody>
        </p:sp>
      </p:grpSp>
      <p:grpSp>
        <p:nvGrpSpPr>
          <p:cNvPr id="117" name="Groupe 2">
            <a:extLst>
              <a:ext uri="{FF2B5EF4-FFF2-40B4-BE49-F238E27FC236}">
                <a16:creationId xmlns:a16="http://schemas.microsoft.com/office/drawing/2014/main" id="{97E43152-595D-4373-AA1D-025BF3F6ADD4}"/>
              </a:ext>
            </a:extLst>
          </p:cNvPr>
          <p:cNvGrpSpPr/>
          <p:nvPr/>
        </p:nvGrpSpPr>
        <p:grpSpPr>
          <a:xfrm>
            <a:off x="8758840" y="4342838"/>
            <a:ext cx="668148" cy="668148"/>
            <a:chOff x="8758840" y="4342838"/>
            <a:chExt cx="668148" cy="668148"/>
          </a:xfrm>
          <a:solidFill>
            <a:schemeClr val="accent4"/>
          </a:solidFill>
        </p:grpSpPr>
        <p:sp>
          <p:nvSpPr>
            <p:cNvPr id="118" name="Freeform 79">
              <a:extLst>
                <a:ext uri="{FF2B5EF4-FFF2-40B4-BE49-F238E27FC236}">
                  <a16:creationId xmlns:a16="http://schemas.microsoft.com/office/drawing/2014/main" id="{39311975-F285-4579-BC8D-9ED2528E48EF}"/>
                </a:ext>
              </a:extLst>
            </p:cNvPr>
            <p:cNvSpPr>
              <a:spLocks noEditPoints="1"/>
            </p:cNvSpPr>
            <p:nvPr/>
          </p:nvSpPr>
          <p:spPr bwMode="auto">
            <a:xfrm>
              <a:off x="8891147" y="4475145"/>
              <a:ext cx="406844" cy="406844"/>
            </a:xfrm>
            <a:custGeom>
              <a:avLst/>
              <a:gdLst>
                <a:gd name="T0" fmla="*/ 6 w 246"/>
                <a:gd name="T1" fmla="*/ 246 h 246"/>
                <a:gd name="T2" fmla="*/ 184 w 246"/>
                <a:gd name="T3" fmla="*/ 187 h 246"/>
                <a:gd name="T4" fmla="*/ 186 w 246"/>
                <a:gd name="T5" fmla="*/ 185 h 246"/>
                <a:gd name="T6" fmla="*/ 246 w 246"/>
                <a:gd name="T7" fmla="*/ 8 h 246"/>
                <a:gd name="T8" fmla="*/ 246 w 246"/>
                <a:gd name="T9" fmla="*/ 4 h 246"/>
                <a:gd name="T10" fmla="*/ 245 w 246"/>
                <a:gd name="T11" fmla="*/ 1 h 246"/>
                <a:gd name="T12" fmla="*/ 239 w 246"/>
                <a:gd name="T13" fmla="*/ 0 h 246"/>
                <a:gd name="T14" fmla="*/ 64 w 246"/>
                <a:gd name="T15" fmla="*/ 59 h 246"/>
                <a:gd name="T16" fmla="*/ 60 w 246"/>
                <a:gd name="T17" fmla="*/ 62 h 246"/>
                <a:gd name="T18" fmla="*/ 0 w 246"/>
                <a:gd name="T19" fmla="*/ 238 h 246"/>
                <a:gd name="T20" fmla="*/ 2 w 246"/>
                <a:gd name="T21" fmla="*/ 244 h 246"/>
                <a:gd name="T22" fmla="*/ 5 w 246"/>
                <a:gd name="T23" fmla="*/ 246 h 246"/>
                <a:gd name="T24" fmla="*/ 6 w 246"/>
                <a:gd name="T25" fmla="*/ 246 h 246"/>
                <a:gd name="T26" fmla="*/ 124 w 246"/>
                <a:gd name="T27" fmla="*/ 94 h 246"/>
                <a:gd name="T28" fmla="*/ 135 w 246"/>
                <a:gd name="T29" fmla="*/ 95 h 246"/>
                <a:gd name="T30" fmla="*/ 144 w 246"/>
                <a:gd name="T31" fmla="*/ 102 h 246"/>
                <a:gd name="T32" fmla="*/ 151 w 246"/>
                <a:gd name="T33" fmla="*/ 111 h 246"/>
                <a:gd name="T34" fmla="*/ 154 w 246"/>
                <a:gd name="T35" fmla="*/ 122 h 246"/>
                <a:gd name="T36" fmla="*/ 152 w 246"/>
                <a:gd name="T37" fmla="*/ 129 h 246"/>
                <a:gd name="T38" fmla="*/ 148 w 246"/>
                <a:gd name="T39" fmla="*/ 140 h 246"/>
                <a:gd name="T40" fmla="*/ 140 w 246"/>
                <a:gd name="T41" fmla="*/ 148 h 246"/>
                <a:gd name="T42" fmla="*/ 129 w 246"/>
                <a:gd name="T43" fmla="*/ 152 h 246"/>
                <a:gd name="T44" fmla="*/ 124 w 246"/>
                <a:gd name="T45" fmla="*/ 152 h 246"/>
                <a:gd name="T46" fmla="*/ 112 w 246"/>
                <a:gd name="T47" fmla="*/ 150 h 246"/>
                <a:gd name="T48" fmla="*/ 103 w 246"/>
                <a:gd name="T49" fmla="*/ 144 h 246"/>
                <a:gd name="T50" fmla="*/ 97 w 246"/>
                <a:gd name="T51" fmla="*/ 134 h 246"/>
                <a:gd name="T52" fmla="*/ 94 w 246"/>
                <a:gd name="T53" fmla="*/ 122 h 246"/>
                <a:gd name="T54" fmla="*/ 94 w 246"/>
                <a:gd name="T55" fmla="*/ 117 h 246"/>
                <a:gd name="T56" fmla="*/ 100 w 246"/>
                <a:gd name="T57" fmla="*/ 106 h 246"/>
                <a:gd name="T58" fmla="*/ 107 w 246"/>
                <a:gd name="T59" fmla="*/ 98 h 246"/>
                <a:gd name="T60" fmla="*/ 117 w 246"/>
                <a:gd name="T61" fmla="*/ 94 h 246"/>
                <a:gd name="T62" fmla="*/ 124 w 246"/>
                <a:gd name="T63" fmla="*/ 94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46" h="246">
                  <a:moveTo>
                    <a:pt x="6" y="246"/>
                  </a:moveTo>
                  <a:lnTo>
                    <a:pt x="6" y="246"/>
                  </a:lnTo>
                  <a:lnTo>
                    <a:pt x="9" y="246"/>
                  </a:lnTo>
                  <a:lnTo>
                    <a:pt x="184" y="187"/>
                  </a:lnTo>
                  <a:lnTo>
                    <a:pt x="184" y="187"/>
                  </a:lnTo>
                  <a:lnTo>
                    <a:pt x="186" y="185"/>
                  </a:lnTo>
                  <a:lnTo>
                    <a:pt x="188" y="184"/>
                  </a:lnTo>
                  <a:lnTo>
                    <a:pt x="246" y="8"/>
                  </a:lnTo>
                  <a:lnTo>
                    <a:pt x="246" y="8"/>
                  </a:lnTo>
                  <a:lnTo>
                    <a:pt x="246" y="4"/>
                  </a:lnTo>
                  <a:lnTo>
                    <a:pt x="245" y="1"/>
                  </a:lnTo>
                  <a:lnTo>
                    <a:pt x="245" y="1"/>
                  </a:lnTo>
                  <a:lnTo>
                    <a:pt x="242" y="0"/>
                  </a:lnTo>
                  <a:lnTo>
                    <a:pt x="239" y="0"/>
                  </a:lnTo>
                  <a:lnTo>
                    <a:pt x="64" y="59"/>
                  </a:lnTo>
                  <a:lnTo>
                    <a:pt x="64" y="59"/>
                  </a:lnTo>
                  <a:lnTo>
                    <a:pt x="61" y="60"/>
                  </a:lnTo>
                  <a:lnTo>
                    <a:pt x="60" y="62"/>
                  </a:lnTo>
                  <a:lnTo>
                    <a:pt x="0" y="238"/>
                  </a:lnTo>
                  <a:lnTo>
                    <a:pt x="0" y="238"/>
                  </a:lnTo>
                  <a:lnTo>
                    <a:pt x="0" y="242"/>
                  </a:lnTo>
                  <a:lnTo>
                    <a:pt x="2" y="244"/>
                  </a:lnTo>
                  <a:lnTo>
                    <a:pt x="2" y="244"/>
                  </a:lnTo>
                  <a:lnTo>
                    <a:pt x="5" y="246"/>
                  </a:lnTo>
                  <a:lnTo>
                    <a:pt x="6" y="246"/>
                  </a:lnTo>
                  <a:lnTo>
                    <a:pt x="6" y="246"/>
                  </a:lnTo>
                  <a:close/>
                  <a:moveTo>
                    <a:pt x="124" y="94"/>
                  </a:moveTo>
                  <a:lnTo>
                    <a:pt x="124" y="94"/>
                  </a:lnTo>
                  <a:lnTo>
                    <a:pt x="129" y="94"/>
                  </a:lnTo>
                  <a:lnTo>
                    <a:pt x="135" y="95"/>
                  </a:lnTo>
                  <a:lnTo>
                    <a:pt x="140" y="98"/>
                  </a:lnTo>
                  <a:lnTo>
                    <a:pt x="144" y="102"/>
                  </a:lnTo>
                  <a:lnTo>
                    <a:pt x="148" y="106"/>
                  </a:lnTo>
                  <a:lnTo>
                    <a:pt x="151" y="111"/>
                  </a:lnTo>
                  <a:lnTo>
                    <a:pt x="152" y="117"/>
                  </a:lnTo>
                  <a:lnTo>
                    <a:pt x="154" y="122"/>
                  </a:lnTo>
                  <a:lnTo>
                    <a:pt x="154" y="122"/>
                  </a:lnTo>
                  <a:lnTo>
                    <a:pt x="152" y="129"/>
                  </a:lnTo>
                  <a:lnTo>
                    <a:pt x="151" y="134"/>
                  </a:lnTo>
                  <a:lnTo>
                    <a:pt x="148" y="140"/>
                  </a:lnTo>
                  <a:lnTo>
                    <a:pt x="144" y="144"/>
                  </a:lnTo>
                  <a:lnTo>
                    <a:pt x="140" y="148"/>
                  </a:lnTo>
                  <a:lnTo>
                    <a:pt x="135" y="150"/>
                  </a:lnTo>
                  <a:lnTo>
                    <a:pt x="129" y="152"/>
                  </a:lnTo>
                  <a:lnTo>
                    <a:pt x="124" y="152"/>
                  </a:lnTo>
                  <a:lnTo>
                    <a:pt x="124" y="152"/>
                  </a:lnTo>
                  <a:lnTo>
                    <a:pt x="117" y="152"/>
                  </a:lnTo>
                  <a:lnTo>
                    <a:pt x="112" y="150"/>
                  </a:lnTo>
                  <a:lnTo>
                    <a:pt x="107" y="148"/>
                  </a:lnTo>
                  <a:lnTo>
                    <a:pt x="103" y="144"/>
                  </a:lnTo>
                  <a:lnTo>
                    <a:pt x="100" y="140"/>
                  </a:lnTo>
                  <a:lnTo>
                    <a:pt x="97" y="134"/>
                  </a:lnTo>
                  <a:lnTo>
                    <a:pt x="94" y="129"/>
                  </a:lnTo>
                  <a:lnTo>
                    <a:pt x="94" y="122"/>
                  </a:lnTo>
                  <a:lnTo>
                    <a:pt x="94" y="122"/>
                  </a:lnTo>
                  <a:lnTo>
                    <a:pt x="94" y="117"/>
                  </a:lnTo>
                  <a:lnTo>
                    <a:pt x="97" y="111"/>
                  </a:lnTo>
                  <a:lnTo>
                    <a:pt x="100" y="106"/>
                  </a:lnTo>
                  <a:lnTo>
                    <a:pt x="103" y="102"/>
                  </a:lnTo>
                  <a:lnTo>
                    <a:pt x="107" y="98"/>
                  </a:lnTo>
                  <a:lnTo>
                    <a:pt x="112" y="95"/>
                  </a:lnTo>
                  <a:lnTo>
                    <a:pt x="117" y="94"/>
                  </a:lnTo>
                  <a:lnTo>
                    <a:pt x="124" y="94"/>
                  </a:lnTo>
                  <a:lnTo>
                    <a:pt x="124" y="94"/>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sz="1800" b="0" i="0" u="none" strike="noStrike" kern="1200" cap="none" spc="0" normalizeH="0" baseline="0" noProof="0">
                <a:ln>
                  <a:noFill/>
                </a:ln>
                <a:solidFill>
                  <a:srgbClr val="0900B6"/>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119" name="Freeform 80">
              <a:extLst>
                <a:ext uri="{FF2B5EF4-FFF2-40B4-BE49-F238E27FC236}">
                  <a16:creationId xmlns:a16="http://schemas.microsoft.com/office/drawing/2014/main" id="{FBB80D70-C748-4920-BDDB-82C060887BA3}"/>
                </a:ext>
              </a:extLst>
            </p:cNvPr>
            <p:cNvSpPr>
              <a:spLocks/>
            </p:cNvSpPr>
            <p:nvPr/>
          </p:nvSpPr>
          <p:spPr bwMode="auto">
            <a:xfrm>
              <a:off x="9079682" y="4342838"/>
              <a:ext cx="29770" cy="99230"/>
            </a:xfrm>
            <a:custGeom>
              <a:avLst/>
              <a:gdLst>
                <a:gd name="T0" fmla="*/ 9 w 17"/>
                <a:gd name="T1" fmla="*/ 0 h 59"/>
                <a:gd name="T2" fmla="*/ 9 w 17"/>
                <a:gd name="T3" fmla="*/ 0 h 59"/>
                <a:gd name="T4" fmla="*/ 5 w 17"/>
                <a:gd name="T5" fmla="*/ 0 h 59"/>
                <a:gd name="T6" fmla="*/ 2 w 17"/>
                <a:gd name="T7" fmla="*/ 2 h 59"/>
                <a:gd name="T8" fmla="*/ 0 w 17"/>
                <a:gd name="T9" fmla="*/ 5 h 59"/>
                <a:gd name="T10" fmla="*/ 0 w 17"/>
                <a:gd name="T11" fmla="*/ 9 h 59"/>
                <a:gd name="T12" fmla="*/ 0 w 17"/>
                <a:gd name="T13" fmla="*/ 49 h 59"/>
                <a:gd name="T14" fmla="*/ 0 w 17"/>
                <a:gd name="T15" fmla="*/ 49 h 59"/>
                <a:gd name="T16" fmla="*/ 0 w 17"/>
                <a:gd name="T17" fmla="*/ 53 h 59"/>
                <a:gd name="T18" fmla="*/ 2 w 17"/>
                <a:gd name="T19" fmla="*/ 56 h 59"/>
                <a:gd name="T20" fmla="*/ 5 w 17"/>
                <a:gd name="T21" fmla="*/ 58 h 59"/>
                <a:gd name="T22" fmla="*/ 9 w 17"/>
                <a:gd name="T23" fmla="*/ 59 h 59"/>
                <a:gd name="T24" fmla="*/ 9 w 17"/>
                <a:gd name="T25" fmla="*/ 59 h 59"/>
                <a:gd name="T26" fmla="*/ 12 w 17"/>
                <a:gd name="T27" fmla="*/ 58 h 59"/>
                <a:gd name="T28" fmla="*/ 14 w 17"/>
                <a:gd name="T29" fmla="*/ 56 h 59"/>
                <a:gd name="T30" fmla="*/ 17 w 17"/>
                <a:gd name="T31" fmla="*/ 53 h 59"/>
                <a:gd name="T32" fmla="*/ 17 w 17"/>
                <a:gd name="T33" fmla="*/ 49 h 59"/>
                <a:gd name="T34" fmla="*/ 17 w 17"/>
                <a:gd name="T35" fmla="*/ 9 h 59"/>
                <a:gd name="T36" fmla="*/ 17 w 17"/>
                <a:gd name="T37" fmla="*/ 9 h 59"/>
                <a:gd name="T38" fmla="*/ 17 w 17"/>
                <a:gd name="T39" fmla="*/ 5 h 59"/>
                <a:gd name="T40" fmla="*/ 14 w 17"/>
                <a:gd name="T41" fmla="*/ 2 h 59"/>
                <a:gd name="T42" fmla="*/ 12 w 17"/>
                <a:gd name="T43" fmla="*/ 0 h 59"/>
                <a:gd name="T44" fmla="*/ 9 w 17"/>
                <a:gd name="T45" fmla="*/ 0 h 59"/>
                <a:gd name="T46" fmla="*/ 9 w 17"/>
                <a:gd name="T47" fmla="*/ 0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7" h="59">
                  <a:moveTo>
                    <a:pt x="9" y="0"/>
                  </a:moveTo>
                  <a:lnTo>
                    <a:pt x="9" y="0"/>
                  </a:lnTo>
                  <a:lnTo>
                    <a:pt x="5" y="0"/>
                  </a:lnTo>
                  <a:lnTo>
                    <a:pt x="2" y="2"/>
                  </a:lnTo>
                  <a:lnTo>
                    <a:pt x="0" y="5"/>
                  </a:lnTo>
                  <a:lnTo>
                    <a:pt x="0" y="9"/>
                  </a:lnTo>
                  <a:lnTo>
                    <a:pt x="0" y="49"/>
                  </a:lnTo>
                  <a:lnTo>
                    <a:pt x="0" y="49"/>
                  </a:lnTo>
                  <a:lnTo>
                    <a:pt x="0" y="53"/>
                  </a:lnTo>
                  <a:lnTo>
                    <a:pt x="2" y="56"/>
                  </a:lnTo>
                  <a:lnTo>
                    <a:pt x="5" y="58"/>
                  </a:lnTo>
                  <a:lnTo>
                    <a:pt x="9" y="59"/>
                  </a:lnTo>
                  <a:lnTo>
                    <a:pt x="9" y="59"/>
                  </a:lnTo>
                  <a:lnTo>
                    <a:pt x="12" y="58"/>
                  </a:lnTo>
                  <a:lnTo>
                    <a:pt x="14" y="56"/>
                  </a:lnTo>
                  <a:lnTo>
                    <a:pt x="17" y="53"/>
                  </a:lnTo>
                  <a:lnTo>
                    <a:pt x="17" y="49"/>
                  </a:lnTo>
                  <a:lnTo>
                    <a:pt x="17" y="9"/>
                  </a:lnTo>
                  <a:lnTo>
                    <a:pt x="17" y="9"/>
                  </a:lnTo>
                  <a:lnTo>
                    <a:pt x="17" y="5"/>
                  </a:lnTo>
                  <a:lnTo>
                    <a:pt x="14" y="2"/>
                  </a:lnTo>
                  <a:lnTo>
                    <a:pt x="12" y="0"/>
                  </a:lnTo>
                  <a:lnTo>
                    <a:pt x="9" y="0"/>
                  </a:lnTo>
                  <a:lnTo>
                    <a:pt x="9" y="0"/>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sz="1800" b="0" i="0" u="none" strike="noStrike" kern="1200" cap="none" spc="0" normalizeH="0" baseline="0" noProof="0">
                <a:ln>
                  <a:noFill/>
                </a:ln>
                <a:solidFill>
                  <a:srgbClr val="0900B6"/>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120" name="Freeform 81">
              <a:extLst>
                <a:ext uri="{FF2B5EF4-FFF2-40B4-BE49-F238E27FC236}">
                  <a16:creationId xmlns:a16="http://schemas.microsoft.com/office/drawing/2014/main" id="{8DCF5C07-970B-4E7A-A2BB-78B361A7F91C}"/>
                </a:ext>
              </a:extLst>
            </p:cNvPr>
            <p:cNvSpPr>
              <a:spLocks/>
            </p:cNvSpPr>
            <p:nvPr/>
          </p:nvSpPr>
          <p:spPr bwMode="auto">
            <a:xfrm>
              <a:off x="9331065" y="4663680"/>
              <a:ext cx="95923" cy="29770"/>
            </a:xfrm>
            <a:custGeom>
              <a:avLst/>
              <a:gdLst>
                <a:gd name="T0" fmla="*/ 51 w 59"/>
                <a:gd name="T1" fmla="*/ 0 h 18"/>
                <a:gd name="T2" fmla="*/ 10 w 59"/>
                <a:gd name="T3" fmla="*/ 0 h 18"/>
                <a:gd name="T4" fmla="*/ 10 w 59"/>
                <a:gd name="T5" fmla="*/ 0 h 18"/>
                <a:gd name="T6" fmla="*/ 7 w 59"/>
                <a:gd name="T7" fmla="*/ 0 h 18"/>
                <a:gd name="T8" fmla="*/ 3 w 59"/>
                <a:gd name="T9" fmla="*/ 3 h 18"/>
                <a:gd name="T10" fmla="*/ 2 w 59"/>
                <a:gd name="T11" fmla="*/ 5 h 18"/>
                <a:gd name="T12" fmla="*/ 0 w 59"/>
                <a:gd name="T13" fmla="*/ 8 h 18"/>
                <a:gd name="T14" fmla="*/ 0 w 59"/>
                <a:gd name="T15" fmla="*/ 8 h 18"/>
                <a:gd name="T16" fmla="*/ 2 w 59"/>
                <a:gd name="T17" fmla="*/ 12 h 18"/>
                <a:gd name="T18" fmla="*/ 3 w 59"/>
                <a:gd name="T19" fmla="*/ 15 h 18"/>
                <a:gd name="T20" fmla="*/ 7 w 59"/>
                <a:gd name="T21" fmla="*/ 18 h 18"/>
                <a:gd name="T22" fmla="*/ 10 w 59"/>
                <a:gd name="T23" fmla="*/ 18 h 18"/>
                <a:gd name="T24" fmla="*/ 51 w 59"/>
                <a:gd name="T25" fmla="*/ 18 h 18"/>
                <a:gd name="T26" fmla="*/ 51 w 59"/>
                <a:gd name="T27" fmla="*/ 18 h 18"/>
                <a:gd name="T28" fmla="*/ 54 w 59"/>
                <a:gd name="T29" fmla="*/ 18 h 18"/>
                <a:gd name="T30" fmla="*/ 57 w 59"/>
                <a:gd name="T31" fmla="*/ 15 h 18"/>
                <a:gd name="T32" fmla="*/ 59 w 59"/>
                <a:gd name="T33" fmla="*/ 12 h 18"/>
                <a:gd name="T34" fmla="*/ 59 w 59"/>
                <a:gd name="T35" fmla="*/ 8 h 18"/>
                <a:gd name="T36" fmla="*/ 59 w 59"/>
                <a:gd name="T37" fmla="*/ 8 h 18"/>
                <a:gd name="T38" fmla="*/ 59 w 59"/>
                <a:gd name="T39" fmla="*/ 5 h 18"/>
                <a:gd name="T40" fmla="*/ 57 w 59"/>
                <a:gd name="T41" fmla="*/ 3 h 18"/>
                <a:gd name="T42" fmla="*/ 54 w 59"/>
                <a:gd name="T43" fmla="*/ 0 h 18"/>
                <a:gd name="T44" fmla="*/ 51 w 59"/>
                <a:gd name="T45" fmla="*/ 0 h 18"/>
                <a:gd name="T46" fmla="*/ 51 w 59"/>
                <a:gd name="T47"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9" h="18">
                  <a:moveTo>
                    <a:pt x="51" y="0"/>
                  </a:moveTo>
                  <a:lnTo>
                    <a:pt x="10" y="0"/>
                  </a:lnTo>
                  <a:lnTo>
                    <a:pt x="10" y="0"/>
                  </a:lnTo>
                  <a:lnTo>
                    <a:pt x="7" y="0"/>
                  </a:lnTo>
                  <a:lnTo>
                    <a:pt x="3" y="3"/>
                  </a:lnTo>
                  <a:lnTo>
                    <a:pt x="2" y="5"/>
                  </a:lnTo>
                  <a:lnTo>
                    <a:pt x="0" y="8"/>
                  </a:lnTo>
                  <a:lnTo>
                    <a:pt x="0" y="8"/>
                  </a:lnTo>
                  <a:lnTo>
                    <a:pt x="2" y="12"/>
                  </a:lnTo>
                  <a:lnTo>
                    <a:pt x="3" y="15"/>
                  </a:lnTo>
                  <a:lnTo>
                    <a:pt x="7" y="18"/>
                  </a:lnTo>
                  <a:lnTo>
                    <a:pt x="10" y="18"/>
                  </a:lnTo>
                  <a:lnTo>
                    <a:pt x="51" y="18"/>
                  </a:lnTo>
                  <a:lnTo>
                    <a:pt x="51" y="18"/>
                  </a:lnTo>
                  <a:lnTo>
                    <a:pt x="54" y="18"/>
                  </a:lnTo>
                  <a:lnTo>
                    <a:pt x="57" y="15"/>
                  </a:lnTo>
                  <a:lnTo>
                    <a:pt x="59" y="12"/>
                  </a:lnTo>
                  <a:lnTo>
                    <a:pt x="59" y="8"/>
                  </a:lnTo>
                  <a:lnTo>
                    <a:pt x="59" y="8"/>
                  </a:lnTo>
                  <a:lnTo>
                    <a:pt x="59" y="5"/>
                  </a:lnTo>
                  <a:lnTo>
                    <a:pt x="57" y="3"/>
                  </a:lnTo>
                  <a:lnTo>
                    <a:pt x="54" y="0"/>
                  </a:lnTo>
                  <a:lnTo>
                    <a:pt x="51" y="0"/>
                  </a:lnTo>
                  <a:lnTo>
                    <a:pt x="51" y="0"/>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sz="1800" b="0" i="0" u="none" strike="noStrike" kern="1200" cap="none" spc="0" normalizeH="0" baseline="0" noProof="0">
                <a:ln>
                  <a:noFill/>
                </a:ln>
                <a:solidFill>
                  <a:srgbClr val="0900B6"/>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121" name="Freeform 82">
              <a:extLst>
                <a:ext uri="{FF2B5EF4-FFF2-40B4-BE49-F238E27FC236}">
                  <a16:creationId xmlns:a16="http://schemas.microsoft.com/office/drawing/2014/main" id="{D8E2B1D9-E02B-4745-A37B-59E042CCA46F}"/>
                </a:ext>
              </a:extLst>
            </p:cNvPr>
            <p:cNvSpPr>
              <a:spLocks/>
            </p:cNvSpPr>
            <p:nvPr/>
          </p:nvSpPr>
          <p:spPr bwMode="auto">
            <a:xfrm>
              <a:off x="9079682" y="4915063"/>
              <a:ext cx="29770" cy="95923"/>
            </a:xfrm>
            <a:custGeom>
              <a:avLst/>
              <a:gdLst>
                <a:gd name="T0" fmla="*/ 9 w 17"/>
                <a:gd name="T1" fmla="*/ 0 h 59"/>
                <a:gd name="T2" fmla="*/ 9 w 17"/>
                <a:gd name="T3" fmla="*/ 0 h 59"/>
                <a:gd name="T4" fmla="*/ 5 w 17"/>
                <a:gd name="T5" fmla="*/ 1 h 59"/>
                <a:gd name="T6" fmla="*/ 2 w 17"/>
                <a:gd name="T7" fmla="*/ 3 h 59"/>
                <a:gd name="T8" fmla="*/ 0 w 17"/>
                <a:gd name="T9" fmla="*/ 5 h 59"/>
                <a:gd name="T10" fmla="*/ 0 w 17"/>
                <a:gd name="T11" fmla="*/ 9 h 59"/>
                <a:gd name="T12" fmla="*/ 0 w 17"/>
                <a:gd name="T13" fmla="*/ 49 h 59"/>
                <a:gd name="T14" fmla="*/ 0 w 17"/>
                <a:gd name="T15" fmla="*/ 49 h 59"/>
                <a:gd name="T16" fmla="*/ 0 w 17"/>
                <a:gd name="T17" fmla="*/ 54 h 59"/>
                <a:gd name="T18" fmla="*/ 2 w 17"/>
                <a:gd name="T19" fmla="*/ 56 h 59"/>
                <a:gd name="T20" fmla="*/ 5 w 17"/>
                <a:gd name="T21" fmla="*/ 59 h 59"/>
                <a:gd name="T22" fmla="*/ 9 w 17"/>
                <a:gd name="T23" fmla="*/ 59 h 59"/>
                <a:gd name="T24" fmla="*/ 9 w 17"/>
                <a:gd name="T25" fmla="*/ 59 h 59"/>
                <a:gd name="T26" fmla="*/ 12 w 17"/>
                <a:gd name="T27" fmla="*/ 59 h 59"/>
                <a:gd name="T28" fmla="*/ 14 w 17"/>
                <a:gd name="T29" fmla="*/ 56 h 59"/>
                <a:gd name="T30" fmla="*/ 17 w 17"/>
                <a:gd name="T31" fmla="*/ 54 h 59"/>
                <a:gd name="T32" fmla="*/ 17 w 17"/>
                <a:gd name="T33" fmla="*/ 49 h 59"/>
                <a:gd name="T34" fmla="*/ 17 w 17"/>
                <a:gd name="T35" fmla="*/ 9 h 59"/>
                <a:gd name="T36" fmla="*/ 17 w 17"/>
                <a:gd name="T37" fmla="*/ 9 h 59"/>
                <a:gd name="T38" fmla="*/ 17 w 17"/>
                <a:gd name="T39" fmla="*/ 5 h 59"/>
                <a:gd name="T40" fmla="*/ 14 w 17"/>
                <a:gd name="T41" fmla="*/ 3 h 59"/>
                <a:gd name="T42" fmla="*/ 12 w 17"/>
                <a:gd name="T43" fmla="*/ 1 h 59"/>
                <a:gd name="T44" fmla="*/ 9 w 17"/>
                <a:gd name="T45" fmla="*/ 0 h 59"/>
                <a:gd name="T46" fmla="*/ 9 w 17"/>
                <a:gd name="T47" fmla="*/ 0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7" h="59">
                  <a:moveTo>
                    <a:pt x="9" y="0"/>
                  </a:moveTo>
                  <a:lnTo>
                    <a:pt x="9" y="0"/>
                  </a:lnTo>
                  <a:lnTo>
                    <a:pt x="5" y="1"/>
                  </a:lnTo>
                  <a:lnTo>
                    <a:pt x="2" y="3"/>
                  </a:lnTo>
                  <a:lnTo>
                    <a:pt x="0" y="5"/>
                  </a:lnTo>
                  <a:lnTo>
                    <a:pt x="0" y="9"/>
                  </a:lnTo>
                  <a:lnTo>
                    <a:pt x="0" y="49"/>
                  </a:lnTo>
                  <a:lnTo>
                    <a:pt x="0" y="49"/>
                  </a:lnTo>
                  <a:lnTo>
                    <a:pt x="0" y="54"/>
                  </a:lnTo>
                  <a:lnTo>
                    <a:pt x="2" y="56"/>
                  </a:lnTo>
                  <a:lnTo>
                    <a:pt x="5" y="59"/>
                  </a:lnTo>
                  <a:lnTo>
                    <a:pt x="9" y="59"/>
                  </a:lnTo>
                  <a:lnTo>
                    <a:pt x="9" y="59"/>
                  </a:lnTo>
                  <a:lnTo>
                    <a:pt x="12" y="59"/>
                  </a:lnTo>
                  <a:lnTo>
                    <a:pt x="14" y="56"/>
                  </a:lnTo>
                  <a:lnTo>
                    <a:pt x="17" y="54"/>
                  </a:lnTo>
                  <a:lnTo>
                    <a:pt x="17" y="49"/>
                  </a:lnTo>
                  <a:lnTo>
                    <a:pt x="17" y="9"/>
                  </a:lnTo>
                  <a:lnTo>
                    <a:pt x="17" y="9"/>
                  </a:lnTo>
                  <a:lnTo>
                    <a:pt x="17" y="5"/>
                  </a:lnTo>
                  <a:lnTo>
                    <a:pt x="14" y="3"/>
                  </a:lnTo>
                  <a:lnTo>
                    <a:pt x="12" y="1"/>
                  </a:lnTo>
                  <a:lnTo>
                    <a:pt x="9" y="0"/>
                  </a:lnTo>
                  <a:lnTo>
                    <a:pt x="9" y="0"/>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sz="1800" b="0" i="0" u="none" strike="noStrike" kern="1200" cap="none" spc="0" normalizeH="0" baseline="0" noProof="0">
                <a:ln>
                  <a:noFill/>
                </a:ln>
                <a:solidFill>
                  <a:srgbClr val="0900B6"/>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122" name="Freeform 83">
              <a:extLst>
                <a:ext uri="{FF2B5EF4-FFF2-40B4-BE49-F238E27FC236}">
                  <a16:creationId xmlns:a16="http://schemas.microsoft.com/office/drawing/2014/main" id="{021113C4-0691-45CD-9FE6-5638543872F3}"/>
                </a:ext>
              </a:extLst>
            </p:cNvPr>
            <p:cNvSpPr>
              <a:spLocks/>
            </p:cNvSpPr>
            <p:nvPr/>
          </p:nvSpPr>
          <p:spPr bwMode="auto">
            <a:xfrm>
              <a:off x="8758840" y="4663680"/>
              <a:ext cx="99230" cy="29770"/>
            </a:xfrm>
            <a:custGeom>
              <a:avLst/>
              <a:gdLst>
                <a:gd name="T0" fmla="*/ 50 w 59"/>
                <a:gd name="T1" fmla="*/ 0 h 18"/>
                <a:gd name="T2" fmla="*/ 10 w 59"/>
                <a:gd name="T3" fmla="*/ 0 h 18"/>
                <a:gd name="T4" fmla="*/ 10 w 59"/>
                <a:gd name="T5" fmla="*/ 0 h 18"/>
                <a:gd name="T6" fmla="*/ 6 w 59"/>
                <a:gd name="T7" fmla="*/ 0 h 18"/>
                <a:gd name="T8" fmla="*/ 3 w 59"/>
                <a:gd name="T9" fmla="*/ 3 h 18"/>
                <a:gd name="T10" fmla="*/ 2 w 59"/>
                <a:gd name="T11" fmla="*/ 5 h 18"/>
                <a:gd name="T12" fmla="*/ 0 w 59"/>
                <a:gd name="T13" fmla="*/ 8 h 18"/>
                <a:gd name="T14" fmla="*/ 0 w 59"/>
                <a:gd name="T15" fmla="*/ 8 h 18"/>
                <a:gd name="T16" fmla="*/ 2 w 59"/>
                <a:gd name="T17" fmla="*/ 12 h 18"/>
                <a:gd name="T18" fmla="*/ 3 w 59"/>
                <a:gd name="T19" fmla="*/ 15 h 18"/>
                <a:gd name="T20" fmla="*/ 6 w 59"/>
                <a:gd name="T21" fmla="*/ 18 h 18"/>
                <a:gd name="T22" fmla="*/ 10 w 59"/>
                <a:gd name="T23" fmla="*/ 18 h 18"/>
                <a:gd name="T24" fmla="*/ 50 w 59"/>
                <a:gd name="T25" fmla="*/ 18 h 18"/>
                <a:gd name="T26" fmla="*/ 50 w 59"/>
                <a:gd name="T27" fmla="*/ 18 h 18"/>
                <a:gd name="T28" fmla="*/ 54 w 59"/>
                <a:gd name="T29" fmla="*/ 18 h 18"/>
                <a:gd name="T30" fmla="*/ 57 w 59"/>
                <a:gd name="T31" fmla="*/ 15 h 18"/>
                <a:gd name="T32" fmla="*/ 58 w 59"/>
                <a:gd name="T33" fmla="*/ 12 h 18"/>
                <a:gd name="T34" fmla="*/ 59 w 59"/>
                <a:gd name="T35" fmla="*/ 8 h 18"/>
                <a:gd name="T36" fmla="*/ 59 w 59"/>
                <a:gd name="T37" fmla="*/ 8 h 18"/>
                <a:gd name="T38" fmla="*/ 58 w 59"/>
                <a:gd name="T39" fmla="*/ 5 h 18"/>
                <a:gd name="T40" fmla="*/ 57 w 59"/>
                <a:gd name="T41" fmla="*/ 3 h 18"/>
                <a:gd name="T42" fmla="*/ 54 w 59"/>
                <a:gd name="T43" fmla="*/ 0 h 18"/>
                <a:gd name="T44" fmla="*/ 50 w 59"/>
                <a:gd name="T45" fmla="*/ 0 h 18"/>
                <a:gd name="T46" fmla="*/ 50 w 59"/>
                <a:gd name="T47"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9" h="18">
                  <a:moveTo>
                    <a:pt x="50" y="0"/>
                  </a:moveTo>
                  <a:lnTo>
                    <a:pt x="10" y="0"/>
                  </a:lnTo>
                  <a:lnTo>
                    <a:pt x="10" y="0"/>
                  </a:lnTo>
                  <a:lnTo>
                    <a:pt x="6" y="0"/>
                  </a:lnTo>
                  <a:lnTo>
                    <a:pt x="3" y="3"/>
                  </a:lnTo>
                  <a:lnTo>
                    <a:pt x="2" y="5"/>
                  </a:lnTo>
                  <a:lnTo>
                    <a:pt x="0" y="8"/>
                  </a:lnTo>
                  <a:lnTo>
                    <a:pt x="0" y="8"/>
                  </a:lnTo>
                  <a:lnTo>
                    <a:pt x="2" y="12"/>
                  </a:lnTo>
                  <a:lnTo>
                    <a:pt x="3" y="15"/>
                  </a:lnTo>
                  <a:lnTo>
                    <a:pt x="6" y="18"/>
                  </a:lnTo>
                  <a:lnTo>
                    <a:pt x="10" y="18"/>
                  </a:lnTo>
                  <a:lnTo>
                    <a:pt x="50" y="18"/>
                  </a:lnTo>
                  <a:lnTo>
                    <a:pt x="50" y="18"/>
                  </a:lnTo>
                  <a:lnTo>
                    <a:pt x="54" y="18"/>
                  </a:lnTo>
                  <a:lnTo>
                    <a:pt x="57" y="15"/>
                  </a:lnTo>
                  <a:lnTo>
                    <a:pt x="58" y="12"/>
                  </a:lnTo>
                  <a:lnTo>
                    <a:pt x="59" y="8"/>
                  </a:lnTo>
                  <a:lnTo>
                    <a:pt x="59" y="8"/>
                  </a:lnTo>
                  <a:lnTo>
                    <a:pt x="58" y="5"/>
                  </a:lnTo>
                  <a:lnTo>
                    <a:pt x="57" y="3"/>
                  </a:lnTo>
                  <a:lnTo>
                    <a:pt x="54" y="0"/>
                  </a:lnTo>
                  <a:lnTo>
                    <a:pt x="50" y="0"/>
                  </a:lnTo>
                  <a:lnTo>
                    <a:pt x="50" y="0"/>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sz="1800" b="0" i="0" u="none" strike="noStrike" kern="1200" cap="none" spc="0" normalizeH="0" baseline="0" noProof="0">
                <a:ln>
                  <a:noFill/>
                </a:ln>
                <a:solidFill>
                  <a:srgbClr val="0900B6"/>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grpSp>
      <p:sp>
        <p:nvSpPr>
          <p:cNvPr id="54" name="TextBox 53">
            <a:extLst>
              <a:ext uri="{FF2B5EF4-FFF2-40B4-BE49-F238E27FC236}">
                <a16:creationId xmlns:a16="http://schemas.microsoft.com/office/drawing/2014/main" id="{47468A53-94C2-41AC-96F2-580F48CE5C45}"/>
              </a:ext>
            </a:extLst>
          </p:cNvPr>
          <p:cNvSpPr txBox="1"/>
          <p:nvPr/>
        </p:nvSpPr>
        <p:spPr>
          <a:xfrm>
            <a:off x="4953146" y="4479449"/>
            <a:ext cx="2902461"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BE" sz="1600" b="1" i="0" u="none" strike="noStrike" kern="1200" cap="none" spc="0" normalizeH="0" baseline="0" noProof="0">
                <a:ln>
                  <a:noFill/>
                </a:ln>
                <a:solidFill>
                  <a:srgbClr val="808080">
                    <a:lumMod val="50000"/>
                  </a:srgbClr>
                </a:solidFill>
                <a:effectLst/>
                <a:uLnTx/>
                <a:uFillTx/>
                <a:latin typeface="Open Sans" panose="020B0606030504020204" pitchFamily="34" charset="0"/>
                <a:ea typeface="Open Sans" panose="020B0606030504020204" pitchFamily="34" charset="0"/>
                <a:cs typeface="Open Sans" panose="020B0606030504020204" pitchFamily="34" charset="0"/>
              </a:rPr>
              <a:t>Inquiétudes &amp; frustrations</a:t>
            </a:r>
          </a:p>
        </p:txBody>
      </p:sp>
      <p:sp>
        <p:nvSpPr>
          <p:cNvPr id="60" name="TextBox 59">
            <a:extLst>
              <a:ext uri="{FF2B5EF4-FFF2-40B4-BE49-F238E27FC236}">
                <a16:creationId xmlns:a16="http://schemas.microsoft.com/office/drawing/2014/main" id="{7069B722-8ADB-414F-89F8-816C2D720955}"/>
              </a:ext>
            </a:extLst>
          </p:cNvPr>
          <p:cNvSpPr txBox="1"/>
          <p:nvPr/>
        </p:nvSpPr>
        <p:spPr>
          <a:xfrm>
            <a:off x="8651596" y="4849947"/>
            <a:ext cx="3348000" cy="1754326"/>
          </a:xfrm>
          <a:prstGeom prst="rect">
            <a:avLst/>
          </a:prstGeom>
          <a:noFill/>
        </p:spPr>
        <p:txBody>
          <a:bodyPr wrap="square" lIns="0" rIns="0" rtlCol="0">
            <a:spAutoFit/>
          </a:bodyPr>
          <a:lstStyle/>
          <a:p>
            <a:pPr lvl="0" algn="just">
              <a:defRPr/>
            </a:pPr>
            <a:r>
              <a:rPr lang="fr-BE" sz="1200">
                <a:solidFill>
                  <a:srgbClr val="FFFFFF">
                    <a:lumMod val="65000"/>
                  </a:srgbClr>
                </a:solidFill>
                <a:latin typeface="Open Sans" panose="020B0606030504020204" pitchFamily="34" charset="0"/>
                <a:ea typeface="Open Sans" panose="020B0606030504020204" pitchFamily="34" charset="0"/>
                <a:cs typeface="Open Sans" panose="020B0606030504020204" pitchFamily="34" charset="0"/>
              </a:rPr>
              <a:t>Cindy aimerait avoir une liste des choses à tenir en compte lorsqu’on commence à louer un bien. Quelles sont les démarches à faire, étape par étape ? Elle aimerait également remplir son contrat de bail de la manière la plus simple possible.</a:t>
            </a:r>
          </a:p>
          <a:p>
            <a:pPr lvl="0" algn="just">
              <a:defRPr/>
            </a:pPr>
            <a:r>
              <a:rPr lang="fr-BE" sz="1200">
                <a:solidFill>
                  <a:srgbClr val="FFFFFF">
                    <a:lumMod val="65000"/>
                  </a:srgbClr>
                </a:solidFill>
                <a:latin typeface="Open Sans" panose="020B0606030504020204" pitchFamily="34" charset="0"/>
                <a:ea typeface="Open Sans" panose="020B0606030504020204" pitchFamily="34" charset="0"/>
                <a:cs typeface="Open Sans" panose="020B0606030504020204" pitchFamily="34" charset="0"/>
              </a:rPr>
              <a:t>Cindy aimerait être informée de ses droits en tant que propriétaire si quelque chose  tourne mal. </a:t>
            </a:r>
          </a:p>
        </p:txBody>
      </p:sp>
      <p:sp>
        <p:nvSpPr>
          <p:cNvPr id="65" name="TextBox 64">
            <a:extLst>
              <a:ext uri="{FF2B5EF4-FFF2-40B4-BE49-F238E27FC236}">
                <a16:creationId xmlns:a16="http://schemas.microsoft.com/office/drawing/2014/main" id="{C79A6310-EF9B-4FC8-B9D0-1019AC94B71E}"/>
              </a:ext>
            </a:extLst>
          </p:cNvPr>
          <p:cNvSpPr txBox="1"/>
          <p:nvPr/>
        </p:nvSpPr>
        <p:spPr>
          <a:xfrm>
            <a:off x="8933479" y="4484976"/>
            <a:ext cx="1179474"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BE" sz="1600" b="1" i="0" u="none" strike="noStrike" kern="1200" cap="none" spc="0" normalizeH="0" baseline="0" noProof="0">
                <a:ln>
                  <a:noFill/>
                </a:ln>
                <a:solidFill>
                  <a:srgbClr val="808080">
                    <a:lumMod val="50000"/>
                  </a:srgbClr>
                </a:solidFill>
                <a:effectLst/>
                <a:uLnTx/>
                <a:uFillTx/>
                <a:latin typeface="Open Sans" panose="020B0606030504020204" pitchFamily="34" charset="0"/>
                <a:ea typeface="Open Sans" panose="020B0606030504020204" pitchFamily="34" charset="0"/>
                <a:cs typeface="Open Sans" panose="020B0606030504020204" pitchFamily="34" charset="0"/>
              </a:rPr>
              <a:t>Besoins</a:t>
            </a:r>
          </a:p>
        </p:txBody>
      </p:sp>
      <p:pic>
        <p:nvPicPr>
          <p:cNvPr id="55" name="Picture 54" descr="A picture containing person, clothing&#10;&#10;Description automatically generated">
            <a:extLst>
              <a:ext uri="{FF2B5EF4-FFF2-40B4-BE49-F238E27FC236}">
                <a16:creationId xmlns:a16="http://schemas.microsoft.com/office/drawing/2014/main" id="{493F8FBD-E6DA-49A2-82DB-0579CD21E044}"/>
              </a:ext>
            </a:extLst>
          </p:cNvPr>
          <p:cNvPicPr>
            <a:picLocks noChangeAspect="1"/>
          </p:cNvPicPr>
          <p:nvPr/>
        </p:nvPicPr>
        <p:blipFill rotWithShape="1">
          <a:blip r:embed="rId3">
            <a:extLst>
              <a:ext uri="{28A0092B-C50C-407E-A947-70E740481C1C}">
                <a14:useLocalDpi xmlns:a14="http://schemas.microsoft.com/office/drawing/2010/main" val="0"/>
              </a:ext>
            </a:extLst>
          </a:blip>
          <a:srcRect l="15339"/>
          <a:stretch/>
        </p:blipFill>
        <p:spPr>
          <a:xfrm>
            <a:off x="9263" y="0"/>
            <a:ext cx="3872672" cy="6858000"/>
          </a:xfrm>
          <a:prstGeom prst="rect">
            <a:avLst/>
          </a:prstGeom>
        </p:spPr>
      </p:pic>
      <p:sp>
        <p:nvSpPr>
          <p:cNvPr id="73" name="Rounded Rectangle 72"/>
          <p:cNvSpPr/>
          <p:nvPr/>
        </p:nvSpPr>
        <p:spPr>
          <a:xfrm>
            <a:off x="2945075" y="463079"/>
            <a:ext cx="1116000" cy="216000"/>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BE" sz="1100" b="1" i="0" u="none" strike="noStrike" kern="1200" cap="none" spc="0" normalizeH="0" baseline="0" noProof="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rPr>
              <a:t>Impatiente</a:t>
            </a:r>
          </a:p>
        </p:txBody>
      </p:sp>
      <p:sp>
        <p:nvSpPr>
          <p:cNvPr id="75" name="Rounded Rectangle 74"/>
          <p:cNvSpPr/>
          <p:nvPr/>
        </p:nvSpPr>
        <p:spPr>
          <a:xfrm>
            <a:off x="2951425" y="197291"/>
            <a:ext cx="1116000" cy="216000"/>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BE" sz="1100" b="1" i="0" u="none" strike="noStrike" kern="1200" cap="none" spc="0" normalizeH="0" baseline="0" noProof="0">
                <a:ln>
                  <a:noFill/>
                </a:ln>
                <a:solidFill>
                  <a:srgbClr val="FFFFFF"/>
                </a:solidFill>
                <a:effectLst/>
                <a:uLnTx/>
                <a:uFillTx/>
                <a:latin typeface="Open Sans" panose="020B0606030504020204" pitchFamily="34" charset="0"/>
                <a:ea typeface="Open Sans" panose="020B0606030504020204" pitchFamily="34" charset="0"/>
                <a:cs typeface="Open Sans" panose="020B0606030504020204" pitchFamily="34" charset="0"/>
              </a:rPr>
              <a:t>Pointilleuse</a:t>
            </a:r>
          </a:p>
        </p:txBody>
      </p:sp>
      <p:sp>
        <p:nvSpPr>
          <p:cNvPr id="56" name="TextBox 55">
            <a:extLst>
              <a:ext uri="{FF2B5EF4-FFF2-40B4-BE49-F238E27FC236}">
                <a16:creationId xmlns:a16="http://schemas.microsoft.com/office/drawing/2014/main" id="{C116C84A-DEFE-4ED6-98FB-CF7F8AA714FB}"/>
              </a:ext>
            </a:extLst>
          </p:cNvPr>
          <p:cNvSpPr txBox="1"/>
          <p:nvPr/>
        </p:nvSpPr>
        <p:spPr>
          <a:xfrm>
            <a:off x="4684043" y="4849947"/>
            <a:ext cx="3348000" cy="1015663"/>
          </a:xfrm>
          <a:prstGeom prst="rect">
            <a:avLst/>
          </a:prstGeom>
          <a:noFill/>
        </p:spPr>
        <p:txBody>
          <a:bodyPr wrap="square" lIns="0" rIns="0" rtlCol="0" anchor="t">
            <a:spAutoFit/>
          </a:bodyPr>
          <a:lstStyle/>
          <a:p>
            <a:pPr lvl="0" algn="just">
              <a:defRPr/>
            </a:pPr>
            <a:r>
              <a:rPr lang="fr-BE" sz="1200" dirty="0">
                <a:solidFill>
                  <a:srgbClr val="FFFFFF">
                    <a:lumMod val="65000"/>
                  </a:srgbClr>
                </a:solidFill>
                <a:latin typeface="Open Sans" panose="020B0606030504020204" pitchFamily="34" charset="0"/>
                <a:ea typeface="Open Sans" panose="020B0606030504020204" pitchFamily="34" charset="0"/>
                <a:cs typeface="Open Sans" panose="020B0606030504020204" pitchFamily="34" charset="0"/>
              </a:rPr>
              <a:t>Cindy aimerait éviter les ennuis en louant son bien. Elle voudrait trouver quelqu’un de bien pour louer son appartement et aimerait être sûre de remplir correctement le contrat de bail. </a:t>
            </a:r>
          </a:p>
        </p:txBody>
      </p:sp>
    </p:spTree>
    <p:extLst>
      <p:ext uri="{BB962C8B-B14F-4D97-AF65-F5344CB8AC3E}">
        <p14:creationId xmlns:p14="http://schemas.microsoft.com/office/powerpoint/2010/main" val="449861071"/>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 name="Right Arrow 161"/>
          <p:cNvSpPr>
            <a:spLocks noChangeArrowheads="1"/>
          </p:cNvSpPr>
          <p:nvPr/>
        </p:nvSpPr>
        <p:spPr bwMode="auto">
          <a:xfrm>
            <a:off x="1552574" y="4801931"/>
            <a:ext cx="9374390" cy="82882"/>
          </a:xfrm>
          <a:prstGeom prst="rightArrow">
            <a:avLst>
              <a:gd name="adj1" fmla="val 50000"/>
              <a:gd name="adj2" fmla="val 49990"/>
            </a:avLst>
          </a:prstGeom>
          <a:solidFill>
            <a:schemeClr val="bg1">
              <a:lumMod val="85000"/>
            </a:schemeClr>
          </a:solidFill>
          <a:ln w="12700" algn="ctr">
            <a:noFill/>
            <a:round/>
            <a:headEnd/>
            <a:tailEnd/>
          </a:ln>
        </p:spPr>
        <p:txBody>
          <a:bodyPr lIns="72000" tIns="72000" rIns="72000" bIns="72000" anchor="ctr" anchorCtr="1"/>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fr-BE" sz="1400" b="0" i="0" u="none" strike="noStrike" kern="0" cap="none" spc="0" normalizeH="0" baseline="0" noProof="0">
              <a:ln>
                <a:noFill/>
              </a:ln>
              <a:solidFill>
                <a:srgbClr val="000000"/>
              </a:solidFill>
              <a:effectLst/>
              <a:uLnTx/>
              <a:uFillTx/>
              <a:latin typeface="Frutiger Next Pro Light"/>
              <a:ea typeface="+mn-ea"/>
              <a:cs typeface="Arial" pitchFamily="34" charset="0"/>
            </a:endParaRPr>
          </a:p>
        </p:txBody>
      </p:sp>
      <p:sp>
        <p:nvSpPr>
          <p:cNvPr id="273" name="Right Arrow 161"/>
          <p:cNvSpPr>
            <a:spLocks noChangeArrowheads="1"/>
          </p:cNvSpPr>
          <p:nvPr/>
        </p:nvSpPr>
        <p:spPr bwMode="auto">
          <a:xfrm>
            <a:off x="1552574" y="5303284"/>
            <a:ext cx="9374390" cy="72000"/>
          </a:xfrm>
          <a:prstGeom prst="rightArrow">
            <a:avLst>
              <a:gd name="adj1" fmla="val 50000"/>
              <a:gd name="adj2" fmla="val 49990"/>
            </a:avLst>
          </a:prstGeom>
          <a:pattFill prst="pct20">
            <a:fgClr>
              <a:schemeClr val="bg1">
                <a:lumMod val="85000"/>
              </a:schemeClr>
            </a:fgClr>
            <a:bgClr>
              <a:schemeClr val="bg1"/>
            </a:bgClr>
          </a:pattFill>
          <a:ln w="12700" algn="ctr">
            <a:noFill/>
            <a:round/>
            <a:headEnd/>
            <a:tailEnd/>
          </a:ln>
        </p:spPr>
        <p:txBody>
          <a:bodyPr lIns="72000" tIns="72000" rIns="72000" bIns="72000" anchor="ctr" anchorCtr="1"/>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fr-BE" sz="1400" b="0" i="0" u="none" strike="noStrike" kern="0" cap="none" spc="0" normalizeH="0" baseline="0" noProof="0">
              <a:ln>
                <a:noFill/>
              </a:ln>
              <a:solidFill>
                <a:srgbClr val="000000"/>
              </a:solidFill>
              <a:effectLst/>
              <a:uLnTx/>
              <a:uFillTx/>
              <a:latin typeface="Frutiger Next Pro Light"/>
              <a:ea typeface="+mn-ea"/>
              <a:cs typeface="Arial" pitchFamily="34" charset="0"/>
            </a:endParaRPr>
          </a:p>
        </p:txBody>
      </p:sp>
      <p:sp>
        <p:nvSpPr>
          <p:cNvPr id="6" name="Freeform: Shape 5">
            <a:extLst>
              <a:ext uri="{FF2B5EF4-FFF2-40B4-BE49-F238E27FC236}">
                <a16:creationId xmlns:a16="http://schemas.microsoft.com/office/drawing/2014/main" id="{9BD72A10-AEAF-4CF0-84A1-5CDA9A5099FC}"/>
              </a:ext>
            </a:extLst>
          </p:cNvPr>
          <p:cNvSpPr/>
          <p:nvPr/>
        </p:nvSpPr>
        <p:spPr>
          <a:xfrm>
            <a:off x="1866900" y="4465320"/>
            <a:ext cx="9241831" cy="1215745"/>
          </a:xfrm>
          <a:custGeom>
            <a:avLst/>
            <a:gdLst>
              <a:gd name="connsiteX0" fmla="*/ 0 w 9241831"/>
              <a:gd name="connsiteY0" fmla="*/ 0 h 1215745"/>
              <a:gd name="connsiteX1" fmla="*/ 1036320 w 9241831"/>
              <a:gd name="connsiteY1" fmla="*/ 190500 h 1215745"/>
              <a:gd name="connsiteX2" fmla="*/ 2308860 w 9241831"/>
              <a:gd name="connsiteY2" fmla="*/ 609600 h 1215745"/>
              <a:gd name="connsiteX3" fmla="*/ 2720340 w 9241831"/>
              <a:gd name="connsiteY3" fmla="*/ 45720 h 1215745"/>
              <a:gd name="connsiteX4" fmla="*/ 3383280 w 9241831"/>
              <a:gd name="connsiteY4" fmla="*/ 952500 h 1215745"/>
              <a:gd name="connsiteX5" fmla="*/ 4450080 w 9241831"/>
              <a:gd name="connsiteY5" fmla="*/ 68580 h 1215745"/>
              <a:gd name="connsiteX6" fmla="*/ 5090160 w 9241831"/>
              <a:gd name="connsiteY6" fmla="*/ 1165860 h 1215745"/>
              <a:gd name="connsiteX7" fmla="*/ 6179820 w 9241831"/>
              <a:gd name="connsiteY7" fmla="*/ 982980 h 1215745"/>
              <a:gd name="connsiteX8" fmla="*/ 7277100 w 9241831"/>
              <a:gd name="connsiteY8" fmla="*/ 571500 h 1215745"/>
              <a:gd name="connsiteX9" fmla="*/ 8991600 w 9241831"/>
              <a:gd name="connsiteY9" fmla="*/ 1028700 h 1215745"/>
              <a:gd name="connsiteX10" fmla="*/ 9197340 w 9241831"/>
              <a:gd name="connsiteY10" fmla="*/ 1074420 h 1215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241831" h="1215745">
                <a:moveTo>
                  <a:pt x="0" y="0"/>
                </a:moveTo>
                <a:cubicBezTo>
                  <a:pt x="325755" y="44450"/>
                  <a:pt x="651510" y="88900"/>
                  <a:pt x="1036320" y="190500"/>
                </a:cubicBezTo>
                <a:cubicBezTo>
                  <a:pt x="1421130" y="292100"/>
                  <a:pt x="2028190" y="633730"/>
                  <a:pt x="2308860" y="609600"/>
                </a:cubicBezTo>
                <a:cubicBezTo>
                  <a:pt x="2589530" y="585470"/>
                  <a:pt x="2541270" y="-11430"/>
                  <a:pt x="2720340" y="45720"/>
                </a:cubicBezTo>
                <a:cubicBezTo>
                  <a:pt x="2899410" y="102870"/>
                  <a:pt x="3094990" y="948690"/>
                  <a:pt x="3383280" y="952500"/>
                </a:cubicBezTo>
                <a:cubicBezTo>
                  <a:pt x="3671570" y="956310"/>
                  <a:pt x="4165600" y="33020"/>
                  <a:pt x="4450080" y="68580"/>
                </a:cubicBezTo>
                <a:cubicBezTo>
                  <a:pt x="4734560" y="104140"/>
                  <a:pt x="4801870" y="1013460"/>
                  <a:pt x="5090160" y="1165860"/>
                </a:cubicBezTo>
                <a:cubicBezTo>
                  <a:pt x="5378450" y="1318260"/>
                  <a:pt x="5815330" y="1082040"/>
                  <a:pt x="6179820" y="982980"/>
                </a:cubicBezTo>
                <a:cubicBezTo>
                  <a:pt x="6544310" y="883920"/>
                  <a:pt x="6808470" y="563880"/>
                  <a:pt x="7277100" y="571500"/>
                </a:cubicBezTo>
                <a:cubicBezTo>
                  <a:pt x="7745730" y="579120"/>
                  <a:pt x="8671560" y="944880"/>
                  <a:pt x="8991600" y="1028700"/>
                </a:cubicBezTo>
                <a:cubicBezTo>
                  <a:pt x="9311640" y="1112520"/>
                  <a:pt x="9254490" y="1093470"/>
                  <a:pt x="9197340" y="1074420"/>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BE"/>
          </a:p>
        </p:txBody>
      </p:sp>
      <p:sp>
        <p:nvSpPr>
          <p:cNvPr id="120" name="Rectangle 119"/>
          <p:cNvSpPr/>
          <p:nvPr/>
        </p:nvSpPr>
        <p:spPr>
          <a:xfrm>
            <a:off x="3999091" y="3246228"/>
            <a:ext cx="2376000" cy="333159"/>
          </a:xfrm>
          <a:prstGeom prst="rect">
            <a:avLst/>
          </a:prstGeom>
          <a:solidFill>
            <a:schemeClr val="bg1">
              <a:lumMod val="95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sz="900" b="0" i="0" u="none" strike="noStrike" kern="1200" cap="none" spc="0" normalizeH="0" baseline="0" noProof="0">
              <a:ln>
                <a:noFill/>
              </a:ln>
              <a:solidFill>
                <a:srgbClr val="000000"/>
              </a:solidFill>
              <a:effectLst/>
              <a:uLnTx/>
              <a:uFillTx/>
              <a:latin typeface="Open Sans"/>
              <a:ea typeface="+mn-ea"/>
              <a:cs typeface="+mn-cs"/>
            </a:endParaRPr>
          </a:p>
        </p:txBody>
      </p:sp>
      <p:sp>
        <p:nvSpPr>
          <p:cNvPr id="270" name="Right Arrow 161"/>
          <p:cNvSpPr>
            <a:spLocks noChangeArrowheads="1"/>
          </p:cNvSpPr>
          <p:nvPr/>
        </p:nvSpPr>
        <p:spPr bwMode="auto">
          <a:xfrm>
            <a:off x="1552574" y="4297114"/>
            <a:ext cx="9374390" cy="72000"/>
          </a:xfrm>
          <a:prstGeom prst="rightArrow">
            <a:avLst>
              <a:gd name="adj1" fmla="val 50000"/>
              <a:gd name="adj2" fmla="val 49990"/>
            </a:avLst>
          </a:prstGeom>
          <a:pattFill prst="pct20">
            <a:fgClr>
              <a:schemeClr val="bg1">
                <a:lumMod val="85000"/>
              </a:schemeClr>
            </a:fgClr>
            <a:bgClr>
              <a:schemeClr val="bg1"/>
            </a:bgClr>
          </a:pattFill>
          <a:ln w="12700" algn="ctr">
            <a:noFill/>
            <a:round/>
            <a:headEnd/>
            <a:tailEnd/>
          </a:ln>
        </p:spPr>
        <p:txBody>
          <a:bodyPr lIns="72000" tIns="72000" rIns="72000" bIns="72000" anchor="ctr" anchorCtr="1"/>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fr-BE" sz="1400" b="0" i="0" u="none" strike="noStrike" kern="0" cap="none" spc="0" normalizeH="0" baseline="0" noProof="0">
              <a:ln>
                <a:noFill/>
              </a:ln>
              <a:solidFill>
                <a:srgbClr val="000000"/>
              </a:solidFill>
              <a:effectLst/>
              <a:uLnTx/>
              <a:uFillTx/>
              <a:latin typeface="Frutiger Next Pro Light"/>
              <a:ea typeface="+mn-ea"/>
              <a:cs typeface="Arial" pitchFamily="34" charset="0"/>
            </a:endParaRPr>
          </a:p>
        </p:txBody>
      </p:sp>
      <p:sp>
        <p:nvSpPr>
          <p:cNvPr id="3" name="Text Placeholder 2"/>
          <p:cNvSpPr>
            <a:spLocks noGrp="1"/>
          </p:cNvSpPr>
          <p:nvPr>
            <p:ph type="body" sz="quarter" idx="15"/>
          </p:nvPr>
        </p:nvSpPr>
        <p:spPr>
          <a:xfrm>
            <a:off x="914971" y="466344"/>
            <a:ext cx="3947632" cy="192979"/>
          </a:xfrm>
        </p:spPr>
        <p:txBody>
          <a:bodyPr/>
          <a:lstStyle/>
          <a:p>
            <a:r>
              <a:rPr lang="fr-BE" dirty="0"/>
              <a:t>PARCOURS USAGER ACTUEL</a:t>
            </a:r>
          </a:p>
        </p:txBody>
      </p:sp>
      <p:sp>
        <p:nvSpPr>
          <p:cNvPr id="2" name="Title 1"/>
          <p:cNvSpPr>
            <a:spLocks noGrp="1"/>
          </p:cNvSpPr>
          <p:nvPr>
            <p:ph type="title"/>
          </p:nvPr>
        </p:nvSpPr>
        <p:spPr>
          <a:xfrm>
            <a:off x="1647517" y="694944"/>
            <a:ext cx="9277757" cy="594360"/>
          </a:xfrm>
        </p:spPr>
        <p:txBody>
          <a:bodyPr anchor="ctr"/>
          <a:lstStyle/>
          <a:p>
            <a:r>
              <a:rPr lang="fr-BE" sz="2400" dirty="0"/>
              <a:t>Cindy Vandenbussche</a:t>
            </a:r>
          </a:p>
        </p:txBody>
      </p:sp>
      <p:sp>
        <p:nvSpPr>
          <p:cNvPr id="4" name="Rectangle 3"/>
          <p:cNvSpPr/>
          <p:nvPr/>
        </p:nvSpPr>
        <p:spPr>
          <a:xfrm>
            <a:off x="628649" y="1458879"/>
            <a:ext cx="850669" cy="276225"/>
          </a:xfrm>
          <a:prstGeom prst="rect">
            <a:avLst/>
          </a:prstGeom>
          <a:solidFill>
            <a:schemeClr val="bg1">
              <a:lumMod val="75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r-BE" sz="900" b="1" i="0" u="none" strike="noStrike" kern="1200" cap="none" spc="0" normalizeH="0" baseline="0" noProof="0" dirty="0">
                <a:ln>
                  <a:noFill/>
                </a:ln>
                <a:solidFill>
                  <a:srgbClr val="000000"/>
                </a:solidFill>
                <a:effectLst/>
                <a:uLnTx/>
                <a:uFillTx/>
                <a:latin typeface="Open Sans"/>
                <a:ea typeface="+mn-ea"/>
                <a:cs typeface="+mn-cs"/>
              </a:rPr>
              <a:t>ETAPES</a:t>
            </a:r>
          </a:p>
        </p:txBody>
      </p:sp>
      <p:sp>
        <p:nvSpPr>
          <p:cNvPr id="80" name="Rectangle 79"/>
          <p:cNvSpPr/>
          <p:nvPr/>
        </p:nvSpPr>
        <p:spPr>
          <a:xfrm>
            <a:off x="1539968" y="1458879"/>
            <a:ext cx="2376000" cy="276225"/>
          </a:xfrm>
          <a:prstGeom prst="rect">
            <a:avLst/>
          </a:prstGeom>
          <a:solidFill>
            <a:schemeClr val="bg1">
              <a:lumMod val="95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lIns="180000" rtlCol="0" anchor="ctr"/>
          <a:lstStyle/>
          <a:p>
            <a:pPr lvl="0">
              <a:defRPr/>
            </a:pPr>
            <a:r>
              <a:rPr lang="fr-BE" sz="900" b="1" dirty="0">
                <a:solidFill>
                  <a:srgbClr val="000000"/>
                </a:solidFill>
              </a:rPr>
              <a:t>Je cherche l’information </a:t>
            </a:r>
          </a:p>
        </p:txBody>
      </p:sp>
      <p:sp>
        <p:nvSpPr>
          <p:cNvPr id="82" name="Rectangle 81"/>
          <p:cNvSpPr/>
          <p:nvPr/>
        </p:nvSpPr>
        <p:spPr>
          <a:xfrm>
            <a:off x="3986508" y="1458878"/>
            <a:ext cx="2376000" cy="276225"/>
          </a:xfrm>
          <a:prstGeom prst="rect">
            <a:avLst/>
          </a:prstGeom>
          <a:solidFill>
            <a:schemeClr val="bg1">
              <a:lumMod val="95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lIns="180000" rtlCol="0" anchor="ctr"/>
          <a:lstStyle/>
          <a:p>
            <a:pPr lvl="0">
              <a:defRPr/>
            </a:pPr>
            <a:r>
              <a:rPr lang="fr-BE" sz="900" b="1" dirty="0">
                <a:solidFill>
                  <a:srgbClr val="000000"/>
                </a:solidFill>
              </a:rPr>
              <a:t>J’arrive sur le site web et je cherche l’information dont j’ai besoin</a:t>
            </a:r>
          </a:p>
        </p:txBody>
      </p:sp>
      <p:sp>
        <p:nvSpPr>
          <p:cNvPr id="86" name="Rectangle 85"/>
          <p:cNvSpPr/>
          <p:nvPr/>
        </p:nvSpPr>
        <p:spPr>
          <a:xfrm>
            <a:off x="6437500" y="1458878"/>
            <a:ext cx="2376000" cy="276225"/>
          </a:xfrm>
          <a:prstGeom prst="rect">
            <a:avLst/>
          </a:prstGeom>
          <a:solidFill>
            <a:schemeClr val="bg1">
              <a:lumMod val="95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lIns="180000" rtlCol="0" anchor="ctr"/>
          <a:lstStyle/>
          <a:p>
            <a:pPr lvl="0">
              <a:defRPr/>
            </a:pPr>
            <a:r>
              <a:rPr lang="fr-BE" sz="900" b="1" dirty="0">
                <a:solidFill>
                  <a:srgbClr val="000000"/>
                </a:solidFill>
              </a:rPr>
              <a:t>Je ne trouve pas ce que je cherche</a:t>
            </a:r>
          </a:p>
        </p:txBody>
      </p:sp>
      <p:sp>
        <p:nvSpPr>
          <p:cNvPr id="104" name="Rectangle 103"/>
          <p:cNvSpPr/>
          <p:nvPr/>
        </p:nvSpPr>
        <p:spPr>
          <a:xfrm>
            <a:off x="628649" y="1802413"/>
            <a:ext cx="850669" cy="1388100"/>
          </a:xfrm>
          <a:prstGeom prst="rect">
            <a:avLst/>
          </a:prstGeom>
          <a:solidFill>
            <a:schemeClr val="bg1">
              <a:lumMod val="75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r-BE" sz="900" b="1" i="0" u="none" strike="noStrike" kern="1200" cap="none" spc="0" normalizeH="0" baseline="0" noProof="0" dirty="0">
                <a:ln>
                  <a:noFill/>
                </a:ln>
                <a:solidFill>
                  <a:srgbClr val="000000"/>
                </a:solidFill>
                <a:effectLst/>
                <a:uLnTx/>
                <a:uFillTx/>
                <a:latin typeface="Open Sans"/>
                <a:ea typeface="+mn-ea"/>
                <a:cs typeface="+mn-cs"/>
              </a:rPr>
              <a:t>ACTIONS</a:t>
            </a:r>
          </a:p>
        </p:txBody>
      </p:sp>
      <p:sp>
        <p:nvSpPr>
          <p:cNvPr id="105" name="Rectangle 104"/>
          <p:cNvSpPr/>
          <p:nvPr/>
        </p:nvSpPr>
        <p:spPr>
          <a:xfrm>
            <a:off x="1552574" y="1802414"/>
            <a:ext cx="2376000" cy="1388100"/>
          </a:xfrm>
          <a:prstGeom prst="rect">
            <a:avLst/>
          </a:prstGeom>
          <a:solidFill>
            <a:schemeClr val="bg1">
              <a:lumMod val="95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sz="900" b="0" i="0" u="none" strike="noStrike" kern="1200" cap="none" spc="0" normalizeH="0" baseline="0" noProof="0">
              <a:ln>
                <a:noFill/>
              </a:ln>
              <a:solidFill>
                <a:srgbClr val="000000"/>
              </a:solidFill>
              <a:effectLst/>
              <a:uLnTx/>
              <a:uFillTx/>
              <a:latin typeface="Open Sans"/>
              <a:ea typeface="+mn-ea"/>
              <a:cs typeface="+mn-cs"/>
            </a:endParaRPr>
          </a:p>
        </p:txBody>
      </p:sp>
      <p:sp>
        <p:nvSpPr>
          <p:cNvPr id="217" name="Rectangle 216"/>
          <p:cNvSpPr/>
          <p:nvPr/>
        </p:nvSpPr>
        <p:spPr>
          <a:xfrm>
            <a:off x="3994096" y="1802413"/>
            <a:ext cx="2376000" cy="1388100"/>
          </a:xfrm>
          <a:prstGeom prst="rect">
            <a:avLst/>
          </a:prstGeom>
          <a:solidFill>
            <a:schemeClr val="bg1">
              <a:lumMod val="95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sz="900" b="0" i="0" u="none" strike="noStrike" kern="1200" cap="none" spc="0" normalizeH="0" baseline="0" noProof="0">
              <a:ln>
                <a:noFill/>
              </a:ln>
              <a:solidFill>
                <a:srgbClr val="000000"/>
              </a:solidFill>
              <a:effectLst/>
              <a:uLnTx/>
              <a:uFillTx/>
              <a:latin typeface="Open Sans"/>
              <a:ea typeface="+mn-ea"/>
              <a:cs typeface="+mn-cs"/>
            </a:endParaRPr>
          </a:p>
        </p:txBody>
      </p:sp>
      <p:sp>
        <p:nvSpPr>
          <p:cNvPr id="224" name="Rectangle 223"/>
          <p:cNvSpPr/>
          <p:nvPr/>
        </p:nvSpPr>
        <p:spPr>
          <a:xfrm>
            <a:off x="6437500" y="1802413"/>
            <a:ext cx="2376000" cy="1388100"/>
          </a:xfrm>
          <a:prstGeom prst="rect">
            <a:avLst/>
          </a:prstGeom>
          <a:solidFill>
            <a:schemeClr val="bg1">
              <a:lumMod val="95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sz="900" b="0" i="0" u="none" strike="noStrike" kern="1200" cap="none" spc="0" normalizeH="0" baseline="0" noProof="0">
              <a:ln>
                <a:noFill/>
              </a:ln>
              <a:solidFill>
                <a:srgbClr val="000000"/>
              </a:solidFill>
              <a:effectLst/>
              <a:uLnTx/>
              <a:uFillTx/>
              <a:latin typeface="Open Sans"/>
              <a:ea typeface="+mn-ea"/>
              <a:cs typeface="+mn-cs"/>
            </a:endParaRPr>
          </a:p>
        </p:txBody>
      </p:sp>
      <p:sp>
        <p:nvSpPr>
          <p:cNvPr id="121" name="Rectangle 120"/>
          <p:cNvSpPr/>
          <p:nvPr/>
        </p:nvSpPr>
        <p:spPr>
          <a:xfrm>
            <a:off x="6437500" y="3246228"/>
            <a:ext cx="2376000" cy="333159"/>
          </a:xfrm>
          <a:prstGeom prst="rect">
            <a:avLst/>
          </a:prstGeom>
          <a:solidFill>
            <a:schemeClr val="bg1">
              <a:lumMod val="95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sz="900" b="0" i="0" u="none" strike="noStrike" kern="1200" cap="none" spc="0" normalizeH="0" baseline="0" noProof="0">
              <a:ln>
                <a:noFill/>
              </a:ln>
              <a:solidFill>
                <a:srgbClr val="000000"/>
              </a:solidFill>
              <a:effectLst/>
              <a:uLnTx/>
              <a:uFillTx/>
              <a:latin typeface="Open Sans"/>
              <a:ea typeface="+mn-ea"/>
              <a:cs typeface="+mn-cs"/>
            </a:endParaRPr>
          </a:p>
        </p:txBody>
      </p:sp>
      <p:sp>
        <p:nvSpPr>
          <p:cNvPr id="108" name="Rectangle 107"/>
          <p:cNvSpPr/>
          <p:nvPr/>
        </p:nvSpPr>
        <p:spPr>
          <a:xfrm>
            <a:off x="628649" y="3246229"/>
            <a:ext cx="850669" cy="333159"/>
          </a:xfrm>
          <a:prstGeom prst="rect">
            <a:avLst/>
          </a:prstGeom>
          <a:solidFill>
            <a:schemeClr val="bg1">
              <a:lumMod val="75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r-BE" sz="900" b="1" i="0" u="none" strike="noStrike" kern="1200" cap="none" spc="0" normalizeH="0" baseline="0" noProof="0" dirty="0">
                <a:ln>
                  <a:noFill/>
                </a:ln>
                <a:solidFill>
                  <a:srgbClr val="000000"/>
                </a:solidFill>
                <a:effectLst/>
                <a:uLnTx/>
                <a:uFillTx/>
                <a:latin typeface="Open Sans"/>
                <a:ea typeface="+mn-ea"/>
                <a:cs typeface="+mn-cs"/>
              </a:rPr>
              <a:t>CANAUX</a:t>
            </a:r>
          </a:p>
        </p:txBody>
      </p:sp>
      <p:sp>
        <p:nvSpPr>
          <p:cNvPr id="271" name="Right Arrow 161"/>
          <p:cNvSpPr>
            <a:spLocks noChangeArrowheads="1"/>
          </p:cNvSpPr>
          <p:nvPr/>
        </p:nvSpPr>
        <p:spPr bwMode="auto">
          <a:xfrm>
            <a:off x="1552574" y="3792297"/>
            <a:ext cx="9374390" cy="72000"/>
          </a:xfrm>
          <a:prstGeom prst="rightArrow">
            <a:avLst>
              <a:gd name="adj1" fmla="val 50000"/>
              <a:gd name="adj2" fmla="val 49990"/>
            </a:avLst>
          </a:prstGeom>
          <a:pattFill prst="pct20">
            <a:fgClr>
              <a:schemeClr val="bg1">
                <a:lumMod val="85000"/>
              </a:schemeClr>
            </a:fgClr>
            <a:bgClr>
              <a:schemeClr val="bg1"/>
            </a:bgClr>
          </a:pattFill>
          <a:ln w="12700" algn="ctr">
            <a:noFill/>
            <a:round/>
            <a:headEnd/>
            <a:tailEnd/>
          </a:ln>
        </p:spPr>
        <p:txBody>
          <a:bodyPr lIns="72000" tIns="72000" rIns="72000" bIns="72000" anchor="ctr" anchorCtr="1"/>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fr-BE" sz="1400" b="0" i="0" u="none" strike="noStrike" kern="0" cap="none" spc="0" normalizeH="0" baseline="0" noProof="0">
              <a:ln>
                <a:noFill/>
              </a:ln>
              <a:solidFill>
                <a:srgbClr val="000000"/>
              </a:solidFill>
              <a:effectLst/>
              <a:uLnTx/>
              <a:uFillTx/>
              <a:latin typeface="Frutiger Next Pro Light"/>
              <a:ea typeface="+mn-ea"/>
              <a:cs typeface="Arial" pitchFamily="34" charset="0"/>
            </a:endParaRPr>
          </a:p>
        </p:txBody>
      </p:sp>
      <p:sp>
        <p:nvSpPr>
          <p:cNvPr id="272" name="Right Arrow 161"/>
          <p:cNvSpPr>
            <a:spLocks noChangeArrowheads="1"/>
          </p:cNvSpPr>
          <p:nvPr/>
        </p:nvSpPr>
        <p:spPr bwMode="auto">
          <a:xfrm>
            <a:off x="1552574" y="5808101"/>
            <a:ext cx="9374390" cy="72000"/>
          </a:xfrm>
          <a:prstGeom prst="rightArrow">
            <a:avLst>
              <a:gd name="adj1" fmla="val 50000"/>
              <a:gd name="adj2" fmla="val 49990"/>
            </a:avLst>
          </a:prstGeom>
          <a:pattFill prst="pct20">
            <a:fgClr>
              <a:schemeClr val="bg1">
                <a:lumMod val="85000"/>
              </a:schemeClr>
            </a:fgClr>
            <a:bgClr>
              <a:schemeClr val="bg1"/>
            </a:bgClr>
          </a:pattFill>
          <a:ln w="12700" algn="ctr">
            <a:noFill/>
            <a:round/>
            <a:headEnd/>
            <a:tailEnd/>
          </a:ln>
        </p:spPr>
        <p:txBody>
          <a:bodyPr lIns="72000" tIns="72000" rIns="72000" bIns="72000" anchor="ctr" anchorCtr="1"/>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fr-BE" sz="1400" b="0" i="0" u="none" strike="noStrike" kern="0" cap="none" spc="0" normalizeH="0" baseline="0" noProof="0">
              <a:ln>
                <a:noFill/>
              </a:ln>
              <a:solidFill>
                <a:srgbClr val="000000"/>
              </a:solidFill>
              <a:effectLst/>
              <a:uLnTx/>
              <a:uFillTx/>
              <a:latin typeface="Frutiger Next Pro Light"/>
              <a:ea typeface="+mn-ea"/>
              <a:cs typeface="Arial" pitchFamily="34" charset="0"/>
            </a:endParaRPr>
          </a:p>
        </p:txBody>
      </p:sp>
      <p:sp>
        <p:nvSpPr>
          <p:cNvPr id="274" name="Freeform 273"/>
          <p:cNvSpPr>
            <a:spLocks noChangeAspect="1" noEditPoints="1"/>
          </p:cNvSpPr>
          <p:nvPr/>
        </p:nvSpPr>
        <p:spPr bwMode="auto">
          <a:xfrm>
            <a:off x="1556427" y="3772039"/>
            <a:ext cx="118099" cy="118483"/>
          </a:xfrm>
          <a:custGeom>
            <a:avLst/>
            <a:gdLst>
              <a:gd name="T0" fmla="*/ 216 w 615"/>
              <a:gd name="T1" fmla="*/ 15 h 617"/>
              <a:gd name="T2" fmla="*/ 90 w 615"/>
              <a:gd name="T3" fmla="*/ 91 h 617"/>
              <a:gd name="T4" fmla="*/ 13 w 615"/>
              <a:gd name="T5" fmla="*/ 216 h 617"/>
              <a:gd name="T6" fmla="*/ 1 w 615"/>
              <a:gd name="T7" fmla="*/ 340 h 617"/>
              <a:gd name="T8" fmla="*/ 52 w 615"/>
              <a:gd name="T9" fmla="*/ 481 h 617"/>
              <a:gd name="T10" fmla="*/ 161 w 615"/>
              <a:gd name="T11" fmla="*/ 579 h 617"/>
              <a:gd name="T12" fmla="*/ 307 w 615"/>
              <a:gd name="T13" fmla="*/ 617 h 617"/>
              <a:gd name="T14" fmla="*/ 427 w 615"/>
              <a:gd name="T15" fmla="*/ 592 h 617"/>
              <a:gd name="T16" fmla="*/ 545 w 615"/>
              <a:gd name="T17" fmla="*/ 504 h 617"/>
              <a:gd name="T18" fmla="*/ 608 w 615"/>
              <a:gd name="T19" fmla="*/ 371 h 617"/>
              <a:gd name="T20" fmla="*/ 608 w 615"/>
              <a:gd name="T21" fmla="*/ 246 h 617"/>
              <a:gd name="T22" fmla="*/ 545 w 615"/>
              <a:gd name="T23" fmla="*/ 113 h 617"/>
              <a:gd name="T24" fmla="*/ 427 w 615"/>
              <a:gd name="T25" fmla="*/ 24 h 617"/>
              <a:gd name="T26" fmla="*/ 307 w 615"/>
              <a:gd name="T27" fmla="*/ 0 h 617"/>
              <a:gd name="T28" fmla="*/ 216 w 615"/>
              <a:gd name="T29" fmla="*/ 188 h 617"/>
              <a:gd name="T30" fmla="*/ 237 w 615"/>
              <a:gd name="T31" fmla="*/ 228 h 617"/>
              <a:gd name="T32" fmla="*/ 228 w 615"/>
              <a:gd name="T33" fmla="*/ 239 h 617"/>
              <a:gd name="T34" fmla="*/ 217 w 615"/>
              <a:gd name="T35" fmla="*/ 228 h 617"/>
              <a:gd name="T36" fmla="*/ 209 w 615"/>
              <a:gd name="T37" fmla="*/ 208 h 617"/>
              <a:gd name="T38" fmla="*/ 188 w 615"/>
              <a:gd name="T39" fmla="*/ 199 h 617"/>
              <a:gd name="T40" fmla="*/ 164 w 615"/>
              <a:gd name="T41" fmla="*/ 212 h 617"/>
              <a:gd name="T42" fmla="*/ 157 w 615"/>
              <a:gd name="T43" fmla="*/ 232 h 617"/>
              <a:gd name="T44" fmla="*/ 145 w 615"/>
              <a:gd name="T45" fmla="*/ 238 h 617"/>
              <a:gd name="T46" fmla="*/ 139 w 615"/>
              <a:gd name="T47" fmla="*/ 219 h 617"/>
              <a:gd name="T48" fmla="*/ 169 w 615"/>
              <a:gd name="T49" fmla="*/ 183 h 617"/>
              <a:gd name="T50" fmla="*/ 307 w 615"/>
              <a:gd name="T51" fmla="*/ 497 h 617"/>
              <a:gd name="T52" fmla="*/ 227 w 615"/>
              <a:gd name="T53" fmla="*/ 477 h 617"/>
              <a:gd name="T54" fmla="*/ 168 w 615"/>
              <a:gd name="T55" fmla="*/ 423 h 617"/>
              <a:gd name="T56" fmla="*/ 139 w 615"/>
              <a:gd name="T57" fmla="*/ 345 h 617"/>
              <a:gd name="T58" fmla="*/ 145 w 615"/>
              <a:gd name="T59" fmla="*/ 320 h 617"/>
              <a:gd name="T60" fmla="*/ 157 w 615"/>
              <a:gd name="T61" fmla="*/ 324 h 617"/>
              <a:gd name="T62" fmla="*/ 165 w 615"/>
              <a:gd name="T63" fmla="*/ 372 h 617"/>
              <a:gd name="T64" fmla="*/ 201 w 615"/>
              <a:gd name="T65" fmla="*/ 434 h 617"/>
              <a:gd name="T66" fmla="*/ 263 w 615"/>
              <a:gd name="T67" fmla="*/ 470 h 617"/>
              <a:gd name="T68" fmla="*/ 322 w 615"/>
              <a:gd name="T69" fmla="*/ 477 h 617"/>
              <a:gd name="T70" fmla="*/ 391 w 615"/>
              <a:gd name="T71" fmla="*/ 451 h 617"/>
              <a:gd name="T72" fmla="*/ 438 w 615"/>
              <a:gd name="T73" fmla="*/ 399 h 617"/>
              <a:gd name="T74" fmla="*/ 456 w 615"/>
              <a:gd name="T75" fmla="*/ 328 h 617"/>
              <a:gd name="T76" fmla="*/ 466 w 615"/>
              <a:gd name="T77" fmla="*/ 318 h 617"/>
              <a:gd name="T78" fmla="*/ 475 w 615"/>
              <a:gd name="T79" fmla="*/ 328 h 617"/>
              <a:gd name="T80" fmla="*/ 463 w 615"/>
              <a:gd name="T81" fmla="*/ 394 h 617"/>
              <a:gd name="T82" fmla="*/ 415 w 615"/>
              <a:gd name="T83" fmla="*/ 458 h 617"/>
              <a:gd name="T84" fmla="*/ 341 w 615"/>
              <a:gd name="T85" fmla="*/ 493 h 617"/>
              <a:gd name="T86" fmla="*/ 466 w 615"/>
              <a:gd name="T87" fmla="*/ 239 h 617"/>
              <a:gd name="T88" fmla="*/ 456 w 615"/>
              <a:gd name="T89" fmla="*/ 228 h 617"/>
              <a:gd name="T90" fmla="*/ 443 w 615"/>
              <a:gd name="T91" fmla="*/ 204 h 617"/>
              <a:gd name="T92" fmla="*/ 420 w 615"/>
              <a:gd name="T93" fmla="*/ 200 h 617"/>
              <a:gd name="T94" fmla="*/ 399 w 615"/>
              <a:gd name="T95" fmla="*/ 218 h 617"/>
              <a:gd name="T96" fmla="*/ 393 w 615"/>
              <a:gd name="T97" fmla="*/ 236 h 617"/>
              <a:gd name="T98" fmla="*/ 380 w 615"/>
              <a:gd name="T99" fmla="*/ 236 h 617"/>
              <a:gd name="T100" fmla="*/ 380 w 615"/>
              <a:gd name="T101" fmla="*/ 210 h 617"/>
              <a:gd name="T102" fmla="*/ 416 w 615"/>
              <a:gd name="T103" fmla="*/ 180 h 617"/>
              <a:gd name="T104" fmla="*/ 454 w 615"/>
              <a:gd name="T105" fmla="*/ 188 h 617"/>
              <a:gd name="T106" fmla="*/ 475 w 615"/>
              <a:gd name="T107" fmla="*/ 228 h 617"/>
              <a:gd name="T108" fmla="*/ 466 w 615"/>
              <a:gd name="T109" fmla="*/ 239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615" h="617">
                <a:moveTo>
                  <a:pt x="307" y="0"/>
                </a:moveTo>
                <a:lnTo>
                  <a:pt x="307" y="0"/>
                </a:lnTo>
                <a:lnTo>
                  <a:pt x="275" y="3"/>
                </a:lnTo>
                <a:lnTo>
                  <a:pt x="245" y="7"/>
                </a:lnTo>
                <a:lnTo>
                  <a:pt x="216" y="15"/>
                </a:lnTo>
                <a:lnTo>
                  <a:pt x="188" y="24"/>
                </a:lnTo>
                <a:lnTo>
                  <a:pt x="161" y="38"/>
                </a:lnTo>
                <a:lnTo>
                  <a:pt x="135" y="54"/>
                </a:lnTo>
                <a:lnTo>
                  <a:pt x="111" y="71"/>
                </a:lnTo>
                <a:lnTo>
                  <a:pt x="90" y="91"/>
                </a:lnTo>
                <a:lnTo>
                  <a:pt x="70" y="113"/>
                </a:lnTo>
                <a:lnTo>
                  <a:pt x="52" y="137"/>
                </a:lnTo>
                <a:lnTo>
                  <a:pt x="36" y="161"/>
                </a:lnTo>
                <a:lnTo>
                  <a:pt x="24" y="188"/>
                </a:lnTo>
                <a:lnTo>
                  <a:pt x="13" y="216"/>
                </a:lnTo>
                <a:lnTo>
                  <a:pt x="5" y="246"/>
                </a:lnTo>
                <a:lnTo>
                  <a:pt x="1" y="277"/>
                </a:lnTo>
                <a:lnTo>
                  <a:pt x="0" y="309"/>
                </a:lnTo>
                <a:lnTo>
                  <a:pt x="0" y="309"/>
                </a:lnTo>
                <a:lnTo>
                  <a:pt x="1" y="340"/>
                </a:lnTo>
                <a:lnTo>
                  <a:pt x="5" y="371"/>
                </a:lnTo>
                <a:lnTo>
                  <a:pt x="13" y="400"/>
                </a:lnTo>
                <a:lnTo>
                  <a:pt x="24" y="428"/>
                </a:lnTo>
                <a:lnTo>
                  <a:pt x="36" y="455"/>
                </a:lnTo>
                <a:lnTo>
                  <a:pt x="52" y="481"/>
                </a:lnTo>
                <a:lnTo>
                  <a:pt x="70" y="504"/>
                </a:lnTo>
                <a:lnTo>
                  <a:pt x="90" y="527"/>
                </a:lnTo>
                <a:lnTo>
                  <a:pt x="111" y="545"/>
                </a:lnTo>
                <a:lnTo>
                  <a:pt x="135" y="564"/>
                </a:lnTo>
                <a:lnTo>
                  <a:pt x="161" y="579"/>
                </a:lnTo>
                <a:lnTo>
                  <a:pt x="188" y="592"/>
                </a:lnTo>
                <a:lnTo>
                  <a:pt x="216" y="602"/>
                </a:lnTo>
                <a:lnTo>
                  <a:pt x="245" y="610"/>
                </a:lnTo>
                <a:lnTo>
                  <a:pt x="275" y="615"/>
                </a:lnTo>
                <a:lnTo>
                  <a:pt x="307" y="617"/>
                </a:lnTo>
                <a:lnTo>
                  <a:pt x="307" y="617"/>
                </a:lnTo>
                <a:lnTo>
                  <a:pt x="338" y="615"/>
                </a:lnTo>
                <a:lnTo>
                  <a:pt x="369" y="610"/>
                </a:lnTo>
                <a:lnTo>
                  <a:pt x="399" y="602"/>
                </a:lnTo>
                <a:lnTo>
                  <a:pt x="427" y="592"/>
                </a:lnTo>
                <a:lnTo>
                  <a:pt x="454" y="579"/>
                </a:lnTo>
                <a:lnTo>
                  <a:pt x="479" y="564"/>
                </a:lnTo>
                <a:lnTo>
                  <a:pt x="502" y="545"/>
                </a:lnTo>
                <a:lnTo>
                  <a:pt x="525" y="527"/>
                </a:lnTo>
                <a:lnTo>
                  <a:pt x="545" y="504"/>
                </a:lnTo>
                <a:lnTo>
                  <a:pt x="562" y="481"/>
                </a:lnTo>
                <a:lnTo>
                  <a:pt x="577" y="455"/>
                </a:lnTo>
                <a:lnTo>
                  <a:pt x="591" y="428"/>
                </a:lnTo>
                <a:lnTo>
                  <a:pt x="601" y="400"/>
                </a:lnTo>
                <a:lnTo>
                  <a:pt x="608" y="371"/>
                </a:lnTo>
                <a:lnTo>
                  <a:pt x="613" y="340"/>
                </a:lnTo>
                <a:lnTo>
                  <a:pt x="615" y="309"/>
                </a:lnTo>
                <a:lnTo>
                  <a:pt x="615" y="309"/>
                </a:lnTo>
                <a:lnTo>
                  <a:pt x="613" y="277"/>
                </a:lnTo>
                <a:lnTo>
                  <a:pt x="608" y="246"/>
                </a:lnTo>
                <a:lnTo>
                  <a:pt x="601" y="216"/>
                </a:lnTo>
                <a:lnTo>
                  <a:pt x="591" y="188"/>
                </a:lnTo>
                <a:lnTo>
                  <a:pt x="577" y="161"/>
                </a:lnTo>
                <a:lnTo>
                  <a:pt x="562" y="137"/>
                </a:lnTo>
                <a:lnTo>
                  <a:pt x="545" y="113"/>
                </a:lnTo>
                <a:lnTo>
                  <a:pt x="525" y="91"/>
                </a:lnTo>
                <a:lnTo>
                  <a:pt x="502" y="71"/>
                </a:lnTo>
                <a:lnTo>
                  <a:pt x="479" y="54"/>
                </a:lnTo>
                <a:lnTo>
                  <a:pt x="454" y="38"/>
                </a:lnTo>
                <a:lnTo>
                  <a:pt x="427" y="24"/>
                </a:lnTo>
                <a:lnTo>
                  <a:pt x="399" y="15"/>
                </a:lnTo>
                <a:lnTo>
                  <a:pt x="369" y="7"/>
                </a:lnTo>
                <a:lnTo>
                  <a:pt x="338" y="3"/>
                </a:lnTo>
                <a:lnTo>
                  <a:pt x="307" y="0"/>
                </a:lnTo>
                <a:lnTo>
                  <a:pt x="307" y="0"/>
                </a:lnTo>
                <a:close/>
                <a:moveTo>
                  <a:pt x="188" y="179"/>
                </a:moveTo>
                <a:lnTo>
                  <a:pt x="188" y="179"/>
                </a:lnTo>
                <a:lnTo>
                  <a:pt x="197" y="180"/>
                </a:lnTo>
                <a:lnTo>
                  <a:pt x="207" y="183"/>
                </a:lnTo>
                <a:lnTo>
                  <a:pt x="216" y="188"/>
                </a:lnTo>
                <a:lnTo>
                  <a:pt x="223" y="193"/>
                </a:lnTo>
                <a:lnTo>
                  <a:pt x="229" y="202"/>
                </a:lnTo>
                <a:lnTo>
                  <a:pt x="233" y="210"/>
                </a:lnTo>
                <a:lnTo>
                  <a:pt x="236" y="219"/>
                </a:lnTo>
                <a:lnTo>
                  <a:pt x="237" y="228"/>
                </a:lnTo>
                <a:lnTo>
                  <a:pt x="237" y="228"/>
                </a:lnTo>
                <a:lnTo>
                  <a:pt x="236" y="232"/>
                </a:lnTo>
                <a:lnTo>
                  <a:pt x="235" y="236"/>
                </a:lnTo>
                <a:lnTo>
                  <a:pt x="232" y="238"/>
                </a:lnTo>
                <a:lnTo>
                  <a:pt x="228" y="239"/>
                </a:lnTo>
                <a:lnTo>
                  <a:pt x="228" y="239"/>
                </a:lnTo>
                <a:lnTo>
                  <a:pt x="224" y="238"/>
                </a:lnTo>
                <a:lnTo>
                  <a:pt x="220" y="236"/>
                </a:lnTo>
                <a:lnTo>
                  <a:pt x="219" y="232"/>
                </a:lnTo>
                <a:lnTo>
                  <a:pt x="217" y="228"/>
                </a:lnTo>
                <a:lnTo>
                  <a:pt x="217" y="228"/>
                </a:lnTo>
                <a:lnTo>
                  <a:pt x="217" y="223"/>
                </a:lnTo>
                <a:lnTo>
                  <a:pt x="215" y="218"/>
                </a:lnTo>
                <a:lnTo>
                  <a:pt x="212" y="212"/>
                </a:lnTo>
                <a:lnTo>
                  <a:pt x="209" y="208"/>
                </a:lnTo>
                <a:lnTo>
                  <a:pt x="204" y="204"/>
                </a:lnTo>
                <a:lnTo>
                  <a:pt x="200" y="202"/>
                </a:lnTo>
                <a:lnTo>
                  <a:pt x="194" y="200"/>
                </a:lnTo>
                <a:lnTo>
                  <a:pt x="188" y="199"/>
                </a:lnTo>
                <a:lnTo>
                  <a:pt x="188" y="199"/>
                </a:lnTo>
                <a:lnTo>
                  <a:pt x="182" y="200"/>
                </a:lnTo>
                <a:lnTo>
                  <a:pt x="176" y="202"/>
                </a:lnTo>
                <a:lnTo>
                  <a:pt x="172" y="204"/>
                </a:lnTo>
                <a:lnTo>
                  <a:pt x="166" y="208"/>
                </a:lnTo>
                <a:lnTo>
                  <a:pt x="164" y="212"/>
                </a:lnTo>
                <a:lnTo>
                  <a:pt x="161" y="218"/>
                </a:lnTo>
                <a:lnTo>
                  <a:pt x="158" y="223"/>
                </a:lnTo>
                <a:lnTo>
                  <a:pt x="158" y="228"/>
                </a:lnTo>
                <a:lnTo>
                  <a:pt x="158" y="228"/>
                </a:lnTo>
                <a:lnTo>
                  <a:pt x="157" y="232"/>
                </a:lnTo>
                <a:lnTo>
                  <a:pt x="155" y="236"/>
                </a:lnTo>
                <a:lnTo>
                  <a:pt x="151" y="238"/>
                </a:lnTo>
                <a:lnTo>
                  <a:pt x="147" y="239"/>
                </a:lnTo>
                <a:lnTo>
                  <a:pt x="147" y="239"/>
                </a:lnTo>
                <a:lnTo>
                  <a:pt x="145" y="238"/>
                </a:lnTo>
                <a:lnTo>
                  <a:pt x="141" y="236"/>
                </a:lnTo>
                <a:lnTo>
                  <a:pt x="139" y="232"/>
                </a:lnTo>
                <a:lnTo>
                  <a:pt x="138" y="228"/>
                </a:lnTo>
                <a:lnTo>
                  <a:pt x="138" y="228"/>
                </a:lnTo>
                <a:lnTo>
                  <a:pt x="139" y="219"/>
                </a:lnTo>
                <a:lnTo>
                  <a:pt x="142" y="210"/>
                </a:lnTo>
                <a:lnTo>
                  <a:pt x="146" y="202"/>
                </a:lnTo>
                <a:lnTo>
                  <a:pt x="153" y="193"/>
                </a:lnTo>
                <a:lnTo>
                  <a:pt x="160" y="188"/>
                </a:lnTo>
                <a:lnTo>
                  <a:pt x="169" y="183"/>
                </a:lnTo>
                <a:lnTo>
                  <a:pt x="178" y="180"/>
                </a:lnTo>
                <a:lnTo>
                  <a:pt x="188" y="179"/>
                </a:lnTo>
                <a:lnTo>
                  <a:pt x="188" y="179"/>
                </a:lnTo>
                <a:close/>
                <a:moveTo>
                  <a:pt x="307" y="497"/>
                </a:moveTo>
                <a:lnTo>
                  <a:pt x="307" y="497"/>
                </a:lnTo>
                <a:lnTo>
                  <a:pt x="290" y="496"/>
                </a:lnTo>
                <a:lnTo>
                  <a:pt x="272" y="493"/>
                </a:lnTo>
                <a:lnTo>
                  <a:pt x="256" y="489"/>
                </a:lnTo>
                <a:lnTo>
                  <a:pt x="241" y="484"/>
                </a:lnTo>
                <a:lnTo>
                  <a:pt x="227" y="477"/>
                </a:lnTo>
                <a:lnTo>
                  <a:pt x="213" y="469"/>
                </a:lnTo>
                <a:lnTo>
                  <a:pt x="200" y="458"/>
                </a:lnTo>
                <a:lnTo>
                  <a:pt x="188" y="447"/>
                </a:lnTo>
                <a:lnTo>
                  <a:pt x="177" y="435"/>
                </a:lnTo>
                <a:lnTo>
                  <a:pt x="168" y="423"/>
                </a:lnTo>
                <a:lnTo>
                  <a:pt x="158" y="408"/>
                </a:lnTo>
                <a:lnTo>
                  <a:pt x="151" y="394"/>
                </a:lnTo>
                <a:lnTo>
                  <a:pt x="146" y="379"/>
                </a:lnTo>
                <a:lnTo>
                  <a:pt x="142" y="363"/>
                </a:lnTo>
                <a:lnTo>
                  <a:pt x="139" y="345"/>
                </a:lnTo>
                <a:lnTo>
                  <a:pt x="138" y="328"/>
                </a:lnTo>
                <a:lnTo>
                  <a:pt x="138" y="328"/>
                </a:lnTo>
                <a:lnTo>
                  <a:pt x="139" y="324"/>
                </a:lnTo>
                <a:lnTo>
                  <a:pt x="141" y="321"/>
                </a:lnTo>
                <a:lnTo>
                  <a:pt x="145" y="320"/>
                </a:lnTo>
                <a:lnTo>
                  <a:pt x="147" y="318"/>
                </a:lnTo>
                <a:lnTo>
                  <a:pt x="147" y="318"/>
                </a:lnTo>
                <a:lnTo>
                  <a:pt x="151" y="320"/>
                </a:lnTo>
                <a:lnTo>
                  <a:pt x="155" y="321"/>
                </a:lnTo>
                <a:lnTo>
                  <a:pt x="157" y="324"/>
                </a:lnTo>
                <a:lnTo>
                  <a:pt x="158" y="328"/>
                </a:lnTo>
                <a:lnTo>
                  <a:pt x="158" y="328"/>
                </a:lnTo>
                <a:lnTo>
                  <a:pt x="158" y="344"/>
                </a:lnTo>
                <a:lnTo>
                  <a:pt x="161" y="359"/>
                </a:lnTo>
                <a:lnTo>
                  <a:pt x="165" y="372"/>
                </a:lnTo>
                <a:lnTo>
                  <a:pt x="170" y="386"/>
                </a:lnTo>
                <a:lnTo>
                  <a:pt x="176" y="399"/>
                </a:lnTo>
                <a:lnTo>
                  <a:pt x="184" y="411"/>
                </a:lnTo>
                <a:lnTo>
                  <a:pt x="192" y="423"/>
                </a:lnTo>
                <a:lnTo>
                  <a:pt x="201" y="434"/>
                </a:lnTo>
                <a:lnTo>
                  <a:pt x="212" y="443"/>
                </a:lnTo>
                <a:lnTo>
                  <a:pt x="224" y="451"/>
                </a:lnTo>
                <a:lnTo>
                  <a:pt x="236" y="459"/>
                </a:lnTo>
                <a:lnTo>
                  <a:pt x="250" y="465"/>
                </a:lnTo>
                <a:lnTo>
                  <a:pt x="263" y="470"/>
                </a:lnTo>
                <a:lnTo>
                  <a:pt x="276" y="474"/>
                </a:lnTo>
                <a:lnTo>
                  <a:pt x="291" y="477"/>
                </a:lnTo>
                <a:lnTo>
                  <a:pt x="307" y="477"/>
                </a:lnTo>
                <a:lnTo>
                  <a:pt x="307" y="477"/>
                </a:lnTo>
                <a:lnTo>
                  <a:pt x="322" y="477"/>
                </a:lnTo>
                <a:lnTo>
                  <a:pt x="337" y="474"/>
                </a:lnTo>
                <a:lnTo>
                  <a:pt x="352" y="470"/>
                </a:lnTo>
                <a:lnTo>
                  <a:pt x="365" y="465"/>
                </a:lnTo>
                <a:lnTo>
                  <a:pt x="378" y="459"/>
                </a:lnTo>
                <a:lnTo>
                  <a:pt x="391" y="451"/>
                </a:lnTo>
                <a:lnTo>
                  <a:pt x="401" y="443"/>
                </a:lnTo>
                <a:lnTo>
                  <a:pt x="412" y="434"/>
                </a:lnTo>
                <a:lnTo>
                  <a:pt x="421" y="423"/>
                </a:lnTo>
                <a:lnTo>
                  <a:pt x="431" y="411"/>
                </a:lnTo>
                <a:lnTo>
                  <a:pt x="438" y="399"/>
                </a:lnTo>
                <a:lnTo>
                  <a:pt x="444" y="386"/>
                </a:lnTo>
                <a:lnTo>
                  <a:pt x="450" y="372"/>
                </a:lnTo>
                <a:lnTo>
                  <a:pt x="452" y="359"/>
                </a:lnTo>
                <a:lnTo>
                  <a:pt x="455" y="344"/>
                </a:lnTo>
                <a:lnTo>
                  <a:pt x="456" y="328"/>
                </a:lnTo>
                <a:lnTo>
                  <a:pt x="456" y="328"/>
                </a:lnTo>
                <a:lnTo>
                  <a:pt x="456" y="324"/>
                </a:lnTo>
                <a:lnTo>
                  <a:pt x="459" y="321"/>
                </a:lnTo>
                <a:lnTo>
                  <a:pt x="462" y="320"/>
                </a:lnTo>
                <a:lnTo>
                  <a:pt x="466" y="318"/>
                </a:lnTo>
                <a:lnTo>
                  <a:pt x="466" y="318"/>
                </a:lnTo>
                <a:lnTo>
                  <a:pt x="470" y="320"/>
                </a:lnTo>
                <a:lnTo>
                  <a:pt x="472" y="321"/>
                </a:lnTo>
                <a:lnTo>
                  <a:pt x="475" y="324"/>
                </a:lnTo>
                <a:lnTo>
                  <a:pt x="475" y="328"/>
                </a:lnTo>
                <a:lnTo>
                  <a:pt x="475" y="328"/>
                </a:lnTo>
                <a:lnTo>
                  <a:pt x="475" y="345"/>
                </a:lnTo>
                <a:lnTo>
                  <a:pt x="472" y="363"/>
                </a:lnTo>
                <a:lnTo>
                  <a:pt x="468" y="379"/>
                </a:lnTo>
                <a:lnTo>
                  <a:pt x="463" y="394"/>
                </a:lnTo>
                <a:lnTo>
                  <a:pt x="455" y="408"/>
                </a:lnTo>
                <a:lnTo>
                  <a:pt x="447" y="423"/>
                </a:lnTo>
                <a:lnTo>
                  <a:pt x="438" y="435"/>
                </a:lnTo>
                <a:lnTo>
                  <a:pt x="427" y="447"/>
                </a:lnTo>
                <a:lnTo>
                  <a:pt x="415" y="458"/>
                </a:lnTo>
                <a:lnTo>
                  <a:pt x="401" y="469"/>
                </a:lnTo>
                <a:lnTo>
                  <a:pt x="388" y="477"/>
                </a:lnTo>
                <a:lnTo>
                  <a:pt x="373" y="484"/>
                </a:lnTo>
                <a:lnTo>
                  <a:pt x="357" y="489"/>
                </a:lnTo>
                <a:lnTo>
                  <a:pt x="341" y="493"/>
                </a:lnTo>
                <a:lnTo>
                  <a:pt x="325" y="496"/>
                </a:lnTo>
                <a:lnTo>
                  <a:pt x="307" y="497"/>
                </a:lnTo>
                <a:lnTo>
                  <a:pt x="307" y="497"/>
                </a:lnTo>
                <a:close/>
                <a:moveTo>
                  <a:pt x="466" y="239"/>
                </a:moveTo>
                <a:lnTo>
                  <a:pt x="466" y="239"/>
                </a:lnTo>
                <a:lnTo>
                  <a:pt x="462" y="238"/>
                </a:lnTo>
                <a:lnTo>
                  <a:pt x="459" y="236"/>
                </a:lnTo>
                <a:lnTo>
                  <a:pt x="456" y="232"/>
                </a:lnTo>
                <a:lnTo>
                  <a:pt x="456" y="228"/>
                </a:lnTo>
                <a:lnTo>
                  <a:pt x="456" y="228"/>
                </a:lnTo>
                <a:lnTo>
                  <a:pt x="455" y="223"/>
                </a:lnTo>
                <a:lnTo>
                  <a:pt x="454" y="218"/>
                </a:lnTo>
                <a:lnTo>
                  <a:pt x="451" y="212"/>
                </a:lnTo>
                <a:lnTo>
                  <a:pt x="447" y="208"/>
                </a:lnTo>
                <a:lnTo>
                  <a:pt x="443" y="204"/>
                </a:lnTo>
                <a:lnTo>
                  <a:pt x="438" y="202"/>
                </a:lnTo>
                <a:lnTo>
                  <a:pt x="432" y="200"/>
                </a:lnTo>
                <a:lnTo>
                  <a:pt x="425" y="199"/>
                </a:lnTo>
                <a:lnTo>
                  <a:pt x="425" y="199"/>
                </a:lnTo>
                <a:lnTo>
                  <a:pt x="420" y="200"/>
                </a:lnTo>
                <a:lnTo>
                  <a:pt x="415" y="202"/>
                </a:lnTo>
                <a:lnTo>
                  <a:pt x="409" y="204"/>
                </a:lnTo>
                <a:lnTo>
                  <a:pt x="405" y="208"/>
                </a:lnTo>
                <a:lnTo>
                  <a:pt x="401" y="212"/>
                </a:lnTo>
                <a:lnTo>
                  <a:pt x="399" y="218"/>
                </a:lnTo>
                <a:lnTo>
                  <a:pt x="397" y="223"/>
                </a:lnTo>
                <a:lnTo>
                  <a:pt x="396" y="228"/>
                </a:lnTo>
                <a:lnTo>
                  <a:pt x="396" y="228"/>
                </a:lnTo>
                <a:lnTo>
                  <a:pt x="396" y="232"/>
                </a:lnTo>
                <a:lnTo>
                  <a:pt x="393" y="236"/>
                </a:lnTo>
                <a:lnTo>
                  <a:pt x="391" y="238"/>
                </a:lnTo>
                <a:lnTo>
                  <a:pt x="387" y="239"/>
                </a:lnTo>
                <a:lnTo>
                  <a:pt x="387" y="239"/>
                </a:lnTo>
                <a:lnTo>
                  <a:pt x="382" y="238"/>
                </a:lnTo>
                <a:lnTo>
                  <a:pt x="380" y="236"/>
                </a:lnTo>
                <a:lnTo>
                  <a:pt x="377" y="232"/>
                </a:lnTo>
                <a:lnTo>
                  <a:pt x="377" y="228"/>
                </a:lnTo>
                <a:lnTo>
                  <a:pt x="377" y="228"/>
                </a:lnTo>
                <a:lnTo>
                  <a:pt x="377" y="219"/>
                </a:lnTo>
                <a:lnTo>
                  <a:pt x="380" y="210"/>
                </a:lnTo>
                <a:lnTo>
                  <a:pt x="385" y="202"/>
                </a:lnTo>
                <a:lnTo>
                  <a:pt x="391" y="193"/>
                </a:lnTo>
                <a:lnTo>
                  <a:pt x="399" y="188"/>
                </a:lnTo>
                <a:lnTo>
                  <a:pt x="407" y="183"/>
                </a:lnTo>
                <a:lnTo>
                  <a:pt x="416" y="180"/>
                </a:lnTo>
                <a:lnTo>
                  <a:pt x="425" y="179"/>
                </a:lnTo>
                <a:lnTo>
                  <a:pt x="425" y="179"/>
                </a:lnTo>
                <a:lnTo>
                  <a:pt x="436" y="180"/>
                </a:lnTo>
                <a:lnTo>
                  <a:pt x="446" y="183"/>
                </a:lnTo>
                <a:lnTo>
                  <a:pt x="454" y="188"/>
                </a:lnTo>
                <a:lnTo>
                  <a:pt x="462" y="193"/>
                </a:lnTo>
                <a:lnTo>
                  <a:pt x="467" y="202"/>
                </a:lnTo>
                <a:lnTo>
                  <a:pt x="472" y="210"/>
                </a:lnTo>
                <a:lnTo>
                  <a:pt x="475" y="219"/>
                </a:lnTo>
                <a:lnTo>
                  <a:pt x="475" y="228"/>
                </a:lnTo>
                <a:lnTo>
                  <a:pt x="475" y="228"/>
                </a:lnTo>
                <a:lnTo>
                  <a:pt x="475" y="232"/>
                </a:lnTo>
                <a:lnTo>
                  <a:pt x="472" y="236"/>
                </a:lnTo>
                <a:lnTo>
                  <a:pt x="470" y="238"/>
                </a:lnTo>
                <a:lnTo>
                  <a:pt x="466" y="239"/>
                </a:lnTo>
                <a:lnTo>
                  <a:pt x="466" y="239"/>
                </a:lnTo>
                <a:close/>
              </a:path>
            </a:pathLst>
          </a:custGeom>
          <a:solidFill>
            <a:schemeClr val="bg1"/>
          </a:solidFill>
          <a:ln>
            <a:solidFill>
              <a:schemeClr val="tx1"/>
            </a:solid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sz="1800" b="0" i="0" u="none" strike="noStrike" kern="1200" cap="none" spc="0" normalizeH="0" baseline="0" noProof="0">
              <a:ln>
                <a:noFill/>
              </a:ln>
              <a:solidFill>
                <a:srgbClr val="000000"/>
              </a:solidFill>
              <a:effectLst/>
              <a:uLnTx/>
              <a:uFillTx/>
              <a:latin typeface="Open Sans"/>
              <a:ea typeface="+mn-ea"/>
              <a:cs typeface="+mn-cs"/>
            </a:endParaRPr>
          </a:p>
        </p:txBody>
      </p:sp>
      <p:sp>
        <p:nvSpPr>
          <p:cNvPr id="275" name="Freeform 274"/>
          <p:cNvSpPr>
            <a:spLocks noChangeAspect="1" noEditPoints="1"/>
          </p:cNvSpPr>
          <p:nvPr/>
        </p:nvSpPr>
        <p:spPr bwMode="auto">
          <a:xfrm>
            <a:off x="1556427" y="4783253"/>
            <a:ext cx="118099" cy="118483"/>
          </a:xfrm>
          <a:custGeom>
            <a:avLst/>
            <a:gdLst>
              <a:gd name="T0" fmla="*/ 246 w 615"/>
              <a:gd name="T1" fmla="*/ 7 h 617"/>
              <a:gd name="T2" fmla="*/ 135 w 615"/>
              <a:gd name="T3" fmla="*/ 54 h 617"/>
              <a:gd name="T4" fmla="*/ 52 w 615"/>
              <a:gd name="T5" fmla="*/ 137 h 617"/>
              <a:gd name="T6" fmla="*/ 6 w 615"/>
              <a:gd name="T7" fmla="*/ 246 h 617"/>
              <a:gd name="T8" fmla="*/ 1 w 615"/>
              <a:gd name="T9" fmla="*/ 340 h 617"/>
              <a:gd name="T10" fmla="*/ 37 w 615"/>
              <a:gd name="T11" fmla="*/ 456 h 617"/>
              <a:gd name="T12" fmla="*/ 111 w 615"/>
              <a:gd name="T13" fmla="*/ 546 h 617"/>
              <a:gd name="T14" fmla="*/ 216 w 615"/>
              <a:gd name="T15" fmla="*/ 602 h 617"/>
              <a:gd name="T16" fmla="*/ 307 w 615"/>
              <a:gd name="T17" fmla="*/ 617 h 617"/>
              <a:gd name="T18" fmla="*/ 427 w 615"/>
              <a:gd name="T19" fmla="*/ 593 h 617"/>
              <a:gd name="T20" fmla="*/ 525 w 615"/>
              <a:gd name="T21" fmla="*/ 527 h 617"/>
              <a:gd name="T22" fmla="*/ 591 w 615"/>
              <a:gd name="T23" fmla="*/ 429 h 617"/>
              <a:gd name="T24" fmla="*/ 615 w 615"/>
              <a:gd name="T25" fmla="*/ 309 h 617"/>
              <a:gd name="T26" fmla="*/ 601 w 615"/>
              <a:gd name="T27" fmla="*/ 218 h 617"/>
              <a:gd name="T28" fmla="*/ 545 w 615"/>
              <a:gd name="T29" fmla="*/ 113 h 617"/>
              <a:gd name="T30" fmla="*/ 454 w 615"/>
              <a:gd name="T31" fmla="*/ 38 h 617"/>
              <a:gd name="T32" fmla="*/ 338 w 615"/>
              <a:gd name="T33" fmla="*/ 3 h 617"/>
              <a:gd name="T34" fmla="*/ 99 w 615"/>
              <a:gd name="T35" fmla="*/ 229 h 617"/>
              <a:gd name="T36" fmla="*/ 109 w 615"/>
              <a:gd name="T37" fmla="*/ 219 h 617"/>
              <a:gd name="T38" fmla="*/ 118 w 615"/>
              <a:gd name="T39" fmla="*/ 226 h 617"/>
              <a:gd name="T40" fmla="*/ 125 w 615"/>
              <a:gd name="T41" fmla="*/ 257 h 617"/>
              <a:gd name="T42" fmla="*/ 162 w 615"/>
              <a:gd name="T43" fmla="*/ 295 h 617"/>
              <a:gd name="T44" fmla="*/ 204 w 615"/>
              <a:gd name="T45" fmla="*/ 299 h 617"/>
              <a:gd name="T46" fmla="*/ 248 w 615"/>
              <a:gd name="T47" fmla="*/ 269 h 617"/>
              <a:gd name="T48" fmla="*/ 260 w 615"/>
              <a:gd name="T49" fmla="*/ 229 h 617"/>
              <a:gd name="T50" fmla="*/ 270 w 615"/>
              <a:gd name="T51" fmla="*/ 219 h 617"/>
              <a:gd name="T52" fmla="*/ 279 w 615"/>
              <a:gd name="T53" fmla="*/ 226 h 617"/>
              <a:gd name="T54" fmla="*/ 278 w 615"/>
              <a:gd name="T55" fmla="*/ 248 h 617"/>
              <a:gd name="T56" fmla="*/ 264 w 615"/>
              <a:gd name="T57" fmla="*/ 280 h 617"/>
              <a:gd name="T58" fmla="*/ 240 w 615"/>
              <a:gd name="T59" fmla="*/ 304 h 617"/>
              <a:gd name="T60" fmla="*/ 208 w 615"/>
              <a:gd name="T61" fmla="*/ 319 h 617"/>
              <a:gd name="T62" fmla="*/ 180 w 615"/>
              <a:gd name="T63" fmla="*/ 320 h 617"/>
              <a:gd name="T64" fmla="*/ 146 w 615"/>
              <a:gd name="T65" fmla="*/ 309 h 617"/>
              <a:gd name="T66" fmla="*/ 119 w 615"/>
              <a:gd name="T67" fmla="*/ 286 h 617"/>
              <a:gd name="T68" fmla="*/ 103 w 615"/>
              <a:gd name="T69" fmla="*/ 257 h 617"/>
              <a:gd name="T70" fmla="*/ 99 w 615"/>
              <a:gd name="T71" fmla="*/ 229 h 617"/>
              <a:gd name="T72" fmla="*/ 224 w 615"/>
              <a:gd name="T73" fmla="*/ 457 h 617"/>
              <a:gd name="T74" fmla="*/ 217 w 615"/>
              <a:gd name="T75" fmla="*/ 448 h 617"/>
              <a:gd name="T76" fmla="*/ 228 w 615"/>
              <a:gd name="T77" fmla="*/ 438 h 617"/>
              <a:gd name="T78" fmla="*/ 393 w 615"/>
              <a:gd name="T79" fmla="*/ 441 h 617"/>
              <a:gd name="T80" fmla="*/ 396 w 615"/>
              <a:gd name="T81" fmla="*/ 452 h 617"/>
              <a:gd name="T82" fmla="*/ 387 w 615"/>
              <a:gd name="T83" fmla="*/ 457 h 617"/>
              <a:gd name="T84" fmla="*/ 409 w 615"/>
              <a:gd name="T85" fmla="*/ 319 h 617"/>
              <a:gd name="T86" fmla="*/ 377 w 615"/>
              <a:gd name="T87" fmla="*/ 304 h 617"/>
              <a:gd name="T88" fmla="*/ 353 w 615"/>
              <a:gd name="T89" fmla="*/ 280 h 617"/>
              <a:gd name="T90" fmla="*/ 340 w 615"/>
              <a:gd name="T91" fmla="*/ 248 h 617"/>
              <a:gd name="T92" fmla="*/ 338 w 615"/>
              <a:gd name="T93" fmla="*/ 226 h 617"/>
              <a:gd name="T94" fmla="*/ 348 w 615"/>
              <a:gd name="T95" fmla="*/ 219 h 617"/>
              <a:gd name="T96" fmla="*/ 357 w 615"/>
              <a:gd name="T97" fmla="*/ 229 h 617"/>
              <a:gd name="T98" fmla="*/ 369 w 615"/>
              <a:gd name="T99" fmla="*/ 269 h 617"/>
              <a:gd name="T100" fmla="*/ 413 w 615"/>
              <a:gd name="T101" fmla="*/ 299 h 617"/>
              <a:gd name="T102" fmla="*/ 455 w 615"/>
              <a:gd name="T103" fmla="*/ 295 h 617"/>
              <a:gd name="T104" fmla="*/ 493 w 615"/>
              <a:gd name="T105" fmla="*/ 257 h 617"/>
              <a:gd name="T106" fmla="*/ 499 w 615"/>
              <a:gd name="T107" fmla="*/ 226 h 617"/>
              <a:gd name="T108" fmla="*/ 509 w 615"/>
              <a:gd name="T109" fmla="*/ 219 h 617"/>
              <a:gd name="T110" fmla="*/ 518 w 615"/>
              <a:gd name="T111" fmla="*/ 229 h 617"/>
              <a:gd name="T112" fmla="*/ 514 w 615"/>
              <a:gd name="T113" fmla="*/ 257 h 617"/>
              <a:gd name="T114" fmla="*/ 498 w 615"/>
              <a:gd name="T115" fmla="*/ 286 h 617"/>
              <a:gd name="T116" fmla="*/ 471 w 615"/>
              <a:gd name="T117" fmla="*/ 309 h 617"/>
              <a:gd name="T118" fmla="*/ 438 w 615"/>
              <a:gd name="T119" fmla="*/ 320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615" h="617">
                <a:moveTo>
                  <a:pt x="307" y="0"/>
                </a:moveTo>
                <a:lnTo>
                  <a:pt x="307" y="0"/>
                </a:lnTo>
                <a:lnTo>
                  <a:pt x="276" y="3"/>
                </a:lnTo>
                <a:lnTo>
                  <a:pt x="246" y="7"/>
                </a:lnTo>
                <a:lnTo>
                  <a:pt x="216" y="15"/>
                </a:lnTo>
                <a:lnTo>
                  <a:pt x="188" y="26"/>
                </a:lnTo>
                <a:lnTo>
                  <a:pt x="161" y="38"/>
                </a:lnTo>
                <a:lnTo>
                  <a:pt x="135" y="54"/>
                </a:lnTo>
                <a:lnTo>
                  <a:pt x="111" y="72"/>
                </a:lnTo>
                <a:lnTo>
                  <a:pt x="90" y="92"/>
                </a:lnTo>
                <a:lnTo>
                  <a:pt x="70" y="113"/>
                </a:lnTo>
                <a:lnTo>
                  <a:pt x="52" y="137"/>
                </a:lnTo>
                <a:lnTo>
                  <a:pt x="37" y="162"/>
                </a:lnTo>
                <a:lnTo>
                  <a:pt x="24" y="190"/>
                </a:lnTo>
                <a:lnTo>
                  <a:pt x="13" y="218"/>
                </a:lnTo>
                <a:lnTo>
                  <a:pt x="6" y="246"/>
                </a:lnTo>
                <a:lnTo>
                  <a:pt x="1" y="277"/>
                </a:lnTo>
                <a:lnTo>
                  <a:pt x="0" y="309"/>
                </a:lnTo>
                <a:lnTo>
                  <a:pt x="0" y="309"/>
                </a:lnTo>
                <a:lnTo>
                  <a:pt x="1" y="340"/>
                </a:lnTo>
                <a:lnTo>
                  <a:pt x="6" y="371"/>
                </a:lnTo>
                <a:lnTo>
                  <a:pt x="13" y="401"/>
                </a:lnTo>
                <a:lnTo>
                  <a:pt x="24" y="429"/>
                </a:lnTo>
                <a:lnTo>
                  <a:pt x="37" y="456"/>
                </a:lnTo>
                <a:lnTo>
                  <a:pt x="52" y="481"/>
                </a:lnTo>
                <a:lnTo>
                  <a:pt x="70" y="504"/>
                </a:lnTo>
                <a:lnTo>
                  <a:pt x="90" y="527"/>
                </a:lnTo>
                <a:lnTo>
                  <a:pt x="111" y="546"/>
                </a:lnTo>
                <a:lnTo>
                  <a:pt x="135" y="564"/>
                </a:lnTo>
                <a:lnTo>
                  <a:pt x="161" y="579"/>
                </a:lnTo>
                <a:lnTo>
                  <a:pt x="188" y="593"/>
                </a:lnTo>
                <a:lnTo>
                  <a:pt x="216" y="602"/>
                </a:lnTo>
                <a:lnTo>
                  <a:pt x="246" y="610"/>
                </a:lnTo>
                <a:lnTo>
                  <a:pt x="276" y="616"/>
                </a:lnTo>
                <a:lnTo>
                  <a:pt x="307" y="617"/>
                </a:lnTo>
                <a:lnTo>
                  <a:pt x="307" y="617"/>
                </a:lnTo>
                <a:lnTo>
                  <a:pt x="338" y="616"/>
                </a:lnTo>
                <a:lnTo>
                  <a:pt x="369" y="610"/>
                </a:lnTo>
                <a:lnTo>
                  <a:pt x="399" y="602"/>
                </a:lnTo>
                <a:lnTo>
                  <a:pt x="427" y="593"/>
                </a:lnTo>
                <a:lnTo>
                  <a:pt x="454" y="579"/>
                </a:lnTo>
                <a:lnTo>
                  <a:pt x="479" y="564"/>
                </a:lnTo>
                <a:lnTo>
                  <a:pt x="503" y="546"/>
                </a:lnTo>
                <a:lnTo>
                  <a:pt x="525" y="527"/>
                </a:lnTo>
                <a:lnTo>
                  <a:pt x="545" y="504"/>
                </a:lnTo>
                <a:lnTo>
                  <a:pt x="563" y="481"/>
                </a:lnTo>
                <a:lnTo>
                  <a:pt x="577" y="456"/>
                </a:lnTo>
                <a:lnTo>
                  <a:pt x="591" y="429"/>
                </a:lnTo>
                <a:lnTo>
                  <a:pt x="601" y="401"/>
                </a:lnTo>
                <a:lnTo>
                  <a:pt x="608" y="371"/>
                </a:lnTo>
                <a:lnTo>
                  <a:pt x="614" y="340"/>
                </a:lnTo>
                <a:lnTo>
                  <a:pt x="615" y="309"/>
                </a:lnTo>
                <a:lnTo>
                  <a:pt x="615" y="309"/>
                </a:lnTo>
                <a:lnTo>
                  <a:pt x="614" y="277"/>
                </a:lnTo>
                <a:lnTo>
                  <a:pt x="608" y="246"/>
                </a:lnTo>
                <a:lnTo>
                  <a:pt x="601" y="218"/>
                </a:lnTo>
                <a:lnTo>
                  <a:pt x="591" y="190"/>
                </a:lnTo>
                <a:lnTo>
                  <a:pt x="577" y="162"/>
                </a:lnTo>
                <a:lnTo>
                  <a:pt x="563" y="137"/>
                </a:lnTo>
                <a:lnTo>
                  <a:pt x="545" y="113"/>
                </a:lnTo>
                <a:lnTo>
                  <a:pt x="525" y="92"/>
                </a:lnTo>
                <a:lnTo>
                  <a:pt x="503" y="72"/>
                </a:lnTo>
                <a:lnTo>
                  <a:pt x="479" y="54"/>
                </a:lnTo>
                <a:lnTo>
                  <a:pt x="454" y="38"/>
                </a:lnTo>
                <a:lnTo>
                  <a:pt x="427" y="26"/>
                </a:lnTo>
                <a:lnTo>
                  <a:pt x="399" y="15"/>
                </a:lnTo>
                <a:lnTo>
                  <a:pt x="369" y="7"/>
                </a:lnTo>
                <a:lnTo>
                  <a:pt x="338" y="3"/>
                </a:lnTo>
                <a:lnTo>
                  <a:pt x="307" y="0"/>
                </a:lnTo>
                <a:lnTo>
                  <a:pt x="307" y="0"/>
                </a:lnTo>
                <a:close/>
                <a:moveTo>
                  <a:pt x="99" y="229"/>
                </a:moveTo>
                <a:lnTo>
                  <a:pt x="99" y="229"/>
                </a:lnTo>
                <a:lnTo>
                  <a:pt x="99" y="226"/>
                </a:lnTo>
                <a:lnTo>
                  <a:pt x="102" y="222"/>
                </a:lnTo>
                <a:lnTo>
                  <a:pt x="105" y="221"/>
                </a:lnTo>
                <a:lnTo>
                  <a:pt x="109" y="219"/>
                </a:lnTo>
                <a:lnTo>
                  <a:pt x="109" y="219"/>
                </a:lnTo>
                <a:lnTo>
                  <a:pt x="113" y="221"/>
                </a:lnTo>
                <a:lnTo>
                  <a:pt x="115" y="222"/>
                </a:lnTo>
                <a:lnTo>
                  <a:pt x="118" y="226"/>
                </a:lnTo>
                <a:lnTo>
                  <a:pt x="119" y="229"/>
                </a:lnTo>
                <a:lnTo>
                  <a:pt x="119" y="229"/>
                </a:lnTo>
                <a:lnTo>
                  <a:pt x="121" y="243"/>
                </a:lnTo>
                <a:lnTo>
                  <a:pt x="125" y="257"/>
                </a:lnTo>
                <a:lnTo>
                  <a:pt x="131" y="269"/>
                </a:lnTo>
                <a:lnTo>
                  <a:pt x="139" y="280"/>
                </a:lnTo>
                <a:lnTo>
                  <a:pt x="150" y="288"/>
                </a:lnTo>
                <a:lnTo>
                  <a:pt x="162" y="295"/>
                </a:lnTo>
                <a:lnTo>
                  <a:pt x="176" y="299"/>
                </a:lnTo>
                <a:lnTo>
                  <a:pt x="189" y="300"/>
                </a:lnTo>
                <a:lnTo>
                  <a:pt x="189" y="300"/>
                </a:lnTo>
                <a:lnTo>
                  <a:pt x="204" y="299"/>
                </a:lnTo>
                <a:lnTo>
                  <a:pt x="217" y="295"/>
                </a:lnTo>
                <a:lnTo>
                  <a:pt x="229" y="288"/>
                </a:lnTo>
                <a:lnTo>
                  <a:pt x="239" y="280"/>
                </a:lnTo>
                <a:lnTo>
                  <a:pt x="248" y="269"/>
                </a:lnTo>
                <a:lnTo>
                  <a:pt x="255" y="257"/>
                </a:lnTo>
                <a:lnTo>
                  <a:pt x="259" y="243"/>
                </a:lnTo>
                <a:lnTo>
                  <a:pt x="260" y="229"/>
                </a:lnTo>
                <a:lnTo>
                  <a:pt x="260" y="229"/>
                </a:lnTo>
                <a:lnTo>
                  <a:pt x="260" y="226"/>
                </a:lnTo>
                <a:lnTo>
                  <a:pt x="263" y="222"/>
                </a:lnTo>
                <a:lnTo>
                  <a:pt x="266" y="221"/>
                </a:lnTo>
                <a:lnTo>
                  <a:pt x="270" y="219"/>
                </a:lnTo>
                <a:lnTo>
                  <a:pt x="270" y="219"/>
                </a:lnTo>
                <a:lnTo>
                  <a:pt x="274" y="221"/>
                </a:lnTo>
                <a:lnTo>
                  <a:pt x="278" y="222"/>
                </a:lnTo>
                <a:lnTo>
                  <a:pt x="279" y="226"/>
                </a:lnTo>
                <a:lnTo>
                  <a:pt x="280" y="229"/>
                </a:lnTo>
                <a:lnTo>
                  <a:pt x="280" y="229"/>
                </a:lnTo>
                <a:lnTo>
                  <a:pt x="279" y="238"/>
                </a:lnTo>
                <a:lnTo>
                  <a:pt x="278" y="248"/>
                </a:lnTo>
                <a:lnTo>
                  <a:pt x="276" y="257"/>
                </a:lnTo>
                <a:lnTo>
                  <a:pt x="272" y="265"/>
                </a:lnTo>
                <a:lnTo>
                  <a:pt x="270" y="273"/>
                </a:lnTo>
                <a:lnTo>
                  <a:pt x="264" y="280"/>
                </a:lnTo>
                <a:lnTo>
                  <a:pt x="259" y="286"/>
                </a:lnTo>
                <a:lnTo>
                  <a:pt x="254" y="293"/>
                </a:lnTo>
                <a:lnTo>
                  <a:pt x="247" y="300"/>
                </a:lnTo>
                <a:lnTo>
                  <a:pt x="240" y="304"/>
                </a:lnTo>
                <a:lnTo>
                  <a:pt x="232" y="309"/>
                </a:lnTo>
                <a:lnTo>
                  <a:pt x="224" y="313"/>
                </a:lnTo>
                <a:lnTo>
                  <a:pt x="216" y="316"/>
                </a:lnTo>
                <a:lnTo>
                  <a:pt x="208" y="319"/>
                </a:lnTo>
                <a:lnTo>
                  <a:pt x="199" y="320"/>
                </a:lnTo>
                <a:lnTo>
                  <a:pt x="189" y="320"/>
                </a:lnTo>
                <a:lnTo>
                  <a:pt x="189" y="320"/>
                </a:lnTo>
                <a:lnTo>
                  <a:pt x="180" y="320"/>
                </a:lnTo>
                <a:lnTo>
                  <a:pt x="172" y="319"/>
                </a:lnTo>
                <a:lnTo>
                  <a:pt x="162" y="316"/>
                </a:lnTo>
                <a:lnTo>
                  <a:pt x="154" y="313"/>
                </a:lnTo>
                <a:lnTo>
                  <a:pt x="146" y="309"/>
                </a:lnTo>
                <a:lnTo>
                  <a:pt x="139" y="304"/>
                </a:lnTo>
                <a:lnTo>
                  <a:pt x="131" y="300"/>
                </a:lnTo>
                <a:lnTo>
                  <a:pt x="126" y="293"/>
                </a:lnTo>
                <a:lnTo>
                  <a:pt x="119" y="286"/>
                </a:lnTo>
                <a:lnTo>
                  <a:pt x="114" y="280"/>
                </a:lnTo>
                <a:lnTo>
                  <a:pt x="110" y="273"/>
                </a:lnTo>
                <a:lnTo>
                  <a:pt x="106" y="265"/>
                </a:lnTo>
                <a:lnTo>
                  <a:pt x="103" y="257"/>
                </a:lnTo>
                <a:lnTo>
                  <a:pt x="100" y="248"/>
                </a:lnTo>
                <a:lnTo>
                  <a:pt x="99" y="238"/>
                </a:lnTo>
                <a:lnTo>
                  <a:pt x="99" y="229"/>
                </a:lnTo>
                <a:lnTo>
                  <a:pt x="99" y="229"/>
                </a:lnTo>
                <a:close/>
                <a:moveTo>
                  <a:pt x="387" y="457"/>
                </a:moveTo>
                <a:lnTo>
                  <a:pt x="228" y="457"/>
                </a:lnTo>
                <a:lnTo>
                  <a:pt x="228" y="457"/>
                </a:lnTo>
                <a:lnTo>
                  <a:pt x="224" y="457"/>
                </a:lnTo>
                <a:lnTo>
                  <a:pt x="221" y="454"/>
                </a:lnTo>
                <a:lnTo>
                  <a:pt x="219" y="452"/>
                </a:lnTo>
                <a:lnTo>
                  <a:pt x="217" y="448"/>
                </a:lnTo>
                <a:lnTo>
                  <a:pt x="217" y="448"/>
                </a:lnTo>
                <a:lnTo>
                  <a:pt x="219" y="444"/>
                </a:lnTo>
                <a:lnTo>
                  <a:pt x="221" y="441"/>
                </a:lnTo>
                <a:lnTo>
                  <a:pt x="224" y="438"/>
                </a:lnTo>
                <a:lnTo>
                  <a:pt x="228" y="438"/>
                </a:lnTo>
                <a:lnTo>
                  <a:pt x="387" y="438"/>
                </a:lnTo>
                <a:lnTo>
                  <a:pt x="387" y="438"/>
                </a:lnTo>
                <a:lnTo>
                  <a:pt x="391" y="438"/>
                </a:lnTo>
                <a:lnTo>
                  <a:pt x="393" y="441"/>
                </a:lnTo>
                <a:lnTo>
                  <a:pt x="396" y="444"/>
                </a:lnTo>
                <a:lnTo>
                  <a:pt x="397" y="448"/>
                </a:lnTo>
                <a:lnTo>
                  <a:pt x="397" y="448"/>
                </a:lnTo>
                <a:lnTo>
                  <a:pt x="396" y="452"/>
                </a:lnTo>
                <a:lnTo>
                  <a:pt x="393" y="454"/>
                </a:lnTo>
                <a:lnTo>
                  <a:pt x="391" y="457"/>
                </a:lnTo>
                <a:lnTo>
                  <a:pt x="387" y="457"/>
                </a:lnTo>
                <a:lnTo>
                  <a:pt x="387" y="457"/>
                </a:lnTo>
                <a:close/>
                <a:moveTo>
                  <a:pt x="428" y="320"/>
                </a:moveTo>
                <a:lnTo>
                  <a:pt x="428" y="320"/>
                </a:lnTo>
                <a:lnTo>
                  <a:pt x="419" y="320"/>
                </a:lnTo>
                <a:lnTo>
                  <a:pt x="409" y="319"/>
                </a:lnTo>
                <a:lnTo>
                  <a:pt x="401" y="316"/>
                </a:lnTo>
                <a:lnTo>
                  <a:pt x="392" y="313"/>
                </a:lnTo>
                <a:lnTo>
                  <a:pt x="385" y="309"/>
                </a:lnTo>
                <a:lnTo>
                  <a:pt x="377" y="304"/>
                </a:lnTo>
                <a:lnTo>
                  <a:pt x="370" y="300"/>
                </a:lnTo>
                <a:lnTo>
                  <a:pt x="364" y="293"/>
                </a:lnTo>
                <a:lnTo>
                  <a:pt x="358" y="286"/>
                </a:lnTo>
                <a:lnTo>
                  <a:pt x="353" y="280"/>
                </a:lnTo>
                <a:lnTo>
                  <a:pt x="348" y="273"/>
                </a:lnTo>
                <a:lnTo>
                  <a:pt x="344" y="265"/>
                </a:lnTo>
                <a:lnTo>
                  <a:pt x="341" y="257"/>
                </a:lnTo>
                <a:lnTo>
                  <a:pt x="340" y="248"/>
                </a:lnTo>
                <a:lnTo>
                  <a:pt x="338" y="238"/>
                </a:lnTo>
                <a:lnTo>
                  <a:pt x="337" y="229"/>
                </a:lnTo>
                <a:lnTo>
                  <a:pt x="337" y="229"/>
                </a:lnTo>
                <a:lnTo>
                  <a:pt x="338" y="226"/>
                </a:lnTo>
                <a:lnTo>
                  <a:pt x="340" y="222"/>
                </a:lnTo>
                <a:lnTo>
                  <a:pt x="344" y="221"/>
                </a:lnTo>
                <a:lnTo>
                  <a:pt x="348" y="219"/>
                </a:lnTo>
                <a:lnTo>
                  <a:pt x="348" y="219"/>
                </a:lnTo>
                <a:lnTo>
                  <a:pt x="350" y="221"/>
                </a:lnTo>
                <a:lnTo>
                  <a:pt x="354" y="222"/>
                </a:lnTo>
                <a:lnTo>
                  <a:pt x="356" y="226"/>
                </a:lnTo>
                <a:lnTo>
                  <a:pt x="357" y="229"/>
                </a:lnTo>
                <a:lnTo>
                  <a:pt x="357" y="229"/>
                </a:lnTo>
                <a:lnTo>
                  <a:pt x="358" y="243"/>
                </a:lnTo>
                <a:lnTo>
                  <a:pt x="362" y="257"/>
                </a:lnTo>
                <a:lnTo>
                  <a:pt x="369" y="269"/>
                </a:lnTo>
                <a:lnTo>
                  <a:pt x="377" y="280"/>
                </a:lnTo>
                <a:lnTo>
                  <a:pt x="388" y="288"/>
                </a:lnTo>
                <a:lnTo>
                  <a:pt x="400" y="295"/>
                </a:lnTo>
                <a:lnTo>
                  <a:pt x="413" y="299"/>
                </a:lnTo>
                <a:lnTo>
                  <a:pt x="428" y="300"/>
                </a:lnTo>
                <a:lnTo>
                  <a:pt x="428" y="300"/>
                </a:lnTo>
                <a:lnTo>
                  <a:pt x="442" y="299"/>
                </a:lnTo>
                <a:lnTo>
                  <a:pt x="455" y="295"/>
                </a:lnTo>
                <a:lnTo>
                  <a:pt x="467" y="288"/>
                </a:lnTo>
                <a:lnTo>
                  <a:pt x="478" y="280"/>
                </a:lnTo>
                <a:lnTo>
                  <a:pt x="486" y="269"/>
                </a:lnTo>
                <a:lnTo>
                  <a:pt x="493" y="257"/>
                </a:lnTo>
                <a:lnTo>
                  <a:pt x="497" y="243"/>
                </a:lnTo>
                <a:lnTo>
                  <a:pt x="498" y="229"/>
                </a:lnTo>
                <a:lnTo>
                  <a:pt x="498" y="229"/>
                </a:lnTo>
                <a:lnTo>
                  <a:pt x="499" y="226"/>
                </a:lnTo>
                <a:lnTo>
                  <a:pt x="501" y="222"/>
                </a:lnTo>
                <a:lnTo>
                  <a:pt x="505" y="221"/>
                </a:lnTo>
                <a:lnTo>
                  <a:pt x="509" y="219"/>
                </a:lnTo>
                <a:lnTo>
                  <a:pt x="509" y="219"/>
                </a:lnTo>
                <a:lnTo>
                  <a:pt x="513" y="221"/>
                </a:lnTo>
                <a:lnTo>
                  <a:pt x="516" y="222"/>
                </a:lnTo>
                <a:lnTo>
                  <a:pt x="517" y="226"/>
                </a:lnTo>
                <a:lnTo>
                  <a:pt x="518" y="229"/>
                </a:lnTo>
                <a:lnTo>
                  <a:pt x="518" y="229"/>
                </a:lnTo>
                <a:lnTo>
                  <a:pt x="518" y="238"/>
                </a:lnTo>
                <a:lnTo>
                  <a:pt x="517" y="248"/>
                </a:lnTo>
                <a:lnTo>
                  <a:pt x="514" y="257"/>
                </a:lnTo>
                <a:lnTo>
                  <a:pt x="511" y="265"/>
                </a:lnTo>
                <a:lnTo>
                  <a:pt x="507" y="273"/>
                </a:lnTo>
                <a:lnTo>
                  <a:pt x="503" y="280"/>
                </a:lnTo>
                <a:lnTo>
                  <a:pt x="498" y="286"/>
                </a:lnTo>
                <a:lnTo>
                  <a:pt x="491" y="293"/>
                </a:lnTo>
                <a:lnTo>
                  <a:pt x="486" y="300"/>
                </a:lnTo>
                <a:lnTo>
                  <a:pt x="478" y="304"/>
                </a:lnTo>
                <a:lnTo>
                  <a:pt x="471" y="309"/>
                </a:lnTo>
                <a:lnTo>
                  <a:pt x="463" y="313"/>
                </a:lnTo>
                <a:lnTo>
                  <a:pt x="455" y="316"/>
                </a:lnTo>
                <a:lnTo>
                  <a:pt x="446" y="319"/>
                </a:lnTo>
                <a:lnTo>
                  <a:pt x="438" y="320"/>
                </a:lnTo>
                <a:lnTo>
                  <a:pt x="428" y="320"/>
                </a:lnTo>
                <a:lnTo>
                  <a:pt x="428" y="320"/>
                </a:lnTo>
                <a:close/>
              </a:path>
            </a:pathLst>
          </a:custGeom>
          <a:solidFill>
            <a:schemeClr val="bg1"/>
          </a:solidFill>
          <a:ln>
            <a:solidFill>
              <a:schemeClr val="tx1"/>
            </a:solid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sz="1800" b="0" i="0" u="none" strike="noStrike" kern="1200" cap="none" spc="0" normalizeH="0" baseline="0" noProof="0">
              <a:ln>
                <a:noFill/>
              </a:ln>
              <a:solidFill>
                <a:srgbClr val="000000"/>
              </a:solidFill>
              <a:effectLst/>
              <a:uLnTx/>
              <a:uFillTx/>
              <a:latin typeface="Open Sans"/>
              <a:ea typeface="+mn-ea"/>
              <a:cs typeface="+mn-cs"/>
            </a:endParaRPr>
          </a:p>
        </p:txBody>
      </p:sp>
      <p:sp>
        <p:nvSpPr>
          <p:cNvPr id="276" name="Freeform 275"/>
          <p:cNvSpPr>
            <a:spLocks noChangeAspect="1" noEditPoints="1"/>
          </p:cNvSpPr>
          <p:nvPr/>
        </p:nvSpPr>
        <p:spPr bwMode="auto">
          <a:xfrm>
            <a:off x="1556427" y="5789418"/>
            <a:ext cx="118099" cy="118483"/>
          </a:xfrm>
          <a:custGeom>
            <a:avLst/>
            <a:gdLst>
              <a:gd name="T0" fmla="*/ 246 w 615"/>
              <a:gd name="T1" fmla="*/ 7 h 617"/>
              <a:gd name="T2" fmla="*/ 135 w 615"/>
              <a:gd name="T3" fmla="*/ 54 h 617"/>
              <a:gd name="T4" fmla="*/ 52 w 615"/>
              <a:gd name="T5" fmla="*/ 137 h 617"/>
              <a:gd name="T6" fmla="*/ 7 w 615"/>
              <a:gd name="T7" fmla="*/ 246 h 617"/>
              <a:gd name="T8" fmla="*/ 1 w 615"/>
              <a:gd name="T9" fmla="*/ 340 h 617"/>
              <a:gd name="T10" fmla="*/ 37 w 615"/>
              <a:gd name="T11" fmla="*/ 455 h 617"/>
              <a:gd name="T12" fmla="*/ 111 w 615"/>
              <a:gd name="T13" fmla="*/ 545 h 617"/>
              <a:gd name="T14" fmla="*/ 216 w 615"/>
              <a:gd name="T15" fmla="*/ 602 h 617"/>
              <a:gd name="T16" fmla="*/ 307 w 615"/>
              <a:gd name="T17" fmla="*/ 617 h 617"/>
              <a:gd name="T18" fmla="*/ 427 w 615"/>
              <a:gd name="T19" fmla="*/ 592 h 617"/>
              <a:gd name="T20" fmla="*/ 525 w 615"/>
              <a:gd name="T21" fmla="*/ 527 h 617"/>
              <a:gd name="T22" fmla="*/ 591 w 615"/>
              <a:gd name="T23" fmla="*/ 428 h 617"/>
              <a:gd name="T24" fmla="*/ 615 w 615"/>
              <a:gd name="T25" fmla="*/ 309 h 617"/>
              <a:gd name="T26" fmla="*/ 602 w 615"/>
              <a:gd name="T27" fmla="*/ 216 h 617"/>
              <a:gd name="T28" fmla="*/ 545 w 615"/>
              <a:gd name="T29" fmla="*/ 113 h 617"/>
              <a:gd name="T30" fmla="*/ 454 w 615"/>
              <a:gd name="T31" fmla="*/ 38 h 617"/>
              <a:gd name="T32" fmla="*/ 340 w 615"/>
              <a:gd name="T33" fmla="*/ 3 h 617"/>
              <a:gd name="T34" fmla="*/ 150 w 615"/>
              <a:gd name="T35" fmla="*/ 204 h 617"/>
              <a:gd name="T36" fmla="*/ 164 w 615"/>
              <a:gd name="T37" fmla="*/ 200 h 617"/>
              <a:gd name="T38" fmla="*/ 258 w 615"/>
              <a:gd name="T39" fmla="*/ 257 h 617"/>
              <a:gd name="T40" fmla="*/ 252 w 615"/>
              <a:gd name="T41" fmla="*/ 267 h 617"/>
              <a:gd name="T42" fmla="*/ 154 w 615"/>
              <a:gd name="T43" fmla="*/ 218 h 617"/>
              <a:gd name="T44" fmla="*/ 149 w 615"/>
              <a:gd name="T45" fmla="*/ 208 h 617"/>
              <a:gd name="T46" fmla="*/ 407 w 615"/>
              <a:gd name="T47" fmla="*/ 477 h 617"/>
              <a:gd name="T48" fmla="*/ 397 w 615"/>
              <a:gd name="T49" fmla="*/ 467 h 617"/>
              <a:gd name="T50" fmla="*/ 393 w 615"/>
              <a:gd name="T51" fmla="*/ 441 h 617"/>
              <a:gd name="T52" fmla="*/ 376 w 615"/>
              <a:gd name="T53" fmla="*/ 411 h 617"/>
              <a:gd name="T54" fmla="*/ 350 w 615"/>
              <a:gd name="T55" fmla="*/ 388 h 617"/>
              <a:gd name="T56" fmla="*/ 317 w 615"/>
              <a:gd name="T57" fmla="*/ 379 h 617"/>
              <a:gd name="T58" fmla="*/ 290 w 615"/>
              <a:gd name="T59" fmla="*/ 380 h 617"/>
              <a:gd name="T60" fmla="*/ 258 w 615"/>
              <a:gd name="T61" fmla="*/ 394 h 617"/>
              <a:gd name="T62" fmla="*/ 234 w 615"/>
              <a:gd name="T63" fmla="*/ 418 h 617"/>
              <a:gd name="T64" fmla="*/ 220 w 615"/>
              <a:gd name="T65" fmla="*/ 449 h 617"/>
              <a:gd name="T66" fmla="*/ 217 w 615"/>
              <a:gd name="T67" fmla="*/ 471 h 617"/>
              <a:gd name="T68" fmla="*/ 208 w 615"/>
              <a:gd name="T69" fmla="*/ 477 h 617"/>
              <a:gd name="T70" fmla="*/ 199 w 615"/>
              <a:gd name="T71" fmla="*/ 467 h 617"/>
              <a:gd name="T72" fmla="*/ 203 w 615"/>
              <a:gd name="T73" fmla="*/ 435 h 617"/>
              <a:gd name="T74" fmla="*/ 223 w 615"/>
              <a:gd name="T75" fmla="*/ 398 h 617"/>
              <a:gd name="T76" fmla="*/ 255 w 615"/>
              <a:gd name="T77" fmla="*/ 371 h 617"/>
              <a:gd name="T78" fmla="*/ 297 w 615"/>
              <a:gd name="T79" fmla="*/ 359 h 617"/>
              <a:gd name="T80" fmla="*/ 329 w 615"/>
              <a:gd name="T81" fmla="*/ 360 h 617"/>
              <a:gd name="T82" fmla="*/ 369 w 615"/>
              <a:gd name="T83" fmla="*/ 376 h 617"/>
              <a:gd name="T84" fmla="*/ 399 w 615"/>
              <a:gd name="T85" fmla="*/ 406 h 617"/>
              <a:gd name="T86" fmla="*/ 415 w 615"/>
              <a:gd name="T87" fmla="*/ 445 h 617"/>
              <a:gd name="T88" fmla="*/ 416 w 615"/>
              <a:gd name="T89" fmla="*/ 471 h 617"/>
              <a:gd name="T90" fmla="*/ 407 w 615"/>
              <a:gd name="T91" fmla="*/ 477 h 617"/>
              <a:gd name="T92" fmla="*/ 366 w 615"/>
              <a:gd name="T93" fmla="*/ 269 h 617"/>
              <a:gd name="T94" fmla="*/ 358 w 615"/>
              <a:gd name="T95" fmla="*/ 263 h 617"/>
              <a:gd name="T96" fmla="*/ 362 w 615"/>
              <a:gd name="T97" fmla="*/ 250 h 617"/>
              <a:gd name="T98" fmla="*/ 459 w 615"/>
              <a:gd name="T99" fmla="*/ 200 h 617"/>
              <a:gd name="T100" fmla="*/ 466 w 615"/>
              <a:gd name="T101" fmla="*/ 208 h 617"/>
              <a:gd name="T102" fmla="*/ 462 w 615"/>
              <a:gd name="T103" fmla="*/ 218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615" h="617">
                <a:moveTo>
                  <a:pt x="307" y="0"/>
                </a:moveTo>
                <a:lnTo>
                  <a:pt x="307" y="0"/>
                </a:lnTo>
                <a:lnTo>
                  <a:pt x="277" y="3"/>
                </a:lnTo>
                <a:lnTo>
                  <a:pt x="246" y="7"/>
                </a:lnTo>
                <a:lnTo>
                  <a:pt x="216" y="15"/>
                </a:lnTo>
                <a:lnTo>
                  <a:pt x="188" y="24"/>
                </a:lnTo>
                <a:lnTo>
                  <a:pt x="161" y="38"/>
                </a:lnTo>
                <a:lnTo>
                  <a:pt x="135" y="54"/>
                </a:lnTo>
                <a:lnTo>
                  <a:pt x="111" y="71"/>
                </a:lnTo>
                <a:lnTo>
                  <a:pt x="90" y="91"/>
                </a:lnTo>
                <a:lnTo>
                  <a:pt x="70" y="113"/>
                </a:lnTo>
                <a:lnTo>
                  <a:pt x="52" y="137"/>
                </a:lnTo>
                <a:lnTo>
                  <a:pt x="37" y="161"/>
                </a:lnTo>
                <a:lnTo>
                  <a:pt x="24" y="188"/>
                </a:lnTo>
                <a:lnTo>
                  <a:pt x="13" y="216"/>
                </a:lnTo>
                <a:lnTo>
                  <a:pt x="7" y="246"/>
                </a:lnTo>
                <a:lnTo>
                  <a:pt x="1" y="277"/>
                </a:lnTo>
                <a:lnTo>
                  <a:pt x="0" y="309"/>
                </a:lnTo>
                <a:lnTo>
                  <a:pt x="0" y="309"/>
                </a:lnTo>
                <a:lnTo>
                  <a:pt x="1" y="340"/>
                </a:lnTo>
                <a:lnTo>
                  <a:pt x="7" y="371"/>
                </a:lnTo>
                <a:lnTo>
                  <a:pt x="13" y="400"/>
                </a:lnTo>
                <a:lnTo>
                  <a:pt x="24" y="428"/>
                </a:lnTo>
                <a:lnTo>
                  <a:pt x="37" y="455"/>
                </a:lnTo>
                <a:lnTo>
                  <a:pt x="52" y="481"/>
                </a:lnTo>
                <a:lnTo>
                  <a:pt x="70" y="504"/>
                </a:lnTo>
                <a:lnTo>
                  <a:pt x="90" y="527"/>
                </a:lnTo>
                <a:lnTo>
                  <a:pt x="111" y="545"/>
                </a:lnTo>
                <a:lnTo>
                  <a:pt x="135" y="564"/>
                </a:lnTo>
                <a:lnTo>
                  <a:pt x="161" y="579"/>
                </a:lnTo>
                <a:lnTo>
                  <a:pt x="188" y="592"/>
                </a:lnTo>
                <a:lnTo>
                  <a:pt x="216" y="602"/>
                </a:lnTo>
                <a:lnTo>
                  <a:pt x="246" y="610"/>
                </a:lnTo>
                <a:lnTo>
                  <a:pt x="277" y="615"/>
                </a:lnTo>
                <a:lnTo>
                  <a:pt x="307" y="617"/>
                </a:lnTo>
                <a:lnTo>
                  <a:pt x="307" y="617"/>
                </a:lnTo>
                <a:lnTo>
                  <a:pt x="340" y="615"/>
                </a:lnTo>
                <a:lnTo>
                  <a:pt x="369" y="610"/>
                </a:lnTo>
                <a:lnTo>
                  <a:pt x="399" y="602"/>
                </a:lnTo>
                <a:lnTo>
                  <a:pt x="427" y="592"/>
                </a:lnTo>
                <a:lnTo>
                  <a:pt x="454" y="579"/>
                </a:lnTo>
                <a:lnTo>
                  <a:pt x="479" y="564"/>
                </a:lnTo>
                <a:lnTo>
                  <a:pt x="503" y="545"/>
                </a:lnTo>
                <a:lnTo>
                  <a:pt x="525" y="527"/>
                </a:lnTo>
                <a:lnTo>
                  <a:pt x="545" y="504"/>
                </a:lnTo>
                <a:lnTo>
                  <a:pt x="563" y="481"/>
                </a:lnTo>
                <a:lnTo>
                  <a:pt x="579" y="455"/>
                </a:lnTo>
                <a:lnTo>
                  <a:pt x="591" y="428"/>
                </a:lnTo>
                <a:lnTo>
                  <a:pt x="602" y="400"/>
                </a:lnTo>
                <a:lnTo>
                  <a:pt x="610" y="371"/>
                </a:lnTo>
                <a:lnTo>
                  <a:pt x="614" y="340"/>
                </a:lnTo>
                <a:lnTo>
                  <a:pt x="615" y="309"/>
                </a:lnTo>
                <a:lnTo>
                  <a:pt x="615" y="309"/>
                </a:lnTo>
                <a:lnTo>
                  <a:pt x="614" y="277"/>
                </a:lnTo>
                <a:lnTo>
                  <a:pt x="610" y="246"/>
                </a:lnTo>
                <a:lnTo>
                  <a:pt x="602" y="216"/>
                </a:lnTo>
                <a:lnTo>
                  <a:pt x="591" y="188"/>
                </a:lnTo>
                <a:lnTo>
                  <a:pt x="579" y="161"/>
                </a:lnTo>
                <a:lnTo>
                  <a:pt x="563" y="137"/>
                </a:lnTo>
                <a:lnTo>
                  <a:pt x="545" y="113"/>
                </a:lnTo>
                <a:lnTo>
                  <a:pt x="525" y="91"/>
                </a:lnTo>
                <a:lnTo>
                  <a:pt x="503" y="71"/>
                </a:lnTo>
                <a:lnTo>
                  <a:pt x="479" y="54"/>
                </a:lnTo>
                <a:lnTo>
                  <a:pt x="454" y="38"/>
                </a:lnTo>
                <a:lnTo>
                  <a:pt x="427" y="24"/>
                </a:lnTo>
                <a:lnTo>
                  <a:pt x="399" y="15"/>
                </a:lnTo>
                <a:lnTo>
                  <a:pt x="369" y="7"/>
                </a:lnTo>
                <a:lnTo>
                  <a:pt x="340" y="3"/>
                </a:lnTo>
                <a:lnTo>
                  <a:pt x="307" y="0"/>
                </a:lnTo>
                <a:lnTo>
                  <a:pt x="307" y="0"/>
                </a:lnTo>
                <a:close/>
                <a:moveTo>
                  <a:pt x="150" y="204"/>
                </a:moveTo>
                <a:lnTo>
                  <a:pt x="150" y="204"/>
                </a:lnTo>
                <a:lnTo>
                  <a:pt x="153" y="202"/>
                </a:lnTo>
                <a:lnTo>
                  <a:pt x="156" y="200"/>
                </a:lnTo>
                <a:lnTo>
                  <a:pt x="160" y="199"/>
                </a:lnTo>
                <a:lnTo>
                  <a:pt x="164" y="200"/>
                </a:lnTo>
                <a:lnTo>
                  <a:pt x="252" y="250"/>
                </a:lnTo>
                <a:lnTo>
                  <a:pt x="252" y="250"/>
                </a:lnTo>
                <a:lnTo>
                  <a:pt x="256" y="253"/>
                </a:lnTo>
                <a:lnTo>
                  <a:pt x="258" y="257"/>
                </a:lnTo>
                <a:lnTo>
                  <a:pt x="258" y="259"/>
                </a:lnTo>
                <a:lnTo>
                  <a:pt x="256" y="263"/>
                </a:lnTo>
                <a:lnTo>
                  <a:pt x="256" y="263"/>
                </a:lnTo>
                <a:lnTo>
                  <a:pt x="252" y="267"/>
                </a:lnTo>
                <a:lnTo>
                  <a:pt x="248" y="269"/>
                </a:lnTo>
                <a:lnTo>
                  <a:pt x="248" y="269"/>
                </a:lnTo>
                <a:lnTo>
                  <a:pt x="243" y="267"/>
                </a:lnTo>
                <a:lnTo>
                  <a:pt x="154" y="218"/>
                </a:lnTo>
                <a:lnTo>
                  <a:pt x="154" y="218"/>
                </a:lnTo>
                <a:lnTo>
                  <a:pt x="150" y="215"/>
                </a:lnTo>
                <a:lnTo>
                  <a:pt x="149" y="212"/>
                </a:lnTo>
                <a:lnTo>
                  <a:pt x="149" y="208"/>
                </a:lnTo>
                <a:lnTo>
                  <a:pt x="150" y="204"/>
                </a:lnTo>
                <a:lnTo>
                  <a:pt x="150" y="204"/>
                </a:lnTo>
                <a:close/>
                <a:moveTo>
                  <a:pt x="407" y="477"/>
                </a:moveTo>
                <a:lnTo>
                  <a:pt x="407" y="477"/>
                </a:lnTo>
                <a:lnTo>
                  <a:pt x="403" y="477"/>
                </a:lnTo>
                <a:lnTo>
                  <a:pt x="400" y="474"/>
                </a:lnTo>
                <a:lnTo>
                  <a:pt x="397" y="471"/>
                </a:lnTo>
                <a:lnTo>
                  <a:pt x="397" y="467"/>
                </a:lnTo>
                <a:lnTo>
                  <a:pt x="397" y="467"/>
                </a:lnTo>
                <a:lnTo>
                  <a:pt x="396" y="458"/>
                </a:lnTo>
                <a:lnTo>
                  <a:pt x="395" y="449"/>
                </a:lnTo>
                <a:lnTo>
                  <a:pt x="393" y="441"/>
                </a:lnTo>
                <a:lnTo>
                  <a:pt x="389" y="433"/>
                </a:lnTo>
                <a:lnTo>
                  <a:pt x="387" y="424"/>
                </a:lnTo>
                <a:lnTo>
                  <a:pt x="381" y="418"/>
                </a:lnTo>
                <a:lnTo>
                  <a:pt x="376" y="411"/>
                </a:lnTo>
                <a:lnTo>
                  <a:pt x="371" y="404"/>
                </a:lnTo>
                <a:lnTo>
                  <a:pt x="364" y="399"/>
                </a:lnTo>
                <a:lnTo>
                  <a:pt x="357" y="394"/>
                </a:lnTo>
                <a:lnTo>
                  <a:pt x="350" y="388"/>
                </a:lnTo>
                <a:lnTo>
                  <a:pt x="342" y="386"/>
                </a:lnTo>
                <a:lnTo>
                  <a:pt x="334" y="381"/>
                </a:lnTo>
                <a:lnTo>
                  <a:pt x="325" y="380"/>
                </a:lnTo>
                <a:lnTo>
                  <a:pt x="317" y="379"/>
                </a:lnTo>
                <a:lnTo>
                  <a:pt x="307" y="377"/>
                </a:lnTo>
                <a:lnTo>
                  <a:pt x="307" y="377"/>
                </a:lnTo>
                <a:lnTo>
                  <a:pt x="298" y="379"/>
                </a:lnTo>
                <a:lnTo>
                  <a:pt x="290" y="380"/>
                </a:lnTo>
                <a:lnTo>
                  <a:pt x="281" y="381"/>
                </a:lnTo>
                <a:lnTo>
                  <a:pt x="272" y="386"/>
                </a:lnTo>
                <a:lnTo>
                  <a:pt x="264" y="388"/>
                </a:lnTo>
                <a:lnTo>
                  <a:pt x="258" y="394"/>
                </a:lnTo>
                <a:lnTo>
                  <a:pt x="251" y="399"/>
                </a:lnTo>
                <a:lnTo>
                  <a:pt x="244" y="404"/>
                </a:lnTo>
                <a:lnTo>
                  <a:pt x="239" y="411"/>
                </a:lnTo>
                <a:lnTo>
                  <a:pt x="234" y="418"/>
                </a:lnTo>
                <a:lnTo>
                  <a:pt x="230" y="424"/>
                </a:lnTo>
                <a:lnTo>
                  <a:pt x="225" y="433"/>
                </a:lnTo>
                <a:lnTo>
                  <a:pt x="223" y="441"/>
                </a:lnTo>
                <a:lnTo>
                  <a:pt x="220" y="449"/>
                </a:lnTo>
                <a:lnTo>
                  <a:pt x="219" y="458"/>
                </a:lnTo>
                <a:lnTo>
                  <a:pt x="219" y="467"/>
                </a:lnTo>
                <a:lnTo>
                  <a:pt x="219" y="467"/>
                </a:lnTo>
                <a:lnTo>
                  <a:pt x="217" y="471"/>
                </a:lnTo>
                <a:lnTo>
                  <a:pt x="215" y="474"/>
                </a:lnTo>
                <a:lnTo>
                  <a:pt x="212" y="477"/>
                </a:lnTo>
                <a:lnTo>
                  <a:pt x="208" y="477"/>
                </a:lnTo>
                <a:lnTo>
                  <a:pt x="208" y="477"/>
                </a:lnTo>
                <a:lnTo>
                  <a:pt x="204" y="477"/>
                </a:lnTo>
                <a:lnTo>
                  <a:pt x="201" y="474"/>
                </a:lnTo>
                <a:lnTo>
                  <a:pt x="199" y="471"/>
                </a:lnTo>
                <a:lnTo>
                  <a:pt x="199" y="467"/>
                </a:lnTo>
                <a:lnTo>
                  <a:pt x="199" y="467"/>
                </a:lnTo>
                <a:lnTo>
                  <a:pt x="199" y="457"/>
                </a:lnTo>
                <a:lnTo>
                  <a:pt x="200" y="445"/>
                </a:lnTo>
                <a:lnTo>
                  <a:pt x="203" y="435"/>
                </a:lnTo>
                <a:lnTo>
                  <a:pt x="207" y="424"/>
                </a:lnTo>
                <a:lnTo>
                  <a:pt x="212" y="415"/>
                </a:lnTo>
                <a:lnTo>
                  <a:pt x="217" y="406"/>
                </a:lnTo>
                <a:lnTo>
                  <a:pt x="223" y="398"/>
                </a:lnTo>
                <a:lnTo>
                  <a:pt x="231" y="390"/>
                </a:lnTo>
                <a:lnTo>
                  <a:pt x="238" y="383"/>
                </a:lnTo>
                <a:lnTo>
                  <a:pt x="247" y="376"/>
                </a:lnTo>
                <a:lnTo>
                  <a:pt x="255" y="371"/>
                </a:lnTo>
                <a:lnTo>
                  <a:pt x="264" y="367"/>
                </a:lnTo>
                <a:lnTo>
                  <a:pt x="275" y="363"/>
                </a:lnTo>
                <a:lnTo>
                  <a:pt x="286" y="360"/>
                </a:lnTo>
                <a:lnTo>
                  <a:pt x="297" y="359"/>
                </a:lnTo>
                <a:lnTo>
                  <a:pt x="307" y="359"/>
                </a:lnTo>
                <a:lnTo>
                  <a:pt x="307" y="359"/>
                </a:lnTo>
                <a:lnTo>
                  <a:pt x="318" y="359"/>
                </a:lnTo>
                <a:lnTo>
                  <a:pt x="329" y="360"/>
                </a:lnTo>
                <a:lnTo>
                  <a:pt x="340" y="363"/>
                </a:lnTo>
                <a:lnTo>
                  <a:pt x="350" y="367"/>
                </a:lnTo>
                <a:lnTo>
                  <a:pt x="360" y="371"/>
                </a:lnTo>
                <a:lnTo>
                  <a:pt x="369" y="376"/>
                </a:lnTo>
                <a:lnTo>
                  <a:pt x="377" y="383"/>
                </a:lnTo>
                <a:lnTo>
                  <a:pt x="385" y="390"/>
                </a:lnTo>
                <a:lnTo>
                  <a:pt x="392" y="398"/>
                </a:lnTo>
                <a:lnTo>
                  <a:pt x="399" y="406"/>
                </a:lnTo>
                <a:lnTo>
                  <a:pt x="404" y="415"/>
                </a:lnTo>
                <a:lnTo>
                  <a:pt x="408" y="424"/>
                </a:lnTo>
                <a:lnTo>
                  <a:pt x="412" y="435"/>
                </a:lnTo>
                <a:lnTo>
                  <a:pt x="415" y="445"/>
                </a:lnTo>
                <a:lnTo>
                  <a:pt x="416" y="457"/>
                </a:lnTo>
                <a:lnTo>
                  <a:pt x="416" y="467"/>
                </a:lnTo>
                <a:lnTo>
                  <a:pt x="416" y="467"/>
                </a:lnTo>
                <a:lnTo>
                  <a:pt x="416" y="471"/>
                </a:lnTo>
                <a:lnTo>
                  <a:pt x="414" y="474"/>
                </a:lnTo>
                <a:lnTo>
                  <a:pt x="411" y="477"/>
                </a:lnTo>
                <a:lnTo>
                  <a:pt x="407" y="477"/>
                </a:lnTo>
                <a:lnTo>
                  <a:pt x="407" y="477"/>
                </a:lnTo>
                <a:close/>
                <a:moveTo>
                  <a:pt x="462" y="218"/>
                </a:moveTo>
                <a:lnTo>
                  <a:pt x="372" y="267"/>
                </a:lnTo>
                <a:lnTo>
                  <a:pt x="372" y="267"/>
                </a:lnTo>
                <a:lnTo>
                  <a:pt x="366" y="269"/>
                </a:lnTo>
                <a:lnTo>
                  <a:pt x="366" y="269"/>
                </a:lnTo>
                <a:lnTo>
                  <a:pt x="362" y="267"/>
                </a:lnTo>
                <a:lnTo>
                  <a:pt x="358" y="263"/>
                </a:lnTo>
                <a:lnTo>
                  <a:pt x="358" y="263"/>
                </a:lnTo>
                <a:lnTo>
                  <a:pt x="357" y="259"/>
                </a:lnTo>
                <a:lnTo>
                  <a:pt x="357" y="257"/>
                </a:lnTo>
                <a:lnTo>
                  <a:pt x="360" y="253"/>
                </a:lnTo>
                <a:lnTo>
                  <a:pt x="362" y="250"/>
                </a:lnTo>
                <a:lnTo>
                  <a:pt x="451" y="200"/>
                </a:lnTo>
                <a:lnTo>
                  <a:pt x="451" y="200"/>
                </a:lnTo>
                <a:lnTo>
                  <a:pt x="455" y="199"/>
                </a:lnTo>
                <a:lnTo>
                  <a:pt x="459" y="200"/>
                </a:lnTo>
                <a:lnTo>
                  <a:pt x="463" y="202"/>
                </a:lnTo>
                <a:lnTo>
                  <a:pt x="465" y="204"/>
                </a:lnTo>
                <a:lnTo>
                  <a:pt x="465" y="204"/>
                </a:lnTo>
                <a:lnTo>
                  <a:pt x="466" y="208"/>
                </a:lnTo>
                <a:lnTo>
                  <a:pt x="466" y="212"/>
                </a:lnTo>
                <a:lnTo>
                  <a:pt x="465" y="215"/>
                </a:lnTo>
                <a:lnTo>
                  <a:pt x="462" y="218"/>
                </a:lnTo>
                <a:lnTo>
                  <a:pt x="462" y="218"/>
                </a:lnTo>
                <a:close/>
              </a:path>
            </a:pathLst>
          </a:custGeom>
          <a:solidFill>
            <a:schemeClr val="bg1"/>
          </a:solidFill>
          <a:ln>
            <a:solidFill>
              <a:schemeClr val="tx1"/>
            </a:solid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sz="1800" b="0" i="0" u="none" strike="noStrike" kern="1200" cap="none" spc="0" normalizeH="0" baseline="0" noProof="0">
              <a:ln>
                <a:noFill/>
              </a:ln>
              <a:solidFill>
                <a:srgbClr val="000000"/>
              </a:solidFill>
              <a:effectLst/>
              <a:uLnTx/>
              <a:uFillTx/>
              <a:latin typeface="Open Sans"/>
              <a:ea typeface="+mn-ea"/>
              <a:cs typeface="+mn-cs"/>
            </a:endParaRPr>
          </a:p>
        </p:txBody>
      </p:sp>
      <p:sp>
        <p:nvSpPr>
          <p:cNvPr id="277" name="Rectangle 276"/>
          <p:cNvSpPr/>
          <p:nvPr/>
        </p:nvSpPr>
        <p:spPr>
          <a:xfrm>
            <a:off x="628649" y="4650296"/>
            <a:ext cx="850669" cy="333159"/>
          </a:xfrm>
          <a:prstGeom prst="rect">
            <a:avLst/>
          </a:prstGeom>
          <a:solidFill>
            <a:schemeClr val="bg1">
              <a:lumMod val="75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r-BE" sz="900" b="1" i="0" u="none" strike="noStrike" kern="1200" cap="none" spc="0" normalizeH="0" baseline="0" noProof="0" dirty="0">
                <a:ln>
                  <a:noFill/>
                </a:ln>
                <a:solidFill>
                  <a:srgbClr val="000000"/>
                </a:solidFill>
                <a:effectLst/>
                <a:uLnTx/>
                <a:uFillTx/>
                <a:latin typeface="Open Sans"/>
                <a:ea typeface="+mn-ea"/>
                <a:cs typeface="+mn-cs"/>
              </a:rPr>
              <a:t>EMOTIONS</a:t>
            </a:r>
          </a:p>
        </p:txBody>
      </p:sp>
      <p:sp>
        <p:nvSpPr>
          <p:cNvPr id="119" name="Rounded Rectangle 1">
            <a:extLst>
              <a:ext uri="{FF2B5EF4-FFF2-40B4-BE49-F238E27FC236}">
                <a16:creationId xmlns:a16="http://schemas.microsoft.com/office/drawing/2014/main" id="{6BE9C814-E3A0-4305-BB6F-78530C5999AA}"/>
              </a:ext>
            </a:extLst>
          </p:cNvPr>
          <p:cNvSpPr/>
          <p:nvPr/>
        </p:nvSpPr>
        <p:spPr>
          <a:xfrm>
            <a:off x="9057954" y="430637"/>
            <a:ext cx="2577575" cy="314217"/>
          </a:xfrm>
          <a:prstGeom prst="roundRect">
            <a:avLst>
              <a:gd name="adj" fmla="val 50000"/>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BE" sz="1000" b="1" i="0" u="none" strike="noStrike" kern="1200" cap="none" spc="0" normalizeH="0" baseline="0" noProof="0" dirty="0">
                <a:ln>
                  <a:noFill/>
                </a:ln>
                <a:solidFill>
                  <a:srgbClr val="000000"/>
                </a:solidFill>
                <a:effectLst/>
                <a:uLnTx/>
                <a:uFillTx/>
                <a:latin typeface="Source Sans Pro" panose="020B0503030403020204" pitchFamily="34" charset="0"/>
                <a:ea typeface="Source Sans Pro" panose="020B0503030403020204" pitchFamily="34" charset="0"/>
                <a:cs typeface="+mn-cs"/>
              </a:rPr>
              <a:t>Propriétaire bailleur</a:t>
            </a:r>
          </a:p>
        </p:txBody>
      </p:sp>
      <p:sp>
        <p:nvSpPr>
          <p:cNvPr id="164" name="Rectangle 163">
            <a:extLst>
              <a:ext uri="{FF2B5EF4-FFF2-40B4-BE49-F238E27FC236}">
                <a16:creationId xmlns:a16="http://schemas.microsoft.com/office/drawing/2014/main" id="{4CFBED4D-CE3B-4DFB-BE05-9F6CA13D6814}"/>
              </a:ext>
            </a:extLst>
          </p:cNvPr>
          <p:cNvSpPr/>
          <p:nvPr/>
        </p:nvSpPr>
        <p:spPr>
          <a:xfrm>
            <a:off x="1552574" y="3246229"/>
            <a:ext cx="2376000" cy="333159"/>
          </a:xfrm>
          <a:prstGeom prst="rect">
            <a:avLst/>
          </a:prstGeom>
          <a:solidFill>
            <a:schemeClr val="bg1">
              <a:lumMod val="95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sz="900" b="0" i="0" u="none" strike="noStrike" kern="1200" cap="none" spc="0" normalizeH="0" baseline="0" noProof="0">
              <a:ln>
                <a:noFill/>
              </a:ln>
              <a:solidFill>
                <a:srgbClr val="000000"/>
              </a:solidFill>
              <a:effectLst/>
              <a:uLnTx/>
              <a:uFillTx/>
              <a:latin typeface="Open Sans"/>
              <a:ea typeface="+mn-ea"/>
              <a:cs typeface="+mn-cs"/>
            </a:endParaRPr>
          </a:p>
        </p:txBody>
      </p:sp>
      <p:sp>
        <p:nvSpPr>
          <p:cNvPr id="78" name="Rectangle 77">
            <a:extLst>
              <a:ext uri="{FF2B5EF4-FFF2-40B4-BE49-F238E27FC236}">
                <a16:creationId xmlns:a16="http://schemas.microsoft.com/office/drawing/2014/main" id="{FF63E7B4-B079-4915-84BE-1918EBDFD77A}"/>
              </a:ext>
            </a:extLst>
          </p:cNvPr>
          <p:cNvSpPr/>
          <p:nvPr/>
        </p:nvSpPr>
        <p:spPr>
          <a:xfrm>
            <a:off x="8876637" y="1458878"/>
            <a:ext cx="2376000" cy="276225"/>
          </a:xfrm>
          <a:prstGeom prst="rect">
            <a:avLst/>
          </a:prstGeom>
          <a:solidFill>
            <a:schemeClr val="bg1">
              <a:lumMod val="95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lIns="180000" rtlCol="0" anchor="ctr"/>
          <a:lstStyle/>
          <a:p>
            <a:pPr lvl="0">
              <a:defRPr/>
            </a:pPr>
            <a:r>
              <a:rPr lang="fr-BE" sz="900" b="1" dirty="0">
                <a:solidFill>
                  <a:srgbClr val="000000"/>
                </a:solidFill>
              </a:rPr>
              <a:t>J’ai une question, je contacte l’administration</a:t>
            </a:r>
          </a:p>
        </p:txBody>
      </p:sp>
      <p:sp>
        <p:nvSpPr>
          <p:cNvPr id="79" name="Rectangle 78">
            <a:extLst>
              <a:ext uri="{FF2B5EF4-FFF2-40B4-BE49-F238E27FC236}">
                <a16:creationId xmlns:a16="http://schemas.microsoft.com/office/drawing/2014/main" id="{2D8F6EAF-855A-47F5-9899-2567184D63F3}"/>
              </a:ext>
            </a:extLst>
          </p:cNvPr>
          <p:cNvSpPr/>
          <p:nvPr/>
        </p:nvSpPr>
        <p:spPr>
          <a:xfrm>
            <a:off x="8876637" y="1802413"/>
            <a:ext cx="2376000" cy="1388100"/>
          </a:xfrm>
          <a:prstGeom prst="rect">
            <a:avLst/>
          </a:prstGeom>
          <a:solidFill>
            <a:schemeClr val="bg1">
              <a:lumMod val="95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sz="900" b="0" i="0" u="none" strike="noStrike" kern="1200" cap="none" spc="0" normalizeH="0" baseline="0" noProof="0">
              <a:ln>
                <a:noFill/>
              </a:ln>
              <a:solidFill>
                <a:srgbClr val="000000"/>
              </a:solidFill>
              <a:effectLst/>
              <a:uLnTx/>
              <a:uFillTx/>
              <a:latin typeface="Open Sans"/>
              <a:ea typeface="+mn-ea"/>
              <a:cs typeface="+mn-cs"/>
            </a:endParaRPr>
          </a:p>
        </p:txBody>
      </p:sp>
      <p:sp>
        <p:nvSpPr>
          <p:cNvPr id="81" name="Rectangle 80">
            <a:extLst>
              <a:ext uri="{FF2B5EF4-FFF2-40B4-BE49-F238E27FC236}">
                <a16:creationId xmlns:a16="http://schemas.microsoft.com/office/drawing/2014/main" id="{D6D82A06-51E7-45AF-B2A0-F39EC1009A5D}"/>
              </a:ext>
            </a:extLst>
          </p:cNvPr>
          <p:cNvSpPr/>
          <p:nvPr/>
        </p:nvSpPr>
        <p:spPr>
          <a:xfrm>
            <a:off x="8876637" y="3246228"/>
            <a:ext cx="2376000" cy="333159"/>
          </a:xfrm>
          <a:prstGeom prst="rect">
            <a:avLst/>
          </a:prstGeom>
          <a:solidFill>
            <a:schemeClr val="bg1">
              <a:lumMod val="95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sz="900" b="0" i="0" u="none" strike="noStrike" kern="1200" cap="none" spc="0" normalizeH="0" baseline="0" noProof="0">
              <a:ln>
                <a:noFill/>
              </a:ln>
              <a:solidFill>
                <a:srgbClr val="000000"/>
              </a:solidFill>
              <a:effectLst/>
              <a:uLnTx/>
              <a:uFillTx/>
              <a:latin typeface="Open Sans"/>
              <a:ea typeface="+mn-ea"/>
              <a:cs typeface="+mn-cs"/>
            </a:endParaRPr>
          </a:p>
        </p:txBody>
      </p:sp>
      <p:grpSp>
        <p:nvGrpSpPr>
          <p:cNvPr id="5" name="Groupe 4">
            <a:extLst>
              <a:ext uri="{FF2B5EF4-FFF2-40B4-BE49-F238E27FC236}">
                <a16:creationId xmlns:a16="http://schemas.microsoft.com/office/drawing/2014/main" id="{57ED774C-A71D-4FC8-9024-165BF6EFFD31}"/>
              </a:ext>
            </a:extLst>
          </p:cNvPr>
          <p:cNvGrpSpPr/>
          <p:nvPr/>
        </p:nvGrpSpPr>
        <p:grpSpPr>
          <a:xfrm>
            <a:off x="1718691" y="1957491"/>
            <a:ext cx="2137029" cy="251914"/>
            <a:chOff x="1718691" y="1835571"/>
            <a:chExt cx="2137029" cy="251914"/>
          </a:xfrm>
        </p:grpSpPr>
        <p:sp>
          <p:nvSpPr>
            <p:cNvPr id="122" name="Oval 55">
              <a:extLst>
                <a:ext uri="{FF2B5EF4-FFF2-40B4-BE49-F238E27FC236}">
                  <a16:creationId xmlns:a16="http://schemas.microsoft.com/office/drawing/2014/main" id="{600172B9-748D-499D-A0B2-04ADA328EE62}"/>
                </a:ext>
              </a:extLst>
            </p:cNvPr>
            <p:cNvSpPr>
              <a:spLocks noChangeArrowheads="1"/>
            </p:cNvSpPr>
            <p:nvPr/>
          </p:nvSpPr>
          <p:spPr bwMode="auto">
            <a:xfrm>
              <a:off x="1718691" y="1889528"/>
              <a:ext cx="144000" cy="144000"/>
            </a:xfrm>
            <a:prstGeom prst="ellipse">
              <a:avLst/>
            </a:prstGeom>
            <a:solidFill>
              <a:schemeClr val="accent4"/>
            </a:solidFill>
            <a:ln w="3175">
              <a:solidFill>
                <a:schemeClr val="accent2"/>
              </a:solidFill>
            </a:ln>
          </p:spPr>
          <p:txBody>
            <a:bodyPr lIns="0" rIns="0" anchor="ctr"/>
            <a:lstStyle>
              <a:lvl1pPr eaLnBrk="0" hangingPunct="0">
                <a:defRPr sz="2400">
                  <a:solidFill>
                    <a:schemeClr val="tx1"/>
                  </a:solidFill>
                  <a:latin typeface="Arial" pitchFamily="34" charset="0"/>
                  <a:cs typeface="Arial" pitchFamily="34" charset="0"/>
                </a:defRPr>
              </a:lvl1pPr>
              <a:lvl2pPr marL="742950" indent="-285750" eaLnBrk="0" hangingPunct="0">
                <a:defRPr sz="2400">
                  <a:solidFill>
                    <a:schemeClr val="tx1"/>
                  </a:solidFill>
                  <a:latin typeface="Arial" pitchFamily="34" charset="0"/>
                  <a:cs typeface="Arial" pitchFamily="34" charset="0"/>
                </a:defRPr>
              </a:lvl2pPr>
              <a:lvl3pPr marL="1143000" indent="-228600" eaLnBrk="0" hangingPunct="0">
                <a:defRPr sz="2400">
                  <a:solidFill>
                    <a:schemeClr val="tx1"/>
                  </a:solidFill>
                  <a:latin typeface="Arial" pitchFamily="34" charset="0"/>
                  <a:cs typeface="Arial" pitchFamily="34" charset="0"/>
                </a:defRPr>
              </a:lvl3pPr>
              <a:lvl4pPr marL="1600200" indent="-228600" eaLnBrk="0" hangingPunct="0">
                <a:defRPr sz="2400">
                  <a:solidFill>
                    <a:schemeClr val="tx1"/>
                  </a:solidFill>
                  <a:latin typeface="Arial" pitchFamily="34" charset="0"/>
                  <a:cs typeface="Arial" pitchFamily="34" charset="0"/>
                </a:defRPr>
              </a:lvl4pPr>
              <a:lvl5pPr marL="2057400" indent="-228600" eaLnBrk="0" hangingPunct="0">
                <a:defRPr sz="2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
                  <a:srgbClr val="323232"/>
                </a:buClr>
                <a:buSzPct val="75000"/>
                <a:buFontTx/>
                <a:buNone/>
                <a:tabLst/>
                <a:defRPr/>
              </a:pPr>
              <a:r>
                <a:rPr kumimoji="0" lang="fr-BE" altLang="en-US" sz="600" b="1" i="0" u="none" strike="noStrike" kern="1200" cap="none" spc="0" normalizeH="0" baseline="0" noProof="0" dirty="0">
                  <a:ln>
                    <a:noFill/>
                  </a:ln>
                  <a:solidFill>
                    <a:srgbClr val="000000"/>
                  </a:solidFill>
                  <a:effectLst/>
                  <a:uLnTx/>
                  <a:uFillTx/>
                  <a:latin typeface="Open Sans"/>
                  <a:ea typeface="+mn-ea"/>
                  <a:cs typeface="Open Sans"/>
                </a:rPr>
                <a:t>1</a:t>
              </a:r>
            </a:p>
          </p:txBody>
        </p:sp>
        <p:sp>
          <p:nvSpPr>
            <p:cNvPr id="123" name="Rectangle 122">
              <a:extLst>
                <a:ext uri="{FF2B5EF4-FFF2-40B4-BE49-F238E27FC236}">
                  <a16:creationId xmlns:a16="http://schemas.microsoft.com/office/drawing/2014/main" id="{2B6001DF-30D6-47EA-8499-05524257E067}"/>
                </a:ext>
              </a:extLst>
            </p:cNvPr>
            <p:cNvSpPr/>
            <p:nvPr/>
          </p:nvSpPr>
          <p:spPr>
            <a:xfrm>
              <a:off x="1862690" y="1835571"/>
              <a:ext cx="1993030" cy="25191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kumimoji="0" lang="fr-BE" sz="700" b="0" i="0" u="none" strike="noStrike" kern="1200" cap="none" spc="0" normalizeH="0" baseline="0" noProof="0" dirty="0">
                  <a:ln>
                    <a:noFill/>
                  </a:ln>
                  <a:solidFill>
                    <a:schemeClr val="tx1"/>
                  </a:solidFill>
                  <a:effectLst/>
                  <a:uLnTx/>
                  <a:uFillTx/>
                  <a:latin typeface="Open Sans"/>
                  <a:ea typeface="+mn-ea"/>
                  <a:cs typeface="+mn-cs"/>
                </a:rPr>
                <a:t>Je surfe sur plusieurs sites de logement </a:t>
              </a:r>
            </a:p>
          </p:txBody>
        </p:sp>
      </p:grpSp>
      <p:grpSp>
        <p:nvGrpSpPr>
          <p:cNvPr id="156" name="Groupe 155">
            <a:extLst>
              <a:ext uri="{FF2B5EF4-FFF2-40B4-BE49-F238E27FC236}">
                <a16:creationId xmlns:a16="http://schemas.microsoft.com/office/drawing/2014/main" id="{B3B0FE42-09C5-495F-867A-B46C27B4E324}"/>
              </a:ext>
            </a:extLst>
          </p:cNvPr>
          <p:cNvGrpSpPr/>
          <p:nvPr/>
        </p:nvGrpSpPr>
        <p:grpSpPr>
          <a:xfrm>
            <a:off x="1718691" y="2342468"/>
            <a:ext cx="2137029" cy="251914"/>
            <a:chOff x="1718691" y="1835571"/>
            <a:chExt cx="2137029" cy="251914"/>
          </a:xfrm>
        </p:grpSpPr>
        <p:sp>
          <p:nvSpPr>
            <p:cNvPr id="157" name="Oval 55">
              <a:extLst>
                <a:ext uri="{FF2B5EF4-FFF2-40B4-BE49-F238E27FC236}">
                  <a16:creationId xmlns:a16="http://schemas.microsoft.com/office/drawing/2014/main" id="{29F82567-876E-4255-B782-8D33B829855C}"/>
                </a:ext>
              </a:extLst>
            </p:cNvPr>
            <p:cNvSpPr>
              <a:spLocks noChangeArrowheads="1"/>
            </p:cNvSpPr>
            <p:nvPr/>
          </p:nvSpPr>
          <p:spPr bwMode="auto">
            <a:xfrm>
              <a:off x="1718691" y="1889528"/>
              <a:ext cx="144000" cy="144000"/>
            </a:xfrm>
            <a:prstGeom prst="ellipse">
              <a:avLst/>
            </a:prstGeom>
            <a:solidFill>
              <a:schemeClr val="accent4"/>
            </a:solidFill>
            <a:ln w="3175">
              <a:solidFill>
                <a:schemeClr val="accent2"/>
              </a:solidFill>
            </a:ln>
          </p:spPr>
          <p:txBody>
            <a:bodyPr lIns="0" rIns="0" anchor="ctr"/>
            <a:lstStyle>
              <a:lvl1pPr eaLnBrk="0" hangingPunct="0">
                <a:defRPr sz="2400">
                  <a:solidFill>
                    <a:schemeClr val="tx1"/>
                  </a:solidFill>
                  <a:latin typeface="Arial" pitchFamily="34" charset="0"/>
                  <a:cs typeface="Arial" pitchFamily="34" charset="0"/>
                </a:defRPr>
              </a:lvl1pPr>
              <a:lvl2pPr marL="742950" indent="-285750" eaLnBrk="0" hangingPunct="0">
                <a:defRPr sz="2400">
                  <a:solidFill>
                    <a:schemeClr val="tx1"/>
                  </a:solidFill>
                  <a:latin typeface="Arial" pitchFamily="34" charset="0"/>
                  <a:cs typeface="Arial" pitchFamily="34" charset="0"/>
                </a:defRPr>
              </a:lvl2pPr>
              <a:lvl3pPr marL="1143000" indent="-228600" eaLnBrk="0" hangingPunct="0">
                <a:defRPr sz="2400">
                  <a:solidFill>
                    <a:schemeClr val="tx1"/>
                  </a:solidFill>
                  <a:latin typeface="Arial" pitchFamily="34" charset="0"/>
                  <a:cs typeface="Arial" pitchFamily="34" charset="0"/>
                </a:defRPr>
              </a:lvl3pPr>
              <a:lvl4pPr marL="1600200" indent="-228600" eaLnBrk="0" hangingPunct="0">
                <a:defRPr sz="2400">
                  <a:solidFill>
                    <a:schemeClr val="tx1"/>
                  </a:solidFill>
                  <a:latin typeface="Arial" pitchFamily="34" charset="0"/>
                  <a:cs typeface="Arial" pitchFamily="34" charset="0"/>
                </a:defRPr>
              </a:lvl4pPr>
              <a:lvl5pPr marL="2057400" indent="-228600" eaLnBrk="0" hangingPunct="0">
                <a:defRPr sz="2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
                  <a:srgbClr val="323232"/>
                </a:buClr>
                <a:buSzPct val="75000"/>
                <a:buFontTx/>
                <a:buNone/>
                <a:tabLst/>
                <a:defRPr/>
              </a:pPr>
              <a:r>
                <a:rPr kumimoji="0" lang="fr-BE" altLang="en-US" sz="600" b="1" i="0" u="none" strike="noStrike" kern="1200" cap="none" spc="0" normalizeH="0" baseline="0" noProof="0" dirty="0">
                  <a:ln>
                    <a:noFill/>
                  </a:ln>
                  <a:solidFill>
                    <a:srgbClr val="000000"/>
                  </a:solidFill>
                  <a:effectLst/>
                  <a:uLnTx/>
                  <a:uFillTx/>
                  <a:latin typeface="Open Sans"/>
                  <a:ea typeface="+mn-ea"/>
                  <a:cs typeface="Open Sans"/>
                </a:rPr>
                <a:t>2</a:t>
              </a:r>
            </a:p>
          </p:txBody>
        </p:sp>
        <p:sp>
          <p:nvSpPr>
            <p:cNvPr id="158" name="Rectangle 157">
              <a:extLst>
                <a:ext uri="{FF2B5EF4-FFF2-40B4-BE49-F238E27FC236}">
                  <a16:creationId xmlns:a16="http://schemas.microsoft.com/office/drawing/2014/main" id="{7A353DAF-E53C-4E63-B0F5-3B972A49BAF6}"/>
                </a:ext>
              </a:extLst>
            </p:cNvPr>
            <p:cNvSpPr/>
            <p:nvPr/>
          </p:nvSpPr>
          <p:spPr>
            <a:xfrm>
              <a:off x="1862690" y="1835571"/>
              <a:ext cx="1993030" cy="25191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fr-BE" sz="700" dirty="0">
                  <a:solidFill>
                    <a:sysClr val="windowText" lastClr="000000"/>
                  </a:solidFill>
                  <a:latin typeface="Open Sans"/>
                </a:rPr>
                <a:t>J’arrive </a:t>
              </a:r>
              <a:r>
                <a:rPr kumimoji="0" lang="fr-BE" sz="700" b="0" i="0" u="none" strike="noStrike" kern="1200" cap="none" spc="0" normalizeH="0" baseline="0" noProof="0" dirty="0">
                  <a:ln>
                    <a:noFill/>
                  </a:ln>
                  <a:solidFill>
                    <a:sysClr val="windowText" lastClr="000000"/>
                  </a:solidFill>
                  <a:effectLst/>
                  <a:uLnTx/>
                  <a:uFillTx/>
                  <a:latin typeface="Open Sans"/>
                  <a:ea typeface="+mn-ea"/>
                  <a:cs typeface="+mn-cs"/>
                </a:rPr>
                <a:t>sur </a:t>
              </a:r>
              <a:r>
                <a:rPr kumimoji="0" lang="fr-BE" sz="700" b="0" i="0" u="none" strike="noStrike" kern="1200" cap="none" spc="0" normalizeH="0" baseline="0" noProof="0" dirty="0" err="1">
                  <a:ln>
                    <a:noFill/>
                  </a:ln>
                  <a:solidFill>
                    <a:sysClr val="windowText" lastClr="000000"/>
                  </a:solidFill>
                  <a:effectLst/>
                  <a:uLnTx/>
                  <a:uFillTx/>
                  <a:latin typeface="Open Sans"/>
                  <a:ea typeface="+mn-ea"/>
                  <a:cs typeface="+mn-cs"/>
                </a:rPr>
                <a:t>logement.brussels</a:t>
              </a:r>
              <a:r>
                <a:rPr kumimoji="0" lang="fr-BE" sz="700" b="0" i="0" u="none" strike="noStrike" kern="1200" cap="none" spc="0" normalizeH="0" baseline="0" noProof="0" dirty="0">
                  <a:ln>
                    <a:noFill/>
                  </a:ln>
                  <a:solidFill>
                    <a:sysClr val="windowText" lastClr="000000"/>
                  </a:solidFill>
                  <a:effectLst/>
                  <a:uLnTx/>
                  <a:uFillTx/>
                  <a:latin typeface="Open Sans"/>
                  <a:ea typeface="+mn-ea"/>
                  <a:cs typeface="+mn-cs"/>
                </a:rPr>
                <a:t>. </a:t>
              </a:r>
            </a:p>
          </p:txBody>
        </p:sp>
      </p:grpSp>
      <p:grpSp>
        <p:nvGrpSpPr>
          <p:cNvPr id="70" name="Groupe 4">
            <a:extLst>
              <a:ext uri="{FF2B5EF4-FFF2-40B4-BE49-F238E27FC236}">
                <a16:creationId xmlns:a16="http://schemas.microsoft.com/office/drawing/2014/main" id="{F6051AB7-829E-41F5-93D4-12D1D6C438EF}"/>
              </a:ext>
            </a:extLst>
          </p:cNvPr>
          <p:cNvGrpSpPr/>
          <p:nvPr/>
        </p:nvGrpSpPr>
        <p:grpSpPr>
          <a:xfrm>
            <a:off x="4149366" y="1873671"/>
            <a:ext cx="2137029" cy="251914"/>
            <a:chOff x="1718691" y="1835571"/>
            <a:chExt cx="2137029" cy="251914"/>
          </a:xfrm>
        </p:grpSpPr>
        <p:sp>
          <p:nvSpPr>
            <p:cNvPr id="71" name="Oval 55">
              <a:extLst>
                <a:ext uri="{FF2B5EF4-FFF2-40B4-BE49-F238E27FC236}">
                  <a16:creationId xmlns:a16="http://schemas.microsoft.com/office/drawing/2014/main" id="{541AC330-8EAA-4F62-A72D-CA6458504BA7}"/>
                </a:ext>
              </a:extLst>
            </p:cNvPr>
            <p:cNvSpPr>
              <a:spLocks noChangeArrowheads="1"/>
            </p:cNvSpPr>
            <p:nvPr/>
          </p:nvSpPr>
          <p:spPr bwMode="auto">
            <a:xfrm>
              <a:off x="1718691" y="1889528"/>
              <a:ext cx="144000" cy="144000"/>
            </a:xfrm>
            <a:prstGeom prst="ellipse">
              <a:avLst/>
            </a:prstGeom>
            <a:solidFill>
              <a:schemeClr val="accent4"/>
            </a:solidFill>
            <a:ln w="3175">
              <a:solidFill>
                <a:schemeClr val="accent2"/>
              </a:solidFill>
            </a:ln>
          </p:spPr>
          <p:txBody>
            <a:bodyPr lIns="0" rIns="0" anchor="ctr"/>
            <a:lstStyle>
              <a:lvl1pPr eaLnBrk="0" hangingPunct="0">
                <a:defRPr sz="2400">
                  <a:solidFill>
                    <a:schemeClr val="tx1"/>
                  </a:solidFill>
                  <a:latin typeface="Arial" pitchFamily="34" charset="0"/>
                  <a:cs typeface="Arial" pitchFamily="34" charset="0"/>
                </a:defRPr>
              </a:lvl1pPr>
              <a:lvl2pPr marL="742950" indent="-285750" eaLnBrk="0" hangingPunct="0">
                <a:defRPr sz="2400">
                  <a:solidFill>
                    <a:schemeClr val="tx1"/>
                  </a:solidFill>
                  <a:latin typeface="Arial" pitchFamily="34" charset="0"/>
                  <a:cs typeface="Arial" pitchFamily="34" charset="0"/>
                </a:defRPr>
              </a:lvl2pPr>
              <a:lvl3pPr marL="1143000" indent="-228600" eaLnBrk="0" hangingPunct="0">
                <a:defRPr sz="2400">
                  <a:solidFill>
                    <a:schemeClr val="tx1"/>
                  </a:solidFill>
                  <a:latin typeface="Arial" pitchFamily="34" charset="0"/>
                  <a:cs typeface="Arial" pitchFamily="34" charset="0"/>
                </a:defRPr>
              </a:lvl3pPr>
              <a:lvl4pPr marL="1600200" indent="-228600" eaLnBrk="0" hangingPunct="0">
                <a:defRPr sz="2400">
                  <a:solidFill>
                    <a:schemeClr val="tx1"/>
                  </a:solidFill>
                  <a:latin typeface="Arial" pitchFamily="34" charset="0"/>
                  <a:cs typeface="Arial" pitchFamily="34" charset="0"/>
                </a:defRPr>
              </a:lvl4pPr>
              <a:lvl5pPr marL="2057400" indent="-228600" eaLnBrk="0" hangingPunct="0">
                <a:defRPr sz="2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
                  <a:srgbClr val="323232"/>
                </a:buClr>
                <a:buSzPct val="75000"/>
                <a:buFontTx/>
                <a:buNone/>
                <a:tabLst/>
                <a:defRPr/>
              </a:pPr>
              <a:r>
                <a:rPr kumimoji="0" lang="fr-BE" altLang="en-US" sz="600" b="1" i="0" u="none" strike="noStrike" kern="1200" cap="none" spc="0" normalizeH="0" baseline="0" noProof="0" dirty="0">
                  <a:ln>
                    <a:noFill/>
                  </a:ln>
                  <a:solidFill>
                    <a:srgbClr val="000000"/>
                  </a:solidFill>
                  <a:effectLst/>
                  <a:uLnTx/>
                  <a:uFillTx/>
                  <a:latin typeface="Open Sans"/>
                  <a:ea typeface="+mn-ea"/>
                  <a:cs typeface="Open Sans"/>
                </a:rPr>
                <a:t>3</a:t>
              </a:r>
            </a:p>
          </p:txBody>
        </p:sp>
        <p:sp>
          <p:nvSpPr>
            <p:cNvPr id="72" name="Rectangle 71">
              <a:extLst>
                <a:ext uri="{FF2B5EF4-FFF2-40B4-BE49-F238E27FC236}">
                  <a16:creationId xmlns:a16="http://schemas.microsoft.com/office/drawing/2014/main" id="{98FBDA70-DCAC-435B-BB24-F191B7B9C215}"/>
                </a:ext>
              </a:extLst>
            </p:cNvPr>
            <p:cNvSpPr/>
            <p:nvPr/>
          </p:nvSpPr>
          <p:spPr>
            <a:xfrm>
              <a:off x="1862690" y="1835571"/>
              <a:ext cx="1993030" cy="25191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fr-BE" sz="700" dirty="0">
                  <a:solidFill>
                    <a:sysClr val="windowText" lastClr="000000"/>
                  </a:solidFill>
                </a:rPr>
                <a:t>J’utilise la barre de recherche et tape « document location »</a:t>
              </a:r>
            </a:p>
          </p:txBody>
        </p:sp>
      </p:grpSp>
      <p:grpSp>
        <p:nvGrpSpPr>
          <p:cNvPr id="73" name="Groupe 4">
            <a:extLst>
              <a:ext uri="{FF2B5EF4-FFF2-40B4-BE49-F238E27FC236}">
                <a16:creationId xmlns:a16="http://schemas.microsoft.com/office/drawing/2014/main" id="{ECF31E31-20CA-4717-A11A-36B3FF162587}"/>
              </a:ext>
            </a:extLst>
          </p:cNvPr>
          <p:cNvGrpSpPr/>
          <p:nvPr/>
        </p:nvGrpSpPr>
        <p:grpSpPr>
          <a:xfrm>
            <a:off x="4149366" y="2212020"/>
            <a:ext cx="2137029" cy="587349"/>
            <a:chOff x="1718691" y="1835571"/>
            <a:chExt cx="2137029" cy="587349"/>
          </a:xfrm>
        </p:grpSpPr>
        <p:sp>
          <p:nvSpPr>
            <p:cNvPr id="74" name="Oval 55">
              <a:extLst>
                <a:ext uri="{FF2B5EF4-FFF2-40B4-BE49-F238E27FC236}">
                  <a16:creationId xmlns:a16="http://schemas.microsoft.com/office/drawing/2014/main" id="{1195FCBF-04FA-4A32-B450-C160C6FB205B}"/>
                </a:ext>
              </a:extLst>
            </p:cNvPr>
            <p:cNvSpPr>
              <a:spLocks noChangeArrowheads="1"/>
            </p:cNvSpPr>
            <p:nvPr/>
          </p:nvSpPr>
          <p:spPr bwMode="auto">
            <a:xfrm>
              <a:off x="1718691" y="1889528"/>
              <a:ext cx="144000" cy="144000"/>
            </a:xfrm>
            <a:prstGeom prst="ellipse">
              <a:avLst/>
            </a:prstGeom>
            <a:solidFill>
              <a:schemeClr val="accent4"/>
            </a:solidFill>
            <a:ln w="3175">
              <a:solidFill>
                <a:schemeClr val="accent2"/>
              </a:solidFill>
            </a:ln>
          </p:spPr>
          <p:txBody>
            <a:bodyPr lIns="0" rIns="0" anchor="ctr"/>
            <a:lstStyle>
              <a:lvl1pPr eaLnBrk="0" hangingPunct="0">
                <a:defRPr sz="2400">
                  <a:solidFill>
                    <a:schemeClr val="tx1"/>
                  </a:solidFill>
                  <a:latin typeface="Arial" pitchFamily="34" charset="0"/>
                  <a:cs typeface="Arial" pitchFamily="34" charset="0"/>
                </a:defRPr>
              </a:lvl1pPr>
              <a:lvl2pPr marL="742950" indent="-285750" eaLnBrk="0" hangingPunct="0">
                <a:defRPr sz="2400">
                  <a:solidFill>
                    <a:schemeClr val="tx1"/>
                  </a:solidFill>
                  <a:latin typeface="Arial" pitchFamily="34" charset="0"/>
                  <a:cs typeface="Arial" pitchFamily="34" charset="0"/>
                </a:defRPr>
              </a:lvl2pPr>
              <a:lvl3pPr marL="1143000" indent="-228600" eaLnBrk="0" hangingPunct="0">
                <a:defRPr sz="2400">
                  <a:solidFill>
                    <a:schemeClr val="tx1"/>
                  </a:solidFill>
                  <a:latin typeface="Arial" pitchFamily="34" charset="0"/>
                  <a:cs typeface="Arial" pitchFamily="34" charset="0"/>
                </a:defRPr>
              </a:lvl3pPr>
              <a:lvl4pPr marL="1600200" indent="-228600" eaLnBrk="0" hangingPunct="0">
                <a:defRPr sz="2400">
                  <a:solidFill>
                    <a:schemeClr val="tx1"/>
                  </a:solidFill>
                  <a:latin typeface="Arial" pitchFamily="34" charset="0"/>
                  <a:cs typeface="Arial" pitchFamily="34" charset="0"/>
                </a:defRPr>
              </a:lvl4pPr>
              <a:lvl5pPr marL="2057400" indent="-228600" eaLnBrk="0" hangingPunct="0">
                <a:defRPr sz="2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
                  <a:srgbClr val="323232"/>
                </a:buClr>
                <a:buSzPct val="75000"/>
                <a:buFontTx/>
                <a:buNone/>
                <a:tabLst/>
                <a:defRPr/>
              </a:pPr>
              <a:r>
                <a:rPr lang="fr-BE" altLang="en-US" sz="600" b="1" dirty="0">
                  <a:solidFill>
                    <a:srgbClr val="000000"/>
                  </a:solidFill>
                  <a:latin typeface="Open Sans"/>
                  <a:cs typeface="Open Sans"/>
                </a:rPr>
                <a:t>4</a:t>
              </a:r>
              <a:endParaRPr kumimoji="0" lang="fr-BE" altLang="en-US" sz="600" b="1" i="0" u="none" strike="noStrike" kern="1200" cap="none" spc="0" normalizeH="0" baseline="0" noProof="0" dirty="0">
                <a:ln>
                  <a:noFill/>
                </a:ln>
                <a:solidFill>
                  <a:srgbClr val="000000"/>
                </a:solidFill>
                <a:effectLst/>
                <a:uLnTx/>
                <a:uFillTx/>
                <a:latin typeface="Open Sans"/>
                <a:ea typeface="+mn-ea"/>
                <a:cs typeface="Open Sans"/>
              </a:endParaRPr>
            </a:p>
          </p:txBody>
        </p:sp>
        <p:sp>
          <p:nvSpPr>
            <p:cNvPr id="75" name="Rectangle 74">
              <a:extLst>
                <a:ext uri="{FF2B5EF4-FFF2-40B4-BE49-F238E27FC236}">
                  <a16:creationId xmlns:a16="http://schemas.microsoft.com/office/drawing/2014/main" id="{DFD1CF2B-1906-4444-B790-0CFB441D91C3}"/>
                </a:ext>
              </a:extLst>
            </p:cNvPr>
            <p:cNvSpPr/>
            <p:nvPr/>
          </p:nvSpPr>
          <p:spPr>
            <a:xfrm>
              <a:off x="1862690" y="1835571"/>
              <a:ext cx="1993030" cy="25191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fr-BE" sz="700" dirty="0">
                  <a:solidFill>
                    <a:sysClr val="windowText" lastClr="000000"/>
                  </a:solidFill>
                </a:rPr>
                <a:t>Je clique sur « Louer » dans le menu principal.</a:t>
              </a:r>
            </a:p>
          </p:txBody>
        </p:sp>
        <p:sp>
          <p:nvSpPr>
            <p:cNvPr id="160" name="Rectangle 159">
              <a:extLst>
                <a:ext uri="{FF2B5EF4-FFF2-40B4-BE49-F238E27FC236}">
                  <a16:creationId xmlns:a16="http://schemas.microsoft.com/office/drawing/2014/main" id="{DF80F3D6-D381-4794-999C-26A2FFB08EFF}"/>
                </a:ext>
              </a:extLst>
            </p:cNvPr>
            <p:cNvSpPr/>
            <p:nvPr/>
          </p:nvSpPr>
          <p:spPr>
            <a:xfrm>
              <a:off x="1855782" y="2171006"/>
              <a:ext cx="1993030" cy="25191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fr-BE" sz="700" dirty="0">
                  <a:solidFill>
                    <a:sysClr val="windowText" lastClr="000000"/>
                  </a:solidFill>
                </a:rPr>
                <a:t>Je lis tout le contenu de cette rubrique</a:t>
              </a:r>
            </a:p>
          </p:txBody>
        </p:sp>
      </p:grpSp>
      <p:grpSp>
        <p:nvGrpSpPr>
          <p:cNvPr id="76" name="Groupe 4">
            <a:extLst>
              <a:ext uri="{FF2B5EF4-FFF2-40B4-BE49-F238E27FC236}">
                <a16:creationId xmlns:a16="http://schemas.microsoft.com/office/drawing/2014/main" id="{91A3B5F4-BA3A-4335-8D0A-EA0E26C71FB6}"/>
              </a:ext>
            </a:extLst>
          </p:cNvPr>
          <p:cNvGrpSpPr/>
          <p:nvPr/>
        </p:nvGrpSpPr>
        <p:grpSpPr>
          <a:xfrm>
            <a:off x="4149366" y="2550369"/>
            <a:ext cx="2137029" cy="251914"/>
            <a:chOff x="1718691" y="1835571"/>
            <a:chExt cx="2137029" cy="251914"/>
          </a:xfrm>
        </p:grpSpPr>
        <p:sp>
          <p:nvSpPr>
            <p:cNvPr id="77" name="Oval 55">
              <a:extLst>
                <a:ext uri="{FF2B5EF4-FFF2-40B4-BE49-F238E27FC236}">
                  <a16:creationId xmlns:a16="http://schemas.microsoft.com/office/drawing/2014/main" id="{54EF1EC8-D743-4F5C-83A5-A70B28D03B59}"/>
                </a:ext>
              </a:extLst>
            </p:cNvPr>
            <p:cNvSpPr>
              <a:spLocks noChangeArrowheads="1"/>
            </p:cNvSpPr>
            <p:nvPr/>
          </p:nvSpPr>
          <p:spPr bwMode="auto">
            <a:xfrm>
              <a:off x="1718691" y="1889528"/>
              <a:ext cx="144000" cy="144000"/>
            </a:xfrm>
            <a:prstGeom prst="ellipse">
              <a:avLst/>
            </a:prstGeom>
            <a:solidFill>
              <a:schemeClr val="accent4"/>
            </a:solidFill>
            <a:ln w="3175">
              <a:solidFill>
                <a:schemeClr val="accent2"/>
              </a:solidFill>
            </a:ln>
          </p:spPr>
          <p:txBody>
            <a:bodyPr lIns="0" rIns="0" anchor="ctr"/>
            <a:lstStyle>
              <a:lvl1pPr eaLnBrk="0" hangingPunct="0">
                <a:defRPr sz="2400">
                  <a:solidFill>
                    <a:schemeClr val="tx1"/>
                  </a:solidFill>
                  <a:latin typeface="Arial" pitchFamily="34" charset="0"/>
                  <a:cs typeface="Arial" pitchFamily="34" charset="0"/>
                </a:defRPr>
              </a:lvl1pPr>
              <a:lvl2pPr marL="742950" indent="-285750" eaLnBrk="0" hangingPunct="0">
                <a:defRPr sz="2400">
                  <a:solidFill>
                    <a:schemeClr val="tx1"/>
                  </a:solidFill>
                  <a:latin typeface="Arial" pitchFamily="34" charset="0"/>
                  <a:cs typeface="Arial" pitchFamily="34" charset="0"/>
                </a:defRPr>
              </a:lvl2pPr>
              <a:lvl3pPr marL="1143000" indent="-228600" eaLnBrk="0" hangingPunct="0">
                <a:defRPr sz="2400">
                  <a:solidFill>
                    <a:schemeClr val="tx1"/>
                  </a:solidFill>
                  <a:latin typeface="Arial" pitchFamily="34" charset="0"/>
                  <a:cs typeface="Arial" pitchFamily="34" charset="0"/>
                </a:defRPr>
              </a:lvl3pPr>
              <a:lvl4pPr marL="1600200" indent="-228600" eaLnBrk="0" hangingPunct="0">
                <a:defRPr sz="2400">
                  <a:solidFill>
                    <a:schemeClr val="tx1"/>
                  </a:solidFill>
                  <a:latin typeface="Arial" pitchFamily="34" charset="0"/>
                  <a:cs typeface="Arial" pitchFamily="34" charset="0"/>
                </a:defRPr>
              </a:lvl4pPr>
              <a:lvl5pPr marL="2057400" indent="-228600" eaLnBrk="0" hangingPunct="0">
                <a:defRPr sz="2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
                  <a:srgbClr val="323232"/>
                </a:buClr>
                <a:buSzPct val="75000"/>
                <a:buFontTx/>
                <a:buNone/>
                <a:tabLst/>
                <a:defRPr/>
              </a:pPr>
              <a:r>
                <a:rPr lang="fr-BE" altLang="en-US" sz="600" b="1" dirty="0">
                  <a:solidFill>
                    <a:srgbClr val="000000"/>
                  </a:solidFill>
                  <a:latin typeface="Open Sans"/>
                  <a:cs typeface="Open Sans"/>
                </a:rPr>
                <a:t>5</a:t>
              </a:r>
              <a:endParaRPr kumimoji="0" lang="fr-BE" altLang="en-US" sz="600" b="1" i="0" u="none" strike="noStrike" kern="1200" cap="none" spc="0" normalizeH="0" baseline="0" noProof="0" dirty="0">
                <a:ln>
                  <a:noFill/>
                </a:ln>
                <a:solidFill>
                  <a:srgbClr val="000000"/>
                </a:solidFill>
                <a:effectLst/>
                <a:uLnTx/>
                <a:uFillTx/>
                <a:latin typeface="Open Sans"/>
                <a:ea typeface="+mn-ea"/>
                <a:cs typeface="Open Sans"/>
              </a:endParaRPr>
            </a:p>
          </p:txBody>
        </p:sp>
        <p:sp>
          <p:nvSpPr>
            <p:cNvPr id="83" name="Rectangle 82">
              <a:extLst>
                <a:ext uri="{FF2B5EF4-FFF2-40B4-BE49-F238E27FC236}">
                  <a16:creationId xmlns:a16="http://schemas.microsoft.com/office/drawing/2014/main" id="{FC31EA69-9FAB-4AFC-8208-24FF4883BFEE}"/>
                </a:ext>
              </a:extLst>
            </p:cNvPr>
            <p:cNvSpPr/>
            <p:nvPr/>
          </p:nvSpPr>
          <p:spPr>
            <a:xfrm>
              <a:off x="1862690" y="1835571"/>
              <a:ext cx="1993030" cy="25191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sz="700" b="0" i="0" u="none" strike="noStrike" kern="1200" cap="none" spc="0" normalizeH="0" baseline="0" noProof="0">
                <a:ln>
                  <a:noFill/>
                </a:ln>
                <a:solidFill>
                  <a:sysClr val="windowText" lastClr="000000"/>
                </a:solidFill>
                <a:effectLst/>
                <a:uLnTx/>
                <a:uFillTx/>
                <a:latin typeface="Open Sans"/>
                <a:ea typeface="+mn-ea"/>
                <a:cs typeface="+mn-cs"/>
              </a:endParaRPr>
            </a:p>
          </p:txBody>
        </p:sp>
      </p:grpSp>
      <p:grpSp>
        <p:nvGrpSpPr>
          <p:cNvPr id="84" name="Groupe 4">
            <a:extLst>
              <a:ext uri="{FF2B5EF4-FFF2-40B4-BE49-F238E27FC236}">
                <a16:creationId xmlns:a16="http://schemas.microsoft.com/office/drawing/2014/main" id="{D2FEB56B-2B59-4B6B-9B5F-DD5425B29707}"/>
              </a:ext>
            </a:extLst>
          </p:cNvPr>
          <p:cNvGrpSpPr/>
          <p:nvPr/>
        </p:nvGrpSpPr>
        <p:grpSpPr>
          <a:xfrm>
            <a:off x="6556985" y="1949871"/>
            <a:ext cx="2137029" cy="251914"/>
            <a:chOff x="1718691" y="1835571"/>
            <a:chExt cx="2137029" cy="251914"/>
          </a:xfrm>
        </p:grpSpPr>
        <p:sp>
          <p:nvSpPr>
            <p:cNvPr id="85" name="Oval 55">
              <a:extLst>
                <a:ext uri="{FF2B5EF4-FFF2-40B4-BE49-F238E27FC236}">
                  <a16:creationId xmlns:a16="http://schemas.microsoft.com/office/drawing/2014/main" id="{B49A1220-B34A-4A4B-B2B2-38C7C40118C0}"/>
                </a:ext>
              </a:extLst>
            </p:cNvPr>
            <p:cNvSpPr>
              <a:spLocks noChangeArrowheads="1"/>
            </p:cNvSpPr>
            <p:nvPr/>
          </p:nvSpPr>
          <p:spPr bwMode="auto">
            <a:xfrm>
              <a:off x="1718691" y="1889528"/>
              <a:ext cx="144000" cy="144000"/>
            </a:xfrm>
            <a:prstGeom prst="ellipse">
              <a:avLst/>
            </a:prstGeom>
            <a:solidFill>
              <a:schemeClr val="accent4"/>
            </a:solidFill>
            <a:ln w="3175">
              <a:solidFill>
                <a:schemeClr val="accent2"/>
              </a:solidFill>
            </a:ln>
          </p:spPr>
          <p:txBody>
            <a:bodyPr lIns="0" rIns="0" anchor="ctr"/>
            <a:lstStyle>
              <a:lvl1pPr eaLnBrk="0" hangingPunct="0">
                <a:defRPr sz="2400">
                  <a:solidFill>
                    <a:schemeClr val="tx1"/>
                  </a:solidFill>
                  <a:latin typeface="Arial" pitchFamily="34" charset="0"/>
                  <a:cs typeface="Arial" pitchFamily="34" charset="0"/>
                </a:defRPr>
              </a:lvl1pPr>
              <a:lvl2pPr marL="742950" indent="-285750" eaLnBrk="0" hangingPunct="0">
                <a:defRPr sz="2400">
                  <a:solidFill>
                    <a:schemeClr val="tx1"/>
                  </a:solidFill>
                  <a:latin typeface="Arial" pitchFamily="34" charset="0"/>
                  <a:cs typeface="Arial" pitchFamily="34" charset="0"/>
                </a:defRPr>
              </a:lvl2pPr>
              <a:lvl3pPr marL="1143000" indent="-228600" eaLnBrk="0" hangingPunct="0">
                <a:defRPr sz="2400">
                  <a:solidFill>
                    <a:schemeClr val="tx1"/>
                  </a:solidFill>
                  <a:latin typeface="Arial" pitchFamily="34" charset="0"/>
                  <a:cs typeface="Arial" pitchFamily="34" charset="0"/>
                </a:defRPr>
              </a:lvl3pPr>
              <a:lvl4pPr marL="1600200" indent="-228600" eaLnBrk="0" hangingPunct="0">
                <a:defRPr sz="2400">
                  <a:solidFill>
                    <a:schemeClr val="tx1"/>
                  </a:solidFill>
                  <a:latin typeface="Arial" pitchFamily="34" charset="0"/>
                  <a:cs typeface="Arial" pitchFamily="34" charset="0"/>
                </a:defRPr>
              </a:lvl4pPr>
              <a:lvl5pPr marL="2057400" indent="-228600" eaLnBrk="0" hangingPunct="0">
                <a:defRPr sz="2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
                  <a:srgbClr val="323232"/>
                </a:buClr>
                <a:buSzPct val="75000"/>
                <a:buFontTx/>
                <a:buNone/>
                <a:tabLst/>
                <a:defRPr/>
              </a:pPr>
              <a:r>
                <a:rPr lang="fr-BE" altLang="en-US" sz="600" b="1" dirty="0">
                  <a:solidFill>
                    <a:srgbClr val="000000"/>
                  </a:solidFill>
                  <a:latin typeface="Open Sans"/>
                  <a:cs typeface="Open Sans"/>
                </a:rPr>
                <a:t>7</a:t>
              </a:r>
              <a:endParaRPr kumimoji="0" lang="fr-BE" altLang="en-US" sz="600" b="1" i="0" u="none" strike="noStrike" kern="1200" cap="none" spc="0" normalizeH="0" baseline="0" noProof="0" dirty="0">
                <a:ln>
                  <a:noFill/>
                </a:ln>
                <a:solidFill>
                  <a:srgbClr val="000000"/>
                </a:solidFill>
                <a:effectLst/>
                <a:uLnTx/>
                <a:uFillTx/>
                <a:latin typeface="Open Sans"/>
                <a:ea typeface="+mn-ea"/>
                <a:cs typeface="Open Sans"/>
              </a:endParaRPr>
            </a:p>
          </p:txBody>
        </p:sp>
        <p:sp>
          <p:nvSpPr>
            <p:cNvPr id="87" name="Rectangle 86">
              <a:extLst>
                <a:ext uri="{FF2B5EF4-FFF2-40B4-BE49-F238E27FC236}">
                  <a16:creationId xmlns:a16="http://schemas.microsoft.com/office/drawing/2014/main" id="{4688402A-E425-400A-B8A7-00728056DD0C}"/>
                </a:ext>
              </a:extLst>
            </p:cNvPr>
            <p:cNvSpPr/>
            <p:nvPr/>
          </p:nvSpPr>
          <p:spPr>
            <a:xfrm>
              <a:off x="1862690" y="1835571"/>
              <a:ext cx="1993030" cy="25191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BE" sz="700" b="0" i="0" u="none" strike="noStrike" kern="1200" cap="none" spc="0" normalizeH="0" baseline="0" noProof="0" dirty="0">
                  <a:ln>
                    <a:noFill/>
                  </a:ln>
                  <a:solidFill>
                    <a:sysClr val="windowText" lastClr="000000"/>
                  </a:solidFill>
                  <a:effectLst/>
                  <a:uLnTx/>
                  <a:uFillTx/>
                  <a:latin typeface="Open Sans"/>
                  <a:ea typeface="+mn-ea"/>
                  <a:cs typeface="+mn-cs"/>
                </a:rPr>
                <a:t>Je ne sais pas trop comment remplir mon contrat de bail.</a:t>
              </a:r>
            </a:p>
          </p:txBody>
        </p:sp>
      </p:grpSp>
      <p:grpSp>
        <p:nvGrpSpPr>
          <p:cNvPr id="88" name="Groupe 4">
            <a:extLst>
              <a:ext uri="{FF2B5EF4-FFF2-40B4-BE49-F238E27FC236}">
                <a16:creationId xmlns:a16="http://schemas.microsoft.com/office/drawing/2014/main" id="{DFB4CB45-3C6E-46ED-9D8E-6992F6512F90}"/>
              </a:ext>
            </a:extLst>
          </p:cNvPr>
          <p:cNvGrpSpPr/>
          <p:nvPr/>
        </p:nvGrpSpPr>
        <p:grpSpPr>
          <a:xfrm>
            <a:off x="6556985" y="2332157"/>
            <a:ext cx="2137029" cy="251914"/>
            <a:chOff x="1718691" y="1835571"/>
            <a:chExt cx="2137029" cy="251914"/>
          </a:xfrm>
        </p:grpSpPr>
        <p:sp>
          <p:nvSpPr>
            <p:cNvPr id="89" name="Oval 55">
              <a:extLst>
                <a:ext uri="{FF2B5EF4-FFF2-40B4-BE49-F238E27FC236}">
                  <a16:creationId xmlns:a16="http://schemas.microsoft.com/office/drawing/2014/main" id="{5C41F6F9-4C54-4D3E-804B-FAF023FE778D}"/>
                </a:ext>
              </a:extLst>
            </p:cNvPr>
            <p:cNvSpPr>
              <a:spLocks noChangeArrowheads="1"/>
            </p:cNvSpPr>
            <p:nvPr/>
          </p:nvSpPr>
          <p:spPr bwMode="auto">
            <a:xfrm>
              <a:off x="1718691" y="1889528"/>
              <a:ext cx="144000" cy="144000"/>
            </a:xfrm>
            <a:prstGeom prst="ellipse">
              <a:avLst/>
            </a:prstGeom>
            <a:solidFill>
              <a:schemeClr val="accent4"/>
            </a:solidFill>
            <a:ln w="3175">
              <a:solidFill>
                <a:schemeClr val="accent2"/>
              </a:solidFill>
            </a:ln>
          </p:spPr>
          <p:txBody>
            <a:bodyPr lIns="0" rIns="0" anchor="ctr"/>
            <a:lstStyle>
              <a:lvl1pPr eaLnBrk="0" hangingPunct="0">
                <a:defRPr sz="2400">
                  <a:solidFill>
                    <a:schemeClr val="tx1"/>
                  </a:solidFill>
                  <a:latin typeface="Arial" pitchFamily="34" charset="0"/>
                  <a:cs typeface="Arial" pitchFamily="34" charset="0"/>
                </a:defRPr>
              </a:lvl1pPr>
              <a:lvl2pPr marL="742950" indent="-285750" eaLnBrk="0" hangingPunct="0">
                <a:defRPr sz="2400">
                  <a:solidFill>
                    <a:schemeClr val="tx1"/>
                  </a:solidFill>
                  <a:latin typeface="Arial" pitchFamily="34" charset="0"/>
                  <a:cs typeface="Arial" pitchFamily="34" charset="0"/>
                </a:defRPr>
              </a:lvl2pPr>
              <a:lvl3pPr marL="1143000" indent="-228600" eaLnBrk="0" hangingPunct="0">
                <a:defRPr sz="2400">
                  <a:solidFill>
                    <a:schemeClr val="tx1"/>
                  </a:solidFill>
                  <a:latin typeface="Arial" pitchFamily="34" charset="0"/>
                  <a:cs typeface="Arial" pitchFamily="34" charset="0"/>
                </a:defRPr>
              </a:lvl3pPr>
              <a:lvl4pPr marL="1600200" indent="-228600" eaLnBrk="0" hangingPunct="0">
                <a:defRPr sz="2400">
                  <a:solidFill>
                    <a:schemeClr val="tx1"/>
                  </a:solidFill>
                  <a:latin typeface="Arial" pitchFamily="34" charset="0"/>
                  <a:cs typeface="Arial" pitchFamily="34" charset="0"/>
                </a:defRPr>
              </a:lvl4pPr>
              <a:lvl5pPr marL="2057400" indent="-228600" eaLnBrk="0" hangingPunct="0">
                <a:defRPr sz="2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
                  <a:srgbClr val="323232"/>
                </a:buClr>
                <a:buSzPct val="75000"/>
                <a:buFontTx/>
                <a:buNone/>
                <a:tabLst/>
                <a:defRPr/>
              </a:pPr>
              <a:r>
                <a:rPr kumimoji="0" lang="fr-BE" altLang="en-US" sz="600" b="1" i="0" u="none" strike="noStrike" kern="1200" cap="none" spc="0" normalizeH="0" baseline="0" noProof="0" dirty="0">
                  <a:ln>
                    <a:noFill/>
                  </a:ln>
                  <a:solidFill>
                    <a:srgbClr val="000000"/>
                  </a:solidFill>
                  <a:effectLst/>
                  <a:uLnTx/>
                  <a:uFillTx/>
                  <a:latin typeface="Open Sans"/>
                  <a:ea typeface="+mn-ea"/>
                  <a:cs typeface="Open Sans"/>
                </a:rPr>
                <a:t>8</a:t>
              </a:r>
            </a:p>
          </p:txBody>
        </p:sp>
        <p:sp>
          <p:nvSpPr>
            <p:cNvPr id="90" name="Rectangle 89">
              <a:extLst>
                <a:ext uri="{FF2B5EF4-FFF2-40B4-BE49-F238E27FC236}">
                  <a16:creationId xmlns:a16="http://schemas.microsoft.com/office/drawing/2014/main" id="{7752939E-B919-47D8-A121-48F0D9291CE6}"/>
                </a:ext>
              </a:extLst>
            </p:cNvPr>
            <p:cNvSpPr/>
            <p:nvPr/>
          </p:nvSpPr>
          <p:spPr>
            <a:xfrm>
              <a:off x="1862690" y="1835571"/>
              <a:ext cx="1993030" cy="25191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fr-BE" sz="700" dirty="0">
                  <a:solidFill>
                    <a:sysClr val="windowText" lastClr="000000"/>
                  </a:solidFill>
                  <a:latin typeface="Open Sans"/>
                </a:rPr>
                <a:t>J’aimerais avoir un document </a:t>
              </a:r>
              <a:r>
                <a:rPr lang="fr-BE" sz="700" dirty="0" err="1">
                  <a:solidFill>
                    <a:sysClr val="windowText" lastClr="000000"/>
                  </a:solidFill>
                  <a:latin typeface="Open Sans"/>
                </a:rPr>
                <a:t>pré-rempli</a:t>
              </a:r>
              <a:r>
                <a:rPr lang="fr-BE" sz="700" dirty="0">
                  <a:solidFill>
                    <a:sysClr val="windowText" lastClr="000000"/>
                  </a:solidFill>
                  <a:latin typeface="Open Sans"/>
                </a:rPr>
                <a:t> sur base de mes informations personnelles </a:t>
              </a:r>
              <a:endParaRPr kumimoji="0" lang="fr-BE" sz="700" b="0" i="0" u="none" strike="noStrike" kern="1200" cap="none" spc="0" normalizeH="0" baseline="0" noProof="0" dirty="0">
                <a:ln>
                  <a:noFill/>
                </a:ln>
                <a:solidFill>
                  <a:sysClr val="windowText" lastClr="000000"/>
                </a:solidFill>
                <a:effectLst/>
                <a:uLnTx/>
                <a:uFillTx/>
                <a:latin typeface="Open Sans"/>
                <a:ea typeface="+mn-ea"/>
                <a:cs typeface="+mn-cs"/>
              </a:endParaRPr>
            </a:p>
          </p:txBody>
        </p:sp>
      </p:grpSp>
      <p:grpSp>
        <p:nvGrpSpPr>
          <p:cNvPr id="91" name="Groupe 4">
            <a:extLst>
              <a:ext uri="{FF2B5EF4-FFF2-40B4-BE49-F238E27FC236}">
                <a16:creationId xmlns:a16="http://schemas.microsoft.com/office/drawing/2014/main" id="{9DBBFEA1-E3B9-4B1F-8463-BEA9201F8673}"/>
              </a:ext>
            </a:extLst>
          </p:cNvPr>
          <p:cNvGrpSpPr/>
          <p:nvPr/>
        </p:nvGrpSpPr>
        <p:grpSpPr>
          <a:xfrm>
            <a:off x="4149366" y="2888717"/>
            <a:ext cx="2137029" cy="251914"/>
            <a:chOff x="1718691" y="1835571"/>
            <a:chExt cx="2137029" cy="251914"/>
          </a:xfrm>
        </p:grpSpPr>
        <p:sp>
          <p:nvSpPr>
            <p:cNvPr id="92" name="Oval 55">
              <a:extLst>
                <a:ext uri="{FF2B5EF4-FFF2-40B4-BE49-F238E27FC236}">
                  <a16:creationId xmlns:a16="http://schemas.microsoft.com/office/drawing/2014/main" id="{BB4383A5-FABD-49F5-8D64-583C4C5B8068}"/>
                </a:ext>
              </a:extLst>
            </p:cNvPr>
            <p:cNvSpPr>
              <a:spLocks noChangeArrowheads="1"/>
            </p:cNvSpPr>
            <p:nvPr/>
          </p:nvSpPr>
          <p:spPr bwMode="auto">
            <a:xfrm>
              <a:off x="1718691" y="1889528"/>
              <a:ext cx="144000" cy="144000"/>
            </a:xfrm>
            <a:prstGeom prst="ellipse">
              <a:avLst/>
            </a:prstGeom>
            <a:solidFill>
              <a:schemeClr val="accent4"/>
            </a:solidFill>
            <a:ln w="3175">
              <a:solidFill>
                <a:schemeClr val="accent2"/>
              </a:solidFill>
            </a:ln>
          </p:spPr>
          <p:txBody>
            <a:bodyPr lIns="0" rIns="0" anchor="ctr"/>
            <a:lstStyle>
              <a:lvl1pPr eaLnBrk="0" hangingPunct="0">
                <a:defRPr sz="2400">
                  <a:solidFill>
                    <a:schemeClr val="tx1"/>
                  </a:solidFill>
                  <a:latin typeface="Arial" pitchFamily="34" charset="0"/>
                  <a:cs typeface="Arial" pitchFamily="34" charset="0"/>
                </a:defRPr>
              </a:lvl1pPr>
              <a:lvl2pPr marL="742950" indent="-285750" eaLnBrk="0" hangingPunct="0">
                <a:defRPr sz="2400">
                  <a:solidFill>
                    <a:schemeClr val="tx1"/>
                  </a:solidFill>
                  <a:latin typeface="Arial" pitchFamily="34" charset="0"/>
                  <a:cs typeface="Arial" pitchFamily="34" charset="0"/>
                </a:defRPr>
              </a:lvl2pPr>
              <a:lvl3pPr marL="1143000" indent="-228600" eaLnBrk="0" hangingPunct="0">
                <a:defRPr sz="2400">
                  <a:solidFill>
                    <a:schemeClr val="tx1"/>
                  </a:solidFill>
                  <a:latin typeface="Arial" pitchFamily="34" charset="0"/>
                  <a:cs typeface="Arial" pitchFamily="34" charset="0"/>
                </a:defRPr>
              </a:lvl3pPr>
              <a:lvl4pPr marL="1600200" indent="-228600" eaLnBrk="0" hangingPunct="0">
                <a:defRPr sz="2400">
                  <a:solidFill>
                    <a:schemeClr val="tx1"/>
                  </a:solidFill>
                  <a:latin typeface="Arial" pitchFamily="34" charset="0"/>
                  <a:cs typeface="Arial" pitchFamily="34" charset="0"/>
                </a:defRPr>
              </a:lvl4pPr>
              <a:lvl5pPr marL="2057400" indent="-228600" eaLnBrk="0" hangingPunct="0">
                <a:defRPr sz="2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
                  <a:srgbClr val="323232"/>
                </a:buClr>
                <a:buSzPct val="75000"/>
                <a:buFontTx/>
                <a:buNone/>
                <a:tabLst/>
                <a:defRPr/>
              </a:pPr>
              <a:r>
                <a:rPr lang="fr-BE" altLang="en-US" sz="600" b="1" dirty="0">
                  <a:solidFill>
                    <a:srgbClr val="000000"/>
                  </a:solidFill>
                  <a:latin typeface="Open Sans"/>
                  <a:cs typeface="Open Sans"/>
                </a:rPr>
                <a:t>6</a:t>
              </a:r>
              <a:endParaRPr kumimoji="0" lang="fr-BE" altLang="en-US" sz="600" b="1" i="0" u="none" strike="noStrike" kern="1200" cap="none" spc="0" normalizeH="0" baseline="0" noProof="0" dirty="0">
                <a:ln>
                  <a:noFill/>
                </a:ln>
                <a:solidFill>
                  <a:srgbClr val="000000"/>
                </a:solidFill>
                <a:effectLst/>
                <a:uLnTx/>
                <a:uFillTx/>
                <a:latin typeface="Open Sans"/>
                <a:ea typeface="+mn-ea"/>
                <a:cs typeface="Open Sans"/>
              </a:endParaRPr>
            </a:p>
          </p:txBody>
        </p:sp>
        <p:sp>
          <p:nvSpPr>
            <p:cNvPr id="97" name="Rectangle 96">
              <a:extLst>
                <a:ext uri="{FF2B5EF4-FFF2-40B4-BE49-F238E27FC236}">
                  <a16:creationId xmlns:a16="http://schemas.microsoft.com/office/drawing/2014/main" id="{8574CFF2-1085-4A2E-A226-3214CE2EE980}"/>
                </a:ext>
              </a:extLst>
            </p:cNvPr>
            <p:cNvSpPr/>
            <p:nvPr/>
          </p:nvSpPr>
          <p:spPr>
            <a:xfrm>
              <a:off x="1862690" y="1835571"/>
              <a:ext cx="1993030" cy="25191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fr-BE" sz="700" dirty="0">
                  <a:solidFill>
                    <a:srgbClr val="000000"/>
                  </a:solidFill>
                </a:rPr>
                <a:t>Je trouve l’information concernant mon contrat de bail.</a:t>
              </a:r>
            </a:p>
          </p:txBody>
        </p:sp>
      </p:grpSp>
      <p:grpSp>
        <p:nvGrpSpPr>
          <p:cNvPr id="125" name="Groupe 4">
            <a:extLst>
              <a:ext uri="{FF2B5EF4-FFF2-40B4-BE49-F238E27FC236}">
                <a16:creationId xmlns:a16="http://schemas.microsoft.com/office/drawing/2014/main" id="{2EE082CA-2BE6-45BD-9B76-2A88FDFE67DA}"/>
              </a:ext>
            </a:extLst>
          </p:cNvPr>
          <p:cNvGrpSpPr/>
          <p:nvPr/>
        </p:nvGrpSpPr>
        <p:grpSpPr>
          <a:xfrm>
            <a:off x="9057954" y="1906723"/>
            <a:ext cx="2137029" cy="251914"/>
            <a:chOff x="1718691" y="1835571"/>
            <a:chExt cx="2137029" cy="251914"/>
          </a:xfrm>
        </p:grpSpPr>
        <p:sp>
          <p:nvSpPr>
            <p:cNvPr id="126" name="Oval 55">
              <a:extLst>
                <a:ext uri="{FF2B5EF4-FFF2-40B4-BE49-F238E27FC236}">
                  <a16:creationId xmlns:a16="http://schemas.microsoft.com/office/drawing/2014/main" id="{BFFFC703-67CC-40DB-831E-A95E108FF9FD}"/>
                </a:ext>
              </a:extLst>
            </p:cNvPr>
            <p:cNvSpPr>
              <a:spLocks noChangeArrowheads="1"/>
            </p:cNvSpPr>
            <p:nvPr/>
          </p:nvSpPr>
          <p:spPr bwMode="auto">
            <a:xfrm>
              <a:off x="1718691" y="1889528"/>
              <a:ext cx="144000" cy="144000"/>
            </a:xfrm>
            <a:prstGeom prst="ellipse">
              <a:avLst/>
            </a:prstGeom>
            <a:solidFill>
              <a:schemeClr val="accent4"/>
            </a:solidFill>
            <a:ln w="3175">
              <a:solidFill>
                <a:schemeClr val="accent2"/>
              </a:solidFill>
            </a:ln>
          </p:spPr>
          <p:txBody>
            <a:bodyPr lIns="0" rIns="0" anchor="ctr"/>
            <a:lstStyle>
              <a:lvl1pPr eaLnBrk="0" hangingPunct="0">
                <a:defRPr sz="2400">
                  <a:solidFill>
                    <a:schemeClr val="tx1"/>
                  </a:solidFill>
                  <a:latin typeface="Arial" pitchFamily="34" charset="0"/>
                  <a:cs typeface="Arial" pitchFamily="34" charset="0"/>
                </a:defRPr>
              </a:lvl1pPr>
              <a:lvl2pPr marL="742950" indent="-285750" eaLnBrk="0" hangingPunct="0">
                <a:defRPr sz="2400">
                  <a:solidFill>
                    <a:schemeClr val="tx1"/>
                  </a:solidFill>
                  <a:latin typeface="Arial" pitchFamily="34" charset="0"/>
                  <a:cs typeface="Arial" pitchFamily="34" charset="0"/>
                </a:defRPr>
              </a:lvl2pPr>
              <a:lvl3pPr marL="1143000" indent="-228600" eaLnBrk="0" hangingPunct="0">
                <a:defRPr sz="2400">
                  <a:solidFill>
                    <a:schemeClr val="tx1"/>
                  </a:solidFill>
                  <a:latin typeface="Arial" pitchFamily="34" charset="0"/>
                  <a:cs typeface="Arial" pitchFamily="34" charset="0"/>
                </a:defRPr>
              </a:lvl3pPr>
              <a:lvl4pPr marL="1600200" indent="-228600" eaLnBrk="0" hangingPunct="0">
                <a:defRPr sz="2400">
                  <a:solidFill>
                    <a:schemeClr val="tx1"/>
                  </a:solidFill>
                  <a:latin typeface="Arial" pitchFamily="34" charset="0"/>
                  <a:cs typeface="Arial" pitchFamily="34" charset="0"/>
                </a:defRPr>
              </a:lvl4pPr>
              <a:lvl5pPr marL="2057400" indent="-228600" eaLnBrk="0" hangingPunct="0">
                <a:defRPr sz="2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
                  <a:srgbClr val="323232"/>
                </a:buClr>
                <a:buSzPct val="75000"/>
                <a:buFontTx/>
                <a:buNone/>
                <a:tabLst/>
                <a:defRPr/>
              </a:pPr>
              <a:r>
                <a:rPr lang="fr-BE" altLang="en-US" sz="600" b="1" dirty="0">
                  <a:solidFill>
                    <a:srgbClr val="000000"/>
                  </a:solidFill>
                  <a:latin typeface="Open Sans"/>
                  <a:cs typeface="Open Sans"/>
                </a:rPr>
                <a:t>9</a:t>
              </a:r>
              <a:endParaRPr kumimoji="0" lang="fr-BE" altLang="en-US" sz="600" b="1" i="0" u="none" strike="noStrike" kern="1200" cap="none" spc="0" normalizeH="0" baseline="0" noProof="0" dirty="0">
                <a:ln>
                  <a:noFill/>
                </a:ln>
                <a:solidFill>
                  <a:srgbClr val="000000"/>
                </a:solidFill>
                <a:effectLst/>
                <a:uLnTx/>
                <a:uFillTx/>
                <a:latin typeface="Open Sans"/>
                <a:ea typeface="+mn-ea"/>
                <a:cs typeface="Open Sans"/>
              </a:endParaRPr>
            </a:p>
          </p:txBody>
        </p:sp>
        <p:sp>
          <p:nvSpPr>
            <p:cNvPr id="127" name="Rectangle 126">
              <a:extLst>
                <a:ext uri="{FF2B5EF4-FFF2-40B4-BE49-F238E27FC236}">
                  <a16:creationId xmlns:a16="http://schemas.microsoft.com/office/drawing/2014/main" id="{38E9C65C-413B-4491-B985-93F574F21EBF}"/>
                </a:ext>
              </a:extLst>
            </p:cNvPr>
            <p:cNvSpPr/>
            <p:nvPr/>
          </p:nvSpPr>
          <p:spPr>
            <a:xfrm>
              <a:off x="1862690" y="1835571"/>
              <a:ext cx="1993030" cy="25191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fr-BE" sz="700" dirty="0">
                  <a:solidFill>
                    <a:sysClr val="windowText" lastClr="000000"/>
                  </a:solidFill>
                  <a:latin typeface="Open Sans"/>
                </a:rPr>
                <a:t>Puisque tout n’est pas encore clair, je souhaite contacter l’administration</a:t>
              </a:r>
              <a:r>
                <a:rPr kumimoji="0" lang="fr-BE" sz="700" b="0" i="0" u="none" strike="noStrike" kern="1200" cap="none" spc="0" normalizeH="0" baseline="0" noProof="0" dirty="0">
                  <a:ln>
                    <a:noFill/>
                  </a:ln>
                  <a:solidFill>
                    <a:sysClr val="windowText" lastClr="000000"/>
                  </a:solidFill>
                  <a:effectLst/>
                  <a:uLnTx/>
                  <a:uFillTx/>
                  <a:latin typeface="Open Sans"/>
                  <a:ea typeface="+mn-ea"/>
                  <a:cs typeface="+mn-cs"/>
                </a:rPr>
                <a:t>.</a:t>
              </a:r>
            </a:p>
          </p:txBody>
        </p:sp>
      </p:grpSp>
      <p:sp>
        <p:nvSpPr>
          <p:cNvPr id="128" name="TextBox 127">
            <a:extLst>
              <a:ext uri="{FF2B5EF4-FFF2-40B4-BE49-F238E27FC236}">
                <a16:creationId xmlns:a16="http://schemas.microsoft.com/office/drawing/2014/main" id="{330587DD-47BD-45ED-8D70-EE0EDF2BCB6B}"/>
              </a:ext>
            </a:extLst>
          </p:cNvPr>
          <p:cNvSpPr txBox="1"/>
          <p:nvPr/>
        </p:nvSpPr>
        <p:spPr>
          <a:xfrm>
            <a:off x="1966481" y="3764982"/>
            <a:ext cx="1665573"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BE" sz="700" b="0" i="0" u="none" strike="noStrike" kern="1200" cap="none" spc="0" normalizeH="0" baseline="0" noProof="0" dirty="0">
                <a:ln>
                  <a:noFill/>
                </a:ln>
                <a:solidFill>
                  <a:srgbClr val="000000"/>
                </a:solidFill>
                <a:effectLst/>
                <a:uLnTx/>
                <a:uFillTx/>
                <a:latin typeface="Open Sans"/>
                <a:ea typeface="+mn-ea"/>
                <a:cs typeface="+mn-cs"/>
              </a:rPr>
              <a:t>Il y a beaucoup de sites différents… Ah, ici on mentionne le site bruxellois du logement, ça doit être le bon !</a:t>
            </a:r>
          </a:p>
        </p:txBody>
      </p:sp>
      <p:cxnSp>
        <p:nvCxnSpPr>
          <p:cNvPr id="131" name="Straight Connector 17">
            <a:extLst>
              <a:ext uri="{FF2B5EF4-FFF2-40B4-BE49-F238E27FC236}">
                <a16:creationId xmlns:a16="http://schemas.microsoft.com/office/drawing/2014/main" id="{021CBF0B-AA85-47C5-A6D0-3C87043F8C3C}"/>
              </a:ext>
            </a:extLst>
          </p:cNvPr>
          <p:cNvCxnSpPr>
            <a:cxnSpLocks/>
            <a:stCxn id="118" idx="1"/>
            <a:endCxn id="139" idx="4"/>
          </p:cNvCxnSpPr>
          <p:nvPr/>
        </p:nvCxnSpPr>
        <p:spPr>
          <a:xfrm rot="10800000">
            <a:off x="5249207" y="5497423"/>
            <a:ext cx="205851" cy="92457"/>
          </a:xfrm>
          <a:prstGeom prst="bentConnector2">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61" name="Straight Connector 17">
            <a:extLst>
              <a:ext uri="{FF2B5EF4-FFF2-40B4-BE49-F238E27FC236}">
                <a16:creationId xmlns:a16="http://schemas.microsoft.com/office/drawing/2014/main" id="{08227806-601E-444D-A896-C3A57F3824B0}"/>
              </a:ext>
            </a:extLst>
          </p:cNvPr>
          <p:cNvCxnSpPr>
            <a:cxnSpLocks/>
            <a:stCxn id="147" idx="2"/>
            <a:endCxn id="159" idx="0"/>
          </p:cNvCxnSpPr>
          <p:nvPr/>
        </p:nvCxnSpPr>
        <p:spPr>
          <a:xfrm>
            <a:off x="9125762" y="4755541"/>
            <a:ext cx="0" cy="199145"/>
          </a:xfrm>
          <a:prstGeom prst="straightConnector1">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141" name="Oval 55">
            <a:extLst>
              <a:ext uri="{FF2B5EF4-FFF2-40B4-BE49-F238E27FC236}">
                <a16:creationId xmlns:a16="http://schemas.microsoft.com/office/drawing/2014/main" id="{FC8E5691-2FA6-46EE-9ED5-D28960C0BAC1}"/>
              </a:ext>
            </a:extLst>
          </p:cNvPr>
          <p:cNvSpPr>
            <a:spLocks noChangeArrowheads="1"/>
          </p:cNvSpPr>
          <p:nvPr/>
        </p:nvSpPr>
        <p:spPr bwMode="auto">
          <a:xfrm>
            <a:off x="1786481" y="4348987"/>
            <a:ext cx="180000" cy="180000"/>
          </a:xfrm>
          <a:prstGeom prst="ellipse">
            <a:avLst/>
          </a:prstGeom>
          <a:solidFill>
            <a:schemeClr val="accent4"/>
          </a:solidFill>
          <a:ln w="3175">
            <a:solidFill>
              <a:schemeClr val="accent2"/>
            </a:solidFill>
          </a:ln>
        </p:spPr>
        <p:txBody>
          <a:bodyPr lIns="0" rIns="0" anchor="ctr"/>
          <a:lstStyle>
            <a:lvl1pPr eaLnBrk="0" hangingPunct="0">
              <a:defRPr sz="2400">
                <a:solidFill>
                  <a:schemeClr val="tx1"/>
                </a:solidFill>
                <a:latin typeface="Arial" pitchFamily="34" charset="0"/>
                <a:cs typeface="Arial" pitchFamily="34" charset="0"/>
              </a:defRPr>
            </a:lvl1pPr>
            <a:lvl2pPr marL="742950" indent="-285750" eaLnBrk="0" hangingPunct="0">
              <a:defRPr sz="2400">
                <a:solidFill>
                  <a:schemeClr val="tx1"/>
                </a:solidFill>
                <a:latin typeface="Arial" pitchFamily="34" charset="0"/>
                <a:cs typeface="Arial" pitchFamily="34" charset="0"/>
              </a:defRPr>
            </a:lvl2pPr>
            <a:lvl3pPr marL="1143000" indent="-228600" eaLnBrk="0" hangingPunct="0">
              <a:defRPr sz="2400">
                <a:solidFill>
                  <a:schemeClr val="tx1"/>
                </a:solidFill>
                <a:latin typeface="Arial" pitchFamily="34" charset="0"/>
                <a:cs typeface="Arial" pitchFamily="34" charset="0"/>
              </a:defRPr>
            </a:lvl3pPr>
            <a:lvl4pPr marL="1600200" indent="-228600" eaLnBrk="0" hangingPunct="0">
              <a:defRPr sz="2400">
                <a:solidFill>
                  <a:schemeClr val="tx1"/>
                </a:solidFill>
                <a:latin typeface="Arial" pitchFamily="34" charset="0"/>
                <a:cs typeface="Arial" pitchFamily="34" charset="0"/>
              </a:defRPr>
            </a:lvl4pPr>
            <a:lvl5pPr marL="2057400" indent="-228600" eaLnBrk="0" hangingPunct="0">
              <a:defRPr sz="2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
                <a:srgbClr val="323232"/>
              </a:buClr>
              <a:buSzPct val="75000"/>
              <a:buFontTx/>
              <a:buNone/>
              <a:tabLst/>
              <a:defRPr/>
            </a:pPr>
            <a:r>
              <a:rPr kumimoji="0" lang="fr-BE" altLang="en-US" sz="700" b="1" i="0" u="none" strike="noStrike" kern="1200" cap="none" spc="0" normalizeH="0" baseline="0" noProof="0" dirty="0">
                <a:ln>
                  <a:noFill/>
                </a:ln>
                <a:solidFill>
                  <a:srgbClr val="000000"/>
                </a:solidFill>
                <a:effectLst/>
                <a:uLnTx/>
                <a:uFillTx/>
                <a:latin typeface="Open Sans"/>
                <a:ea typeface="+mn-ea"/>
                <a:cs typeface="Open Sans"/>
              </a:rPr>
              <a:t>1</a:t>
            </a:r>
          </a:p>
        </p:txBody>
      </p:sp>
      <p:sp>
        <p:nvSpPr>
          <p:cNvPr id="142" name="Oval 55">
            <a:extLst>
              <a:ext uri="{FF2B5EF4-FFF2-40B4-BE49-F238E27FC236}">
                <a16:creationId xmlns:a16="http://schemas.microsoft.com/office/drawing/2014/main" id="{52042B14-69D7-420D-A702-D178AA408509}"/>
              </a:ext>
            </a:extLst>
          </p:cNvPr>
          <p:cNvSpPr>
            <a:spLocks noChangeArrowheads="1"/>
          </p:cNvSpPr>
          <p:nvPr/>
        </p:nvSpPr>
        <p:spPr bwMode="auto">
          <a:xfrm>
            <a:off x="2820670" y="4569584"/>
            <a:ext cx="180000" cy="180000"/>
          </a:xfrm>
          <a:prstGeom prst="ellipse">
            <a:avLst/>
          </a:prstGeom>
          <a:solidFill>
            <a:schemeClr val="accent4"/>
          </a:solidFill>
          <a:ln w="3175">
            <a:solidFill>
              <a:schemeClr val="accent2"/>
            </a:solidFill>
          </a:ln>
        </p:spPr>
        <p:txBody>
          <a:bodyPr lIns="0" rIns="0" anchor="ctr"/>
          <a:lstStyle>
            <a:lvl1pPr eaLnBrk="0" hangingPunct="0">
              <a:defRPr sz="2400">
                <a:solidFill>
                  <a:schemeClr val="tx1"/>
                </a:solidFill>
                <a:latin typeface="Arial" pitchFamily="34" charset="0"/>
                <a:cs typeface="Arial" pitchFamily="34" charset="0"/>
              </a:defRPr>
            </a:lvl1pPr>
            <a:lvl2pPr marL="742950" indent="-285750" eaLnBrk="0" hangingPunct="0">
              <a:defRPr sz="2400">
                <a:solidFill>
                  <a:schemeClr val="tx1"/>
                </a:solidFill>
                <a:latin typeface="Arial" pitchFamily="34" charset="0"/>
                <a:cs typeface="Arial" pitchFamily="34" charset="0"/>
              </a:defRPr>
            </a:lvl2pPr>
            <a:lvl3pPr marL="1143000" indent="-228600" eaLnBrk="0" hangingPunct="0">
              <a:defRPr sz="2400">
                <a:solidFill>
                  <a:schemeClr val="tx1"/>
                </a:solidFill>
                <a:latin typeface="Arial" pitchFamily="34" charset="0"/>
                <a:cs typeface="Arial" pitchFamily="34" charset="0"/>
              </a:defRPr>
            </a:lvl3pPr>
            <a:lvl4pPr marL="1600200" indent="-228600" eaLnBrk="0" hangingPunct="0">
              <a:defRPr sz="2400">
                <a:solidFill>
                  <a:schemeClr val="tx1"/>
                </a:solidFill>
                <a:latin typeface="Arial" pitchFamily="34" charset="0"/>
                <a:cs typeface="Arial" pitchFamily="34" charset="0"/>
              </a:defRPr>
            </a:lvl4pPr>
            <a:lvl5pPr marL="2057400" indent="-228600" eaLnBrk="0" hangingPunct="0">
              <a:defRPr sz="2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
                <a:srgbClr val="323232"/>
              </a:buClr>
              <a:buSzPct val="75000"/>
              <a:buFontTx/>
              <a:buNone/>
              <a:tabLst/>
              <a:defRPr/>
            </a:pPr>
            <a:r>
              <a:rPr kumimoji="0" lang="fr-BE" altLang="en-US" sz="700" b="1" i="0" u="none" strike="noStrike" kern="1200" cap="none" spc="0" normalizeH="0" baseline="0" noProof="0" dirty="0">
                <a:ln>
                  <a:noFill/>
                </a:ln>
                <a:solidFill>
                  <a:srgbClr val="000000"/>
                </a:solidFill>
                <a:effectLst/>
                <a:uLnTx/>
                <a:uFillTx/>
                <a:latin typeface="Open Sans"/>
                <a:ea typeface="+mn-ea"/>
                <a:cs typeface="Open Sans"/>
              </a:rPr>
              <a:t>2</a:t>
            </a:r>
          </a:p>
        </p:txBody>
      </p:sp>
      <p:sp>
        <p:nvSpPr>
          <p:cNvPr id="132" name="Oval 55">
            <a:extLst>
              <a:ext uri="{FF2B5EF4-FFF2-40B4-BE49-F238E27FC236}">
                <a16:creationId xmlns:a16="http://schemas.microsoft.com/office/drawing/2014/main" id="{38865EB3-1B27-4B27-8811-1DF91C907D7A}"/>
              </a:ext>
            </a:extLst>
          </p:cNvPr>
          <p:cNvSpPr>
            <a:spLocks noChangeArrowheads="1"/>
          </p:cNvSpPr>
          <p:nvPr/>
        </p:nvSpPr>
        <p:spPr bwMode="auto">
          <a:xfrm>
            <a:off x="4091584" y="4967734"/>
            <a:ext cx="175353" cy="199136"/>
          </a:xfrm>
          <a:prstGeom prst="ellipse">
            <a:avLst/>
          </a:prstGeom>
          <a:solidFill>
            <a:schemeClr val="accent4"/>
          </a:solidFill>
          <a:ln w="3175">
            <a:solidFill>
              <a:schemeClr val="accent2"/>
            </a:solidFill>
          </a:ln>
        </p:spPr>
        <p:txBody>
          <a:bodyPr lIns="0" rIns="0" anchor="ctr"/>
          <a:lstStyle>
            <a:lvl1pPr eaLnBrk="0" hangingPunct="0">
              <a:defRPr sz="2400">
                <a:solidFill>
                  <a:schemeClr val="tx1"/>
                </a:solidFill>
                <a:latin typeface="Arial" pitchFamily="34" charset="0"/>
                <a:cs typeface="Arial" pitchFamily="34" charset="0"/>
              </a:defRPr>
            </a:lvl1pPr>
            <a:lvl2pPr marL="742950" indent="-285750" eaLnBrk="0" hangingPunct="0">
              <a:defRPr sz="2400">
                <a:solidFill>
                  <a:schemeClr val="tx1"/>
                </a:solidFill>
                <a:latin typeface="Arial" pitchFamily="34" charset="0"/>
                <a:cs typeface="Arial" pitchFamily="34" charset="0"/>
              </a:defRPr>
            </a:lvl2pPr>
            <a:lvl3pPr marL="1143000" indent="-228600" eaLnBrk="0" hangingPunct="0">
              <a:defRPr sz="2400">
                <a:solidFill>
                  <a:schemeClr val="tx1"/>
                </a:solidFill>
                <a:latin typeface="Arial" pitchFamily="34" charset="0"/>
                <a:cs typeface="Arial" pitchFamily="34" charset="0"/>
              </a:defRPr>
            </a:lvl3pPr>
            <a:lvl4pPr marL="1600200" indent="-228600" eaLnBrk="0" hangingPunct="0">
              <a:defRPr sz="2400">
                <a:solidFill>
                  <a:schemeClr val="tx1"/>
                </a:solidFill>
                <a:latin typeface="Arial" pitchFamily="34" charset="0"/>
                <a:cs typeface="Arial" pitchFamily="34" charset="0"/>
              </a:defRPr>
            </a:lvl4pPr>
            <a:lvl5pPr marL="2057400" indent="-228600" eaLnBrk="0" hangingPunct="0">
              <a:defRPr sz="2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
                <a:srgbClr val="323232"/>
              </a:buClr>
              <a:buSzPct val="75000"/>
              <a:buFontTx/>
              <a:buNone/>
              <a:tabLst/>
              <a:defRPr/>
            </a:pPr>
            <a:r>
              <a:rPr kumimoji="0" lang="fr-BE" altLang="en-US" sz="700" b="1" i="0" u="none" strike="noStrike" kern="1200" cap="none" spc="0" normalizeH="0" baseline="0" noProof="0" dirty="0">
                <a:ln>
                  <a:noFill/>
                </a:ln>
                <a:solidFill>
                  <a:srgbClr val="000000"/>
                </a:solidFill>
                <a:effectLst/>
                <a:uLnTx/>
                <a:uFillTx/>
                <a:latin typeface="Open Sans"/>
                <a:ea typeface="+mn-ea"/>
                <a:cs typeface="Open Sans"/>
              </a:rPr>
              <a:t>3</a:t>
            </a:r>
          </a:p>
        </p:txBody>
      </p:sp>
      <p:sp>
        <p:nvSpPr>
          <p:cNvPr id="136" name="Oval 55">
            <a:extLst>
              <a:ext uri="{FF2B5EF4-FFF2-40B4-BE49-F238E27FC236}">
                <a16:creationId xmlns:a16="http://schemas.microsoft.com/office/drawing/2014/main" id="{DB472897-4973-46E2-B883-86E8F8A32CE3}"/>
              </a:ext>
            </a:extLst>
          </p:cNvPr>
          <p:cNvSpPr>
            <a:spLocks noChangeArrowheads="1"/>
          </p:cNvSpPr>
          <p:nvPr/>
        </p:nvSpPr>
        <p:spPr bwMode="auto">
          <a:xfrm>
            <a:off x="4508506" y="4436337"/>
            <a:ext cx="180000" cy="180000"/>
          </a:xfrm>
          <a:prstGeom prst="ellipse">
            <a:avLst/>
          </a:prstGeom>
          <a:solidFill>
            <a:schemeClr val="accent4"/>
          </a:solidFill>
          <a:ln w="3175">
            <a:solidFill>
              <a:schemeClr val="accent2"/>
            </a:solidFill>
          </a:ln>
        </p:spPr>
        <p:txBody>
          <a:bodyPr lIns="0" rIns="0" anchor="ctr"/>
          <a:lstStyle>
            <a:lvl1pPr eaLnBrk="0" hangingPunct="0">
              <a:defRPr sz="2400">
                <a:solidFill>
                  <a:schemeClr val="tx1"/>
                </a:solidFill>
                <a:latin typeface="Arial" pitchFamily="34" charset="0"/>
                <a:cs typeface="Arial" pitchFamily="34" charset="0"/>
              </a:defRPr>
            </a:lvl1pPr>
            <a:lvl2pPr marL="742950" indent="-285750" eaLnBrk="0" hangingPunct="0">
              <a:defRPr sz="2400">
                <a:solidFill>
                  <a:schemeClr val="tx1"/>
                </a:solidFill>
                <a:latin typeface="Arial" pitchFamily="34" charset="0"/>
                <a:cs typeface="Arial" pitchFamily="34" charset="0"/>
              </a:defRPr>
            </a:lvl2pPr>
            <a:lvl3pPr marL="1143000" indent="-228600" eaLnBrk="0" hangingPunct="0">
              <a:defRPr sz="2400">
                <a:solidFill>
                  <a:schemeClr val="tx1"/>
                </a:solidFill>
                <a:latin typeface="Arial" pitchFamily="34" charset="0"/>
                <a:cs typeface="Arial" pitchFamily="34" charset="0"/>
              </a:defRPr>
            </a:lvl3pPr>
            <a:lvl4pPr marL="1600200" indent="-228600" eaLnBrk="0" hangingPunct="0">
              <a:defRPr sz="2400">
                <a:solidFill>
                  <a:schemeClr val="tx1"/>
                </a:solidFill>
                <a:latin typeface="Arial" pitchFamily="34" charset="0"/>
                <a:cs typeface="Arial" pitchFamily="34" charset="0"/>
              </a:defRPr>
            </a:lvl4pPr>
            <a:lvl5pPr marL="2057400" indent="-228600" eaLnBrk="0" hangingPunct="0">
              <a:defRPr sz="2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
                <a:srgbClr val="323232"/>
              </a:buClr>
              <a:buSzPct val="75000"/>
              <a:buFontTx/>
              <a:buNone/>
              <a:tabLst/>
              <a:defRPr/>
            </a:pPr>
            <a:r>
              <a:rPr kumimoji="0" lang="fr-BE" altLang="en-US" sz="700" b="1" i="0" u="none" strike="noStrike" kern="1200" cap="none" spc="0" normalizeH="0" baseline="0" noProof="0" dirty="0">
                <a:ln>
                  <a:noFill/>
                </a:ln>
                <a:solidFill>
                  <a:srgbClr val="000000"/>
                </a:solidFill>
                <a:effectLst/>
                <a:uLnTx/>
                <a:uFillTx/>
                <a:latin typeface="Open Sans"/>
                <a:ea typeface="+mn-ea"/>
                <a:cs typeface="Open Sans"/>
              </a:rPr>
              <a:t>4</a:t>
            </a:r>
          </a:p>
        </p:txBody>
      </p:sp>
      <p:sp>
        <p:nvSpPr>
          <p:cNvPr id="139" name="Oval 55">
            <a:extLst>
              <a:ext uri="{FF2B5EF4-FFF2-40B4-BE49-F238E27FC236}">
                <a16:creationId xmlns:a16="http://schemas.microsoft.com/office/drawing/2014/main" id="{803DD466-3ABA-44AA-A443-4CC7C581F577}"/>
              </a:ext>
            </a:extLst>
          </p:cNvPr>
          <p:cNvSpPr>
            <a:spLocks noChangeArrowheads="1"/>
          </p:cNvSpPr>
          <p:nvPr/>
        </p:nvSpPr>
        <p:spPr bwMode="auto">
          <a:xfrm>
            <a:off x="5159206" y="5317422"/>
            <a:ext cx="180000" cy="180000"/>
          </a:xfrm>
          <a:prstGeom prst="ellipse">
            <a:avLst/>
          </a:prstGeom>
          <a:solidFill>
            <a:schemeClr val="accent4"/>
          </a:solidFill>
          <a:ln w="3175">
            <a:solidFill>
              <a:schemeClr val="accent2"/>
            </a:solidFill>
          </a:ln>
        </p:spPr>
        <p:txBody>
          <a:bodyPr lIns="0" rIns="0" anchor="ctr"/>
          <a:lstStyle>
            <a:lvl1pPr eaLnBrk="0" hangingPunct="0">
              <a:defRPr sz="2400">
                <a:solidFill>
                  <a:schemeClr val="tx1"/>
                </a:solidFill>
                <a:latin typeface="Arial" pitchFamily="34" charset="0"/>
                <a:cs typeface="Arial" pitchFamily="34" charset="0"/>
              </a:defRPr>
            </a:lvl1pPr>
            <a:lvl2pPr marL="742950" indent="-285750" eaLnBrk="0" hangingPunct="0">
              <a:defRPr sz="2400">
                <a:solidFill>
                  <a:schemeClr val="tx1"/>
                </a:solidFill>
                <a:latin typeface="Arial" pitchFamily="34" charset="0"/>
                <a:cs typeface="Arial" pitchFamily="34" charset="0"/>
              </a:defRPr>
            </a:lvl2pPr>
            <a:lvl3pPr marL="1143000" indent="-228600" eaLnBrk="0" hangingPunct="0">
              <a:defRPr sz="2400">
                <a:solidFill>
                  <a:schemeClr val="tx1"/>
                </a:solidFill>
                <a:latin typeface="Arial" pitchFamily="34" charset="0"/>
                <a:cs typeface="Arial" pitchFamily="34" charset="0"/>
              </a:defRPr>
            </a:lvl3pPr>
            <a:lvl4pPr marL="1600200" indent="-228600" eaLnBrk="0" hangingPunct="0">
              <a:defRPr sz="2400">
                <a:solidFill>
                  <a:schemeClr val="tx1"/>
                </a:solidFill>
                <a:latin typeface="Arial" pitchFamily="34" charset="0"/>
                <a:cs typeface="Arial" pitchFamily="34" charset="0"/>
              </a:defRPr>
            </a:lvl4pPr>
            <a:lvl5pPr marL="2057400" indent="-228600" eaLnBrk="0" hangingPunct="0">
              <a:defRPr sz="2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
                <a:srgbClr val="323232"/>
              </a:buClr>
              <a:buSzPct val="75000"/>
              <a:buFontTx/>
              <a:buNone/>
              <a:tabLst/>
              <a:defRPr/>
            </a:pPr>
            <a:r>
              <a:rPr kumimoji="0" lang="fr-BE" altLang="en-US" sz="700" b="1" i="0" u="none" strike="noStrike" kern="1200" cap="none" spc="0" normalizeH="0" baseline="0" noProof="0" dirty="0">
                <a:ln>
                  <a:noFill/>
                </a:ln>
                <a:solidFill>
                  <a:srgbClr val="000000"/>
                </a:solidFill>
                <a:effectLst/>
                <a:uLnTx/>
                <a:uFillTx/>
                <a:latin typeface="Open Sans"/>
                <a:ea typeface="+mn-ea"/>
                <a:cs typeface="Open Sans"/>
              </a:rPr>
              <a:t>5</a:t>
            </a:r>
          </a:p>
        </p:txBody>
      </p:sp>
      <p:sp>
        <p:nvSpPr>
          <p:cNvPr id="144" name="Oval 55">
            <a:extLst>
              <a:ext uri="{FF2B5EF4-FFF2-40B4-BE49-F238E27FC236}">
                <a16:creationId xmlns:a16="http://schemas.microsoft.com/office/drawing/2014/main" id="{04624717-9132-43E7-814A-8EE79CE60660}"/>
              </a:ext>
            </a:extLst>
          </p:cNvPr>
          <p:cNvSpPr>
            <a:spLocks noChangeArrowheads="1"/>
          </p:cNvSpPr>
          <p:nvPr/>
        </p:nvSpPr>
        <p:spPr bwMode="auto">
          <a:xfrm>
            <a:off x="6209858" y="4445643"/>
            <a:ext cx="180000" cy="180000"/>
          </a:xfrm>
          <a:prstGeom prst="ellipse">
            <a:avLst/>
          </a:prstGeom>
          <a:solidFill>
            <a:schemeClr val="accent4"/>
          </a:solidFill>
          <a:ln w="3175">
            <a:solidFill>
              <a:schemeClr val="accent2"/>
            </a:solidFill>
          </a:ln>
        </p:spPr>
        <p:txBody>
          <a:bodyPr lIns="0" rIns="0" anchor="ctr"/>
          <a:lstStyle>
            <a:lvl1pPr eaLnBrk="0" hangingPunct="0">
              <a:defRPr sz="2400">
                <a:solidFill>
                  <a:schemeClr val="tx1"/>
                </a:solidFill>
                <a:latin typeface="Arial" pitchFamily="34" charset="0"/>
                <a:cs typeface="Arial" pitchFamily="34" charset="0"/>
              </a:defRPr>
            </a:lvl1pPr>
            <a:lvl2pPr marL="742950" indent="-285750" eaLnBrk="0" hangingPunct="0">
              <a:defRPr sz="2400">
                <a:solidFill>
                  <a:schemeClr val="tx1"/>
                </a:solidFill>
                <a:latin typeface="Arial" pitchFamily="34" charset="0"/>
                <a:cs typeface="Arial" pitchFamily="34" charset="0"/>
              </a:defRPr>
            </a:lvl2pPr>
            <a:lvl3pPr marL="1143000" indent="-228600" eaLnBrk="0" hangingPunct="0">
              <a:defRPr sz="2400">
                <a:solidFill>
                  <a:schemeClr val="tx1"/>
                </a:solidFill>
                <a:latin typeface="Arial" pitchFamily="34" charset="0"/>
                <a:cs typeface="Arial" pitchFamily="34" charset="0"/>
              </a:defRPr>
            </a:lvl3pPr>
            <a:lvl4pPr marL="1600200" indent="-228600" eaLnBrk="0" hangingPunct="0">
              <a:defRPr sz="2400">
                <a:solidFill>
                  <a:schemeClr val="tx1"/>
                </a:solidFill>
                <a:latin typeface="Arial" pitchFamily="34" charset="0"/>
                <a:cs typeface="Arial" pitchFamily="34" charset="0"/>
              </a:defRPr>
            </a:lvl4pPr>
            <a:lvl5pPr marL="2057400" indent="-228600" eaLnBrk="0" hangingPunct="0">
              <a:defRPr sz="2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
                <a:srgbClr val="323232"/>
              </a:buClr>
              <a:buSzPct val="75000"/>
              <a:buFontTx/>
              <a:buNone/>
              <a:tabLst/>
              <a:defRPr/>
            </a:pPr>
            <a:r>
              <a:rPr kumimoji="0" lang="fr-BE" altLang="en-US" sz="700" b="1" i="0" u="none" strike="noStrike" kern="1200" cap="none" spc="0" normalizeH="0" baseline="0" noProof="0" dirty="0">
                <a:ln>
                  <a:noFill/>
                </a:ln>
                <a:solidFill>
                  <a:srgbClr val="000000"/>
                </a:solidFill>
                <a:effectLst/>
                <a:uLnTx/>
                <a:uFillTx/>
                <a:latin typeface="Open Sans"/>
                <a:ea typeface="+mn-ea"/>
                <a:cs typeface="Open Sans"/>
              </a:rPr>
              <a:t>6</a:t>
            </a:r>
          </a:p>
        </p:txBody>
      </p:sp>
      <p:sp>
        <p:nvSpPr>
          <p:cNvPr id="148" name="Oval 55">
            <a:extLst>
              <a:ext uri="{FF2B5EF4-FFF2-40B4-BE49-F238E27FC236}">
                <a16:creationId xmlns:a16="http://schemas.microsoft.com/office/drawing/2014/main" id="{AE944B70-6384-44EB-BC1B-96BF6274C0E6}"/>
              </a:ext>
            </a:extLst>
          </p:cNvPr>
          <p:cNvSpPr>
            <a:spLocks noChangeArrowheads="1"/>
          </p:cNvSpPr>
          <p:nvPr/>
        </p:nvSpPr>
        <p:spPr bwMode="auto">
          <a:xfrm>
            <a:off x="6860325" y="5543882"/>
            <a:ext cx="180000" cy="180000"/>
          </a:xfrm>
          <a:prstGeom prst="ellipse">
            <a:avLst/>
          </a:prstGeom>
          <a:solidFill>
            <a:schemeClr val="accent4"/>
          </a:solidFill>
          <a:ln w="3175">
            <a:solidFill>
              <a:schemeClr val="accent2"/>
            </a:solidFill>
          </a:ln>
        </p:spPr>
        <p:txBody>
          <a:bodyPr lIns="0" rIns="0" anchor="ctr"/>
          <a:lstStyle>
            <a:lvl1pPr eaLnBrk="0" hangingPunct="0">
              <a:defRPr sz="2400">
                <a:solidFill>
                  <a:schemeClr val="tx1"/>
                </a:solidFill>
                <a:latin typeface="Arial" pitchFamily="34" charset="0"/>
                <a:cs typeface="Arial" pitchFamily="34" charset="0"/>
              </a:defRPr>
            </a:lvl1pPr>
            <a:lvl2pPr marL="742950" indent="-285750" eaLnBrk="0" hangingPunct="0">
              <a:defRPr sz="2400">
                <a:solidFill>
                  <a:schemeClr val="tx1"/>
                </a:solidFill>
                <a:latin typeface="Arial" pitchFamily="34" charset="0"/>
                <a:cs typeface="Arial" pitchFamily="34" charset="0"/>
              </a:defRPr>
            </a:lvl2pPr>
            <a:lvl3pPr marL="1143000" indent="-228600" eaLnBrk="0" hangingPunct="0">
              <a:defRPr sz="2400">
                <a:solidFill>
                  <a:schemeClr val="tx1"/>
                </a:solidFill>
                <a:latin typeface="Arial" pitchFamily="34" charset="0"/>
                <a:cs typeface="Arial" pitchFamily="34" charset="0"/>
              </a:defRPr>
            </a:lvl3pPr>
            <a:lvl4pPr marL="1600200" indent="-228600" eaLnBrk="0" hangingPunct="0">
              <a:defRPr sz="2400">
                <a:solidFill>
                  <a:schemeClr val="tx1"/>
                </a:solidFill>
                <a:latin typeface="Arial" pitchFamily="34" charset="0"/>
                <a:cs typeface="Arial" pitchFamily="34" charset="0"/>
              </a:defRPr>
            </a:lvl4pPr>
            <a:lvl5pPr marL="2057400" indent="-228600" eaLnBrk="0" hangingPunct="0">
              <a:defRPr sz="2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
                <a:srgbClr val="323232"/>
              </a:buClr>
              <a:buSzPct val="75000"/>
              <a:buFontTx/>
              <a:buNone/>
              <a:tabLst/>
              <a:defRPr/>
            </a:pPr>
            <a:r>
              <a:rPr kumimoji="0" lang="fr-BE" altLang="en-US" sz="700" b="1" i="0" u="none" strike="noStrike" kern="1200" cap="none" spc="0" normalizeH="0" baseline="0" noProof="0" dirty="0">
                <a:ln>
                  <a:noFill/>
                </a:ln>
                <a:solidFill>
                  <a:srgbClr val="000000"/>
                </a:solidFill>
                <a:effectLst/>
                <a:uLnTx/>
                <a:uFillTx/>
                <a:latin typeface="Open Sans"/>
                <a:ea typeface="+mn-ea"/>
                <a:cs typeface="Open Sans"/>
              </a:rPr>
              <a:t>7</a:t>
            </a:r>
          </a:p>
        </p:txBody>
      </p:sp>
      <p:sp>
        <p:nvSpPr>
          <p:cNvPr id="151" name="Oval 55">
            <a:extLst>
              <a:ext uri="{FF2B5EF4-FFF2-40B4-BE49-F238E27FC236}">
                <a16:creationId xmlns:a16="http://schemas.microsoft.com/office/drawing/2014/main" id="{C191FE68-A6F5-48E3-A644-EC2FCBAE2945}"/>
              </a:ext>
            </a:extLst>
          </p:cNvPr>
          <p:cNvSpPr>
            <a:spLocks noChangeArrowheads="1"/>
          </p:cNvSpPr>
          <p:nvPr/>
        </p:nvSpPr>
        <p:spPr bwMode="auto">
          <a:xfrm>
            <a:off x="7953085" y="5356403"/>
            <a:ext cx="180000" cy="180000"/>
          </a:xfrm>
          <a:prstGeom prst="ellipse">
            <a:avLst/>
          </a:prstGeom>
          <a:solidFill>
            <a:schemeClr val="accent4"/>
          </a:solidFill>
          <a:ln w="3175">
            <a:solidFill>
              <a:schemeClr val="accent2"/>
            </a:solidFill>
          </a:ln>
        </p:spPr>
        <p:txBody>
          <a:bodyPr lIns="0" rIns="0" anchor="ctr"/>
          <a:lstStyle>
            <a:lvl1pPr eaLnBrk="0" hangingPunct="0">
              <a:defRPr sz="2400">
                <a:solidFill>
                  <a:schemeClr val="tx1"/>
                </a:solidFill>
                <a:latin typeface="Arial" pitchFamily="34" charset="0"/>
                <a:cs typeface="Arial" pitchFamily="34" charset="0"/>
              </a:defRPr>
            </a:lvl1pPr>
            <a:lvl2pPr marL="742950" indent="-285750" eaLnBrk="0" hangingPunct="0">
              <a:defRPr sz="2400">
                <a:solidFill>
                  <a:schemeClr val="tx1"/>
                </a:solidFill>
                <a:latin typeface="Arial" pitchFamily="34" charset="0"/>
                <a:cs typeface="Arial" pitchFamily="34" charset="0"/>
              </a:defRPr>
            </a:lvl2pPr>
            <a:lvl3pPr marL="1143000" indent="-228600" eaLnBrk="0" hangingPunct="0">
              <a:defRPr sz="2400">
                <a:solidFill>
                  <a:schemeClr val="tx1"/>
                </a:solidFill>
                <a:latin typeface="Arial" pitchFamily="34" charset="0"/>
                <a:cs typeface="Arial" pitchFamily="34" charset="0"/>
              </a:defRPr>
            </a:lvl3pPr>
            <a:lvl4pPr marL="1600200" indent="-228600" eaLnBrk="0" hangingPunct="0">
              <a:defRPr sz="2400">
                <a:solidFill>
                  <a:schemeClr val="tx1"/>
                </a:solidFill>
                <a:latin typeface="Arial" pitchFamily="34" charset="0"/>
                <a:cs typeface="Arial" pitchFamily="34" charset="0"/>
              </a:defRPr>
            </a:lvl4pPr>
            <a:lvl5pPr marL="2057400" indent="-228600" eaLnBrk="0" hangingPunct="0">
              <a:defRPr sz="2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
                <a:srgbClr val="323232"/>
              </a:buClr>
              <a:buSzPct val="75000"/>
              <a:buFontTx/>
              <a:buNone/>
              <a:tabLst/>
              <a:defRPr/>
            </a:pPr>
            <a:r>
              <a:rPr kumimoji="0" lang="fr-BE" altLang="en-US" sz="700" b="1" i="0" u="none" strike="noStrike" kern="1200" cap="none" spc="0" normalizeH="0" baseline="0" noProof="0" dirty="0">
                <a:ln>
                  <a:noFill/>
                </a:ln>
                <a:solidFill>
                  <a:srgbClr val="000000"/>
                </a:solidFill>
                <a:effectLst/>
                <a:uLnTx/>
                <a:uFillTx/>
                <a:latin typeface="Open Sans"/>
                <a:ea typeface="+mn-ea"/>
                <a:cs typeface="Open Sans"/>
              </a:rPr>
              <a:t>8</a:t>
            </a:r>
          </a:p>
        </p:txBody>
      </p:sp>
      <p:sp>
        <p:nvSpPr>
          <p:cNvPr id="159" name="Oval 55">
            <a:extLst>
              <a:ext uri="{FF2B5EF4-FFF2-40B4-BE49-F238E27FC236}">
                <a16:creationId xmlns:a16="http://schemas.microsoft.com/office/drawing/2014/main" id="{0B5D4E77-E7A0-4656-AA3B-5D56C8475D68}"/>
              </a:ext>
            </a:extLst>
          </p:cNvPr>
          <p:cNvSpPr>
            <a:spLocks noChangeArrowheads="1"/>
          </p:cNvSpPr>
          <p:nvPr/>
        </p:nvSpPr>
        <p:spPr bwMode="auto">
          <a:xfrm>
            <a:off x="9035762" y="4954686"/>
            <a:ext cx="180000" cy="180000"/>
          </a:xfrm>
          <a:prstGeom prst="ellipse">
            <a:avLst/>
          </a:prstGeom>
          <a:solidFill>
            <a:schemeClr val="accent4"/>
          </a:solidFill>
          <a:ln w="3175">
            <a:solidFill>
              <a:schemeClr val="accent2"/>
            </a:solidFill>
          </a:ln>
        </p:spPr>
        <p:txBody>
          <a:bodyPr lIns="0" rIns="0" anchor="ctr"/>
          <a:lstStyle>
            <a:lvl1pPr eaLnBrk="0" hangingPunct="0">
              <a:defRPr sz="2400">
                <a:solidFill>
                  <a:schemeClr val="tx1"/>
                </a:solidFill>
                <a:latin typeface="Arial" pitchFamily="34" charset="0"/>
                <a:cs typeface="Arial" pitchFamily="34" charset="0"/>
              </a:defRPr>
            </a:lvl1pPr>
            <a:lvl2pPr marL="742950" indent="-285750" eaLnBrk="0" hangingPunct="0">
              <a:defRPr sz="2400">
                <a:solidFill>
                  <a:schemeClr val="tx1"/>
                </a:solidFill>
                <a:latin typeface="Arial" pitchFamily="34" charset="0"/>
                <a:cs typeface="Arial" pitchFamily="34" charset="0"/>
              </a:defRPr>
            </a:lvl2pPr>
            <a:lvl3pPr marL="1143000" indent="-228600" eaLnBrk="0" hangingPunct="0">
              <a:defRPr sz="2400">
                <a:solidFill>
                  <a:schemeClr val="tx1"/>
                </a:solidFill>
                <a:latin typeface="Arial" pitchFamily="34" charset="0"/>
                <a:cs typeface="Arial" pitchFamily="34" charset="0"/>
              </a:defRPr>
            </a:lvl3pPr>
            <a:lvl4pPr marL="1600200" indent="-228600" eaLnBrk="0" hangingPunct="0">
              <a:defRPr sz="2400">
                <a:solidFill>
                  <a:schemeClr val="tx1"/>
                </a:solidFill>
                <a:latin typeface="Arial" pitchFamily="34" charset="0"/>
                <a:cs typeface="Arial" pitchFamily="34" charset="0"/>
              </a:defRPr>
            </a:lvl4pPr>
            <a:lvl5pPr marL="2057400" indent="-228600" eaLnBrk="0" hangingPunct="0">
              <a:defRPr sz="2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
                <a:srgbClr val="323232"/>
              </a:buClr>
              <a:buSzPct val="75000"/>
              <a:buFontTx/>
              <a:buNone/>
              <a:tabLst/>
              <a:defRPr/>
            </a:pPr>
            <a:r>
              <a:rPr kumimoji="0" lang="fr-BE" altLang="en-US" sz="700" b="1" i="0" u="none" strike="noStrike" kern="1200" cap="none" spc="0" normalizeH="0" baseline="0" noProof="0" dirty="0">
                <a:ln>
                  <a:noFill/>
                </a:ln>
                <a:solidFill>
                  <a:srgbClr val="000000"/>
                </a:solidFill>
                <a:effectLst/>
                <a:uLnTx/>
                <a:uFillTx/>
                <a:latin typeface="Open Sans"/>
                <a:ea typeface="+mn-ea"/>
                <a:cs typeface="Open Sans"/>
              </a:rPr>
              <a:t>9</a:t>
            </a:r>
          </a:p>
        </p:txBody>
      </p:sp>
      <p:sp>
        <p:nvSpPr>
          <p:cNvPr id="166" name="Oval 55">
            <a:extLst>
              <a:ext uri="{FF2B5EF4-FFF2-40B4-BE49-F238E27FC236}">
                <a16:creationId xmlns:a16="http://schemas.microsoft.com/office/drawing/2014/main" id="{A7525C32-C84F-4D07-A40F-471B0F3F3188}"/>
              </a:ext>
            </a:extLst>
          </p:cNvPr>
          <p:cNvSpPr>
            <a:spLocks noChangeArrowheads="1"/>
          </p:cNvSpPr>
          <p:nvPr/>
        </p:nvSpPr>
        <p:spPr bwMode="auto">
          <a:xfrm>
            <a:off x="10745274" y="5407422"/>
            <a:ext cx="180000" cy="180000"/>
          </a:xfrm>
          <a:prstGeom prst="ellipse">
            <a:avLst/>
          </a:prstGeom>
          <a:solidFill>
            <a:schemeClr val="accent4"/>
          </a:solidFill>
          <a:ln w="3175">
            <a:solidFill>
              <a:schemeClr val="accent2"/>
            </a:solidFill>
          </a:ln>
        </p:spPr>
        <p:txBody>
          <a:bodyPr lIns="0" rIns="0" anchor="ctr"/>
          <a:lstStyle>
            <a:lvl1pPr eaLnBrk="0" hangingPunct="0">
              <a:defRPr sz="2400">
                <a:solidFill>
                  <a:schemeClr val="tx1"/>
                </a:solidFill>
                <a:latin typeface="Arial" pitchFamily="34" charset="0"/>
                <a:cs typeface="Arial" pitchFamily="34" charset="0"/>
              </a:defRPr>
            </a:lvl1pPr>
            <a:lvl2pPr marL="742950" indent="-285750" eaLnBrk="0" hangingPunct="0">
              <a:defRPr sz="2400">
                <a:solidFill>
                  <a:schemeClr val="tx1"/>
                </a:solidFill>
                <a:latin typeface="Arial" pitchFamily="34" charset="0"/>
                <a:cs typeface="Arial" pitchFamily="34" charset="0"/>
              </a:defRPr>
            </a:lvl2pPr>
            <a:lvl3pPr marL="1143000" indent="-228600" eaLnBrk="0" hangingPunct="0">
              <a:defRPr sz="2400">
                <a:solidFill>
                  <a:schemeClr val="tx1"/>
                </a:solidFill>
                <a:latin typeface="Arial" pitchFamily="34" charset="0"/>
                <a:cs typeface="Arial" pitchFamily="34" charset="0"/>
              </a:defRPr>
            </a:lvl3pPr>
            <a:lvl4pPr marL="1600200" indent="-228600" eaLnBrk="0" hangingPunct="0">
              <a:defRPr sz="2400">
                <a:solidFill>
                  <a:schemeClr val="tx1"/>
                </a:solidFill>
                <a:latin typeface="Arial" pitchFamily="34" charset="0"/>
                <a:cs typeface="Arial" pitchFamily="34" charset="0"/>
              </a:defRPr>
            </a:lvl4pPr>
            <a:lvl5pPr marL="2057400" indent="-228600" eaLnBrk="0" hangingPunct="0">
              <a:defRPr sz="2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
                <a:srgbClr val="323232"/>
              </a:buClr>
              <a:buSzPct val="75000"/>
              <a:buFontTx/>
              <a:buNone/>
              <a:tabLst/>
              <a:defRPr/>
            </a:pPr>
            <a:r>
              <a:rPr kumimoji="0" lang="fr-BE" altLang="en-US" sz="700" b="1" i="0" u="none" strike="noStrike" kern="1200" cap="none" spc="0" normalizeH="0" baseline="0" noProof="0" dirty="0">
                <a:ln>
                  <a:noFill/>
                </a:ln>
                <a:solidFill>
                  <a:srgbClr val="000000"/>
                </a:solidFill>
                <a:effectLst/>
                <a:uLnTx/>
                <a:uFillTx/>
                <a:latin typeface="Open Sans"/>
                <a:ea typeface="+mn-ea"/>
                <a:cs typeface="Open Sans"/>
              </a:rPr>
              <a:t>10</a:t>
            </a:r>
          </a:p>
        </p:txBody>
      </p:sp>
      <p:sp>
        <p:nvSpPr>
          <p:cNvPr id="176" name="Rectangle 175">
            <a:extLst>
              <a:ext uri="{FF2B5EF4-FFF2-40B4-BE49-F238E27FC236}">
                <a16:creationId xmlns:a16="http://schemas.microsoft.com/office/drawing/2014/main" id="{B25D2481-DFF2-48AB-BBE7-17020F51028A}"/>
              </a:ext>
            </a:extLst>
          </p:cNvPr>
          <p:cNvSpPr/>
          <p:nvPr/>
        </p:nvSpPr>
        <p:spPr>
          <a:xfrm>
            <a:off x="4020805" y="6011816"/>
            <a:ext cx="2360677" cy="759680"/>
          </a:xfrm>
          <a:prstGeom prst="rect">
            <a:avLst/>
          </a:prstGeom>
          <a:solidFill>
            <a:schemeClr val="bg1">
              <a:lumMod val="95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171450" indent="-171450">
              <a:buFont typeface="Arial" panose="020B0604020202020204" pitchFamily="34" charset="0"/>
              <a:buChar char="•"/>
              <a:defRPr/>
            </a:pPr>
            <a:r>
              <a:rPr kumimoji="0" lang="fr-BE" sz="700" b="0" i="0" u="none" strike="noStrike" kern="1200" cap="none" spc="0" normalizeH="0" baseline="0" noProof="0" dirty="0">
                <a:ln>
                  <a:noFill/>
                </a:ln>
                <a:solidFill>
                  <a:srgbClr val="000000"/>
                </a:solidFill>
                <a:effectLst/>
                <a:uLnTx/>
                <a:uFillTx/>
                <a:latin typeface="Open Sans"/>
                <a:ea typeface="+mn-ea"/>
                <a:cs typeface="+mn-cs"/>
              </a:rPr>
              <a:t>Barre de recherche suffisamment large que pour couvrir toutes les requêtes et sujets </a:t>
            </a:r>
          </a:p>
          <a:p>
            <a:pPr marL="171450" indent="-171450">
              <a:buFont typeface="Arial" panose="020B0604020202020204" pitchFamily="34" charset="0"/>
              <a:buChar char="•"/>
              <a:defRPr/>
            </a:pPr>
            <a:r>
              <a:rPr kumimoji="0" lang="fr-BE" sz="700" b="0" i="0" u="none" strike="noStrike" kern="1200" cap="none" spc="0" normalizeH="0" baseline="0" noProof="0" dirty="0">
                <a:ln>
                  <a:noFill/>
                </a:ln>
                <a:solidFill>
                  <a:srgbClr val="000000"/>
                </a:solidFill>
                <a:effectLst/>
                <a:uLnTx/>
                <a:uFillTx/>
                <a:latin typeface="Open Sans"/>
                <a:ea typeface="+mn-ea"/>
                <a:cs typeface="+mn-cs"/>
              </a:rPr>
              <a:t>Résumé en haut des pages de contenu </a:t>
            </a:r>
          </a:p>
          <a:p>
            <a:pPr marL="171450" indent="-171450">
              <a:buFont typeface="Arial" panose="020B0604020202020204" pitchFamily="34" charset="0"/>
              <a:buChar char="•"/>
              <a:defRPr/>
            </a:pPr>
            <a:r>
              <a:rPr lang="fr-BE" sz="700" dirty="0">
                <a:solidFill>
                  <a:srgbClr val="000000"/>
                </a:solidFill>
                <a:latin typeface="Open Sans"/>
              </a:rPr>
              <a:t>Check-list des choses à faire quand on loue son bien pour la première fois </a:t>
            </a:r>
          </a:p>
          <a:p>
            <a:pPr marL="171450" indent="-171450">
              <a:buFont typeface="Arial" panose="020B0604020202020204" pitchFamily="34" charset="0"/>
              <a:buChar char="•"/>
              <a:defRPr/>
            </a:pPr>
            <a:r>
              <a:rPr kumimoji="0" lang="fr-BE" sz="700" b="0" i="0" u="none" strike="noStrike" kern="1200" cap="none" spc="0" normalizeH="0" baseline="0" noProof="0" dirty="0">
                <a:ln>
                  <a:noFill/>
                </a:ln>
                <a:solidFill>
                  <a:srgbClr val="000000"/>
                </a:solidFill>
                <a:effectLst/>
                <a:uLnTx/>
                <a:uFillTx/>
                <a:latin typeface="Open Sans"/>
                <a:ea typeface="+mn-ea"/>
                <a:cs typeface="+mn-cs"/>
              </a:rPr>
              <a:t>Visualisation de document avant de télécharger</a:t>
            </a:r>
          </a:p>
        </p:txBody>
      </p:sp>
      <p:sp>
        <p:nvSpPr>
          <p:cNvPr id="177" name="Rectangle 176">
            <a:extLst>
              <a:ext uri="{FF2B5EF4-FFF2-40B4-BE49-F238E27FC236}">
                <a16:creationId xmlns:a16="http://schemas.microsoft.com/office/drawing/2014/main" id="{962C7285-697F-41AE-A8D1-E392FF403885}"/>
              </a:ext>
            </a:extLst>
          </p:cNvPr>
          <p:cNvSpPr/>
          <p:nvPr/>
        </p:nvSpPr>
        <p:spPr>
          <a:xfrm>
            <a:off x="6435765" y="6012595"/>
            <a:ext cx="2377735" cy="759680"/>
          </a:xfrm>
          <a:prstGeom prst="rect">
            <a:avLst/>
          </a:prstGeom>
          <a:solidFill>
            <a:schemeClr val="bg1">
              <a:lumMod val="95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171450" indent="-171450">
              <a:buFont typeface="Arial" panose="020B0604020202020204" pitchFamily="34" charset="0"/>
              <a:buChar char="•"/>
              <a:defRPr/>
            </a:pPr>
            <a:r>
              <a:rPr lang="fr-BE" sz="700" dirty="0">
                <a:solidFill>
                  <a:srgbClr val="000000"/>
                </a:solidFill>
              </a:rPr>
              <a:t>Fournir des conseils pour remplir le contrat de bail (tuto, </a:t>
            </a:r>
            <a:r>
              <a:rPr lang="fr-BE" sz="700" dirty="0" err="1">
                <a:solidFill>
                  <a:srgbClr val="000000"/>
                </a:solidFill>
              </a:rPr>
              <a:t>tips</a:t>
            </a:r>
            <a:r>
              <a:rPr lang="fr-BE" sz="700" dirty="0">
                <a:solidFill>
                  <a:srgbClr val="000000"/>
                </a:solidFill>
              </a:rPr>
              <a:t> and tricks, etc.)</a:t>
            </a:r>
          </a:p>
          <a:p>
            <a:pPr marL="171450" indent="-171450">
              <a:buFont typeface="Arial" panose="020B0604020202020204" pitchFamily="34" charset="0"/>
              <a:buChar char="•"/>
              <a:defRPr/>
            </a:pPr>
            <a:r>
              <a:rPr lang="fr-BE" sz="700" dirty="0">
                <a:solidFill>
                  <a:srgbClr val="000000"/>
                </a:solidFill>
              </a:rPr>
              <a:t>Ajouter des liens vers des sites qui aident à la création de baux.</a:t>
            </a:r>
          </a:p>
        </p:txBody>
      </p:sp>
      <p:sp>
        <p:nvSpPr>
          <p:cNvPr id="178" name="Rectangle 177">
            <a:extLst>
              <a:ext uri="{FF2B5EF4-FFF2-40B4-BE49-F238E27FC236}">
                <a16:creationId xmlns:a16="http://schemas.microsoft.com/office/drawing/2014/main" id="{F0F2CF3D-DB58-4603-9636-5F92DBEE920D}"/>
              </a:ext>
            </a:extLst>
          </p:cNvPr>
          <p:cNvSpPr/>
          <p:nvPr/>
        </p:nvSpPr>
        <p:spPr>
          <a:xfrm>
            <a:off x="1552574" y="6012595"/>
            <a:ext cx="2376000" cy="759680"/>
          </a:xfrm>
          <a:prstGeom prst="rect">
            <a:avLst/>
          </a:prstGeom>
          <a:solidFill>
            <a:schemeClr val="bg1">
              <a:lumMod val="95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BE" sz="700" dirty="0">
                <a:solidFill>
                  <a:srgbClr val="000000"/>
                </a:solidFill>
                <a:latin typeface="Open Sans"/>
              </a:rPr>
              <a:t>Expliquer quelle est la plus-value du site Bruxelles Logement et de son rôle par rapport aux autres sites du logement </a:t>
            </a:r>
          </a:p>
        </p:txBody>
      </p:sp>
      <p:sp>
        <p:nvSpPr>
          <p:cNvPr id="179" name="Rectangle 178">
            <a:extLst>
              <a:ext uri="{FF2B5EF4-FFF2-40B4-BE49-F238E27FC236}">
                <a16:creationId xmlns:a16="http://schemas.microsoft.com/office/drawing/2014/main" id="{912F0A17-372C-4130-930D-7298F001868D}"/>
              </a:ext>
            </a:extLst>
          </p:cNvPr>
          <p:cNvSpPr/>
          <p:nvPr/>
        </p:nvSpPr>
        <p:spPr>
          <a:xfrm>
            <a:off x="628649" y="6016434"/>
            <a:ext cx="850669" cy="759680"/>
          </a:xfrm>
          <a:prstGeom prst="rect">
            <a:avLst/>
          </a:prstGeom>
          <a:solidFill>
            <a:schemeClr val="bg1">
              <a:lumMod val="75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r-BE" sz="800" b="1" i="0" u="none" strike="noStrike" kern="1200" cap="none" spc="0" normalizeH="0" baseline="0" noProof="0" dirty="0">
                <a:ln>
                  <a:noFill/>
                </a:ln>
                <a:solidFill>
                  <a:srgbClr val="000000"/>
                </a:solidFill>
                <a:effectLst/>
                <a:uLnTx/>
                <a:uFillTx/>
                <a:latin typeface="Open Sans"/>
                <a:ea typeface="+mn-ea"/>
                <a:cs typeface="+mn-cs"/>
              </a:rPr>
              <a:t>CHALLENGES</a:t>
            </a:r>
            <a:endParaRPr kumimoji="0" lang="fr-BE" sz="600" b="1" i="0" u="none" strike="noStrike" kern="1200" cap="none" spc="0" normalizeH="0" baseline="0" noProof="0" dirty="0">
              <a:ln>
                <a:noFill/>
              </a:ln>
              <a:solidFill>
                <a:srgbClr val="000000"/>
              </a:solidFill>
              <a:effectLst/>
              <a:uLnTx/>
              <a:uFillTx/>
              <a:latin typeface="Open Sans"/>
              <a:ea typeface="+mn-ea"/>
              <a:cs typeface="+mn-cs"/>
            </a:endParaRPr>
          </a:p>
        </p:txBody>
      </p:sp>
      <p:sp>
        <p:nvSpPr>
          <p:cNvPr id="180" name="Rectangle 179">
            <a:extLst>
              <a:ext uri="{FF2B5EF4-FFF2-40B4-BE49-F238E27FC236}">
                <a16:creationId xmlns:a16="http://schemas.microsoft.com/office/drawing/2014/main" id="{02DFEEF3-BD9A-46FF-ABD5-A02BBDFDED93}"/>
              </a:ext>
            </a:extLst>
          </p:cNvPr>
          <p:cNvSpPr/>
          <p:nvPr/>
        </p:nvSpPr>
        <p:spPr>
          <a:xfrm>
            <a:off x="8876637" y="6010144"/>
            <a:ext cx="2376000" cy="759680"/>
          </a:xfrm>
          <a:prstGeom prst="rect">
            <a:avLst/>
          </a:prstGeom>
          <a:solidFill>
            <a:schemeClr val="bg1">
              <a:lumMod val="95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BE" sz="700" b="0" i="0" u="none" strike="noStrike" kern="1200" cap="none" spc="0" normalizeH="0" baseline="0" noProof="0" dirty="0">
                <a:ln>
                  <a:noFill/>
                </a:ln>
                <a:solidFill>
                  <a:srgbClr val="000000"/>
                </a:solidFill>
                <a:effectLst/>
                <a:uLnTx/>
                <a:uFillTx/>
                <a:latin typeface="Open Sans"/>
                <a:ea typeface="+mn-ea"/>
                <a:cs typeface="+mn-cs"/>
              </a:rPr>
              <a:t>Expliquer clairement qui fait quoi dans le paysage du logement bruxellois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BE" sz="700" dirty="0">
                <a:solidFill>
                  <a:srgbClr val="000000"/>
                </a:solidFill>
                <a:latin typeface="Open Sans"/>
              </a:rPr>
              <a:t>Formulaire de contact intelligent qui envoie la requête vers la bonne administration. </a:t>
            </a:r>
            <a:endParaRPr kumimoji="0" lang="fr-BE" sz="700" b="0" i="0" u="none" strike="noStrike" kern="1200" cap="none" spc="0" normalizeH="0" baseline="0" noProof="0" dirty="0">
              <a:ln>
                <a:noFill/>
              </a:ln>
              <a:solidFill>
                <a:srgbClr val="000000"/>
              </a:solidFill>
              <a:effectLst/>
              <a:uLnTx/>
              <a:uFillTx/>
              <a:latin typeface="Open Sans"/>
              <a:ea typeface="+mn-ea"/>
              <a:cs typeface="+mn-cs"/>
            </a:endParaRPr>
          </a:p>
        </p:txBody>
      </p:sp>
      <p:grpSp>
        <p:nvGrpSpPr>
          <p:cNvPr id="182" name="Groupe 4">
            <a:extLst>
              <a:ext uri="{FF2B5EF4-FFF2-40B4-BE49-F238E27FC236}">
                <a16:creationId xmlns:a16="http://schemas.microsoft.com/office/drawing/2014/main" id="{D9B56BA4-1064-4736-9D02-A8B6926F60AF}"/>
              </a:ext>
            </a:extLst>
          </p:cNvPr>
          <p:cNvGrpSpPr/>
          <p:nvPr/>
        </p:nvGrpSpPr>
        <p:grpSpPr>
          <a:xfrm>
            <a:off x="9071763" y="2301543"/>
            <a:ext cx="2137029" cy="251914"/>
            <a:chOff x="1718691" y="1835571"/>
            <a:chExt cx="2137029" cy="251914"/>
          </a:xfrm>
        </p:grpSpPr>
        <p:sp>
          <p:nvSpPr>
            <p:cNvPr id="183" name="Oval 55">
              <a:extLst>
                <a:ext uri="{FF2B5EF4-FFF2-40B4-BE49-F238E27FC236}">
                  <a16:creationId xmlns:a16="http://schemas.microsoft.com/office/drawing/2014/main" id="{9435DFCE-FABC-411E-BCED-0BD00CA0A5E8}"/>
                </a:ext>
              </a:extLst>
            </p:cNvPr>
            <p:cNvSpPr>
              <a:spLocks noChangeArrowheads="1"/>
            </p:cNvSpPr>
            <p:nvPr/>
          </p:nvSpPr>
          <p:spPr bwMode="auto">
            <a:xfrm>
              <a:off x="1718691" y="1889528"/>
              <a:ext cx="144000" cy="144000"/>
            </a:xfrm>
            <a:prstGeom prst="ellipse">
              <a:avLst/>
            </a:prstGeom>
            <a:solidFill>
              <a:schemeClr val="accent4"/>
            </a:solidFill>
            <a:ln w="3175">
              <a:solidFill>
                <a:schemeClr val="accent2"/>
              </a:solidFill>
            </a:ln>
          </p:spPr>
          <p:txBody>
            <a:bodyPr lIns="0" rIns="0" anchor="ctr"/>
            <a:lstStyle>
              <a:lvl1pPr eaLnBrk="0" hangingPunct="0">
                <a:defRPr sz="2400">
                  <a:solidFill>
                    <a:schemeClr val="tx1"/>
                  </a:solidFill>
                  <a:latin typeface="Arial" pitchFamily="34" charset="0"/>
                  <a:cs typeface="Arial" pitchFamily="34" charset="0"/>
                </a:defRPr>
              </a:lvl1pPr>
              <a:lvl2pPr marL="742950" indent="-285750" eaLnBrk="0" hangingPunct="0">
                <a:defRPr sz="2400">
                  <a:solidFill>
                    <a:schemeClr val="tx1"/>
                  </a:solidFill>
                  <a:latin typeface="Arial" pitchFamily="34" charset="0"/>
                  <a:cs typeface="Arial" pitchFamily="34" charset="0"/>
                </a:defRPr>
              </a:lvl2pPr>
              <a:lvl3pPr marL="1143000" indent="-228600" eaLnBrk="0" hangingPunct="0">
                <a:defRPr sz="2400">
                  <a:solidFill>
                    <a:schemeClr val="tx1"/>
                  </a:solidFill>
                  <a:latin typeface="Arial" pitchFamily="34" charset="0"/>
                  <a:cs typeface="Arial" pitchFamily="34" charset="0"/>
                </a:defRPr>
              </a:lvl3pPr>
              <a:lvl4pPr marL="1600200" indent="-228600" eaLnBrk="0" hangingPunct="0">
                <a:defRPr sz="2400">
                  <a:solidFill>
                    <a:schemeClr val="tx1"/>
                  </a:solidFill>
                  <a:latin typeface="Arial" pitchFamily="34" charset="0"/>
                  <a:cs typeface="Arial" pitchFamily="34" charset="0"/>
                </a:defRPr>
              </a:lvl4pPr>
              <a:lvl5pPr marL="2057400" indent="-228600" eaLnBrk="0" hangingPunct="0">
                <a:defRPr sz="24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
                  <a:srgbClr val="323232"/>
                </a:buClr>
                <a:buSzPct val="75000"/>
                <a:buFontTx/>
                <a:buNone/>
                <a:tabLst/>
                <a:defRPr/>
              </a:pPr>
              <a:r>
                <a:rPr kumimoji="0" lang="fr-BE" altLang="en-US" sz="600" b="1" i="0" u="none" strike="noStrike" kern="1200" cap="none" spc="0" normalizeH="0" baseline="0" noProof="0" dirty="0">
                  <a:ln>
                    <a:noFill/>
                  </a:ln>
                  <a:solidFill>
                    <a:srgbClr val="000000"/>
                  </a:solidFill>
                  <a:effectLst/>
                  <a:uLnTx/>
                  <a:uFillTx/>
                  <a:latin typeface="Open Sans"/>
                  <a:ea typeface="+mn-ea"/>
                  <a:cs typeface="Open Sans"/>
                </a:rPr>
                <a:t>10</a:t>
              </a:r>
            </a:p>
          </p:txBody>
        </p:sp>
        <p:sp>
          <p:nvSpPr>
            <p:cNvPr id="186" name="Rectangle 185">
              <a:extLst>
                <a:ext uri="{FF2B5EF4-FFF2-40B4-BE49-F238E27FC236}">
                  <a16:creationId xmlns:a16="http://schemas.microsoft.com/office/drawing/2014/main" id="{5DD08D0E-028D-48FC-A279-F7D62F15D00E}"/>
                </a:ext>
              </a:extLst>
            </p:cNvPr>
            <p:cNvSpPr/>
            <p:nvPr/>
          </p:nvSpPr>
          <p:spPr>
            <a:xfrm>
              <a:off x="1862690" y="1835571"/>
              <a:ext cx="1993030" cy="25191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fr-BE" sz="700" dirty="0">
                  <a:solidFill>
                    <a:sysClr val="windowText" lastClr="000000"/>
                  </a:solidFill>
                </a:rPr>
                <a:t>Il y a trop d’options, alors je décide de continuer à chercher sur un autre site.</a:t>
              </a:r>
            </a:p>
          </p:txBody>
        </p:sp>
      </p:grpSp>
      <p:grpSp>
        <p:nvGrpSpPr>
          <p:cNvPr id="129" name="Group 128">
            <a:extLst>
              <a:ext uri="{FF2B5EF4-FFF2-40B4-BE49-F238E27FC236}">
                <a16:creationId xmlns:a16="http://schemas.microsoft.com/office/drawing/2014/main" id="{A1B1F6D1-4D82-42F3-9556-8D3525CA98EE}"/>
              </a:ext>
            </a:extLst>
          </p:cNvPr>
          <p:cNvGrpSpPr/>
          <p:nvPr/>
        </p:nvGrpSpPr>
        <p:grpSpPr>
          <a:xfrm>
            <a:off x="2445096" y="3281277"/>
            <a:ext cx="582128" cy="260118"/>
            <a:chOff x="9938637" y="3278689"/>
            <a:chExt cx="582128" cy="260118"/>
          </a:xfrm>
        </p:grpSpPr>
        <p:grpSp>
          <p:nvGrpSpPr>
            <p:cNvPr id="171" name="Group 166">
              <a:extLst>
                <a:ext uri="{FF2B5EF4-FFF2-40B4-BE49-F238E27FC236}">
                  <a16:creationId xmlns:a16="http://schemas.microsoft.com/office/drawing/2014/main" id="{1E96B03C-B796-4534-B8BE-9214B2A02992}"/>
                </a:ext>
              </a:extLst>
            </p:cNvPr>
            <p:cNvGrpSpPr>
              <a:grpSpLocks noChangeAspect="1"/>
            </p:cNvGrpSpPr>
            <p:nvPr/>
          </p:nvGrpSpPr>
          <p:grpSpPr>
            <a:xfrm>
              <a:off x="9938637" y="3278689"/>
              <a:ext cx="252000" cy="252000"/>
              <a:chOff x="9353551" y="823913"/>
              <a:chExt cx="522288" cy="522288"/>
            </a:xfrm>
          </p:grpSpPr>
          <p:sp>
            <p:nvSpPr>
              <p:cNvPr id="192" name="Freeform 40">
                <a:extLst>
                  <a:ext uri="{FF2B5EF4-FFF2-40B4-BE49-F238E27FC236}">
                    <a16:creationId xmlns:a16="http://schemas.microsoft.com/office/drawing/2014/main" id="{E4B0BEBE-5490-465C-9B9B-E767E56B9BB5}"/>
                  </a:ext>
                </a:extLst>
              </p:cNvPr>
              <p:cNvSpPr>
                <a:spLocks noEditPoints="1"/>
              </p:cNvSpPr>
              <p:nvPr/>
            </p:nvSpPr>
            <p:spPr bwMode="auto">
              <a:xfrm>
                <a:off x="9353551" y="823913"/>
                <a:ext cx="522288" cy="522288"/>
              </a:xfrm>
              <a:custGeom>
                <a:avLst/>
                <a:gdLst>
                  <a:gd name="T0" fmla="*/ 311 w 656"/>
                  <a:gd name="T1" fmla="*/ 657 h 659"/>
                  <a:gd name="T2" fmla="*/ 262 w 656"/>
                  <a:gd name="T3" fmla="*/ 652 h 659"/>
                  <a:gd name="T4" fmla="*/ 200 w 656"/>
                  <a:gd name="T5" fmla="*/ 633 h 659"/>
                  <a:gd name="T6" fmla="*/ 119 w 656"/>
                  <a:gd name="T7" fmla="*/ 583 h 659"/>
                  <a:gd name="T8" fmla="*/ 56 w 656"/>
                  <a:gd name="T9" fmla="*/ 514 h 659"/>
                  <a:gd name="T10" fmla="*/ 14 w 656"/>
                  <a:gd name="T11" fmla="*/ 428 h 659"/>
                  <a:gd name="T12" fmla="*/ 4 w 656"/>
                  <a:gd name="T13" fmla="*/ 379 h 659"/>
                  <a:gd name="T14" fmla="*/ 0 w 656"/>
                  <a:gd name="T15" fmla="*/ 329 h 659"/>
                  <a:gd name="T16" fmla="*/ 1 w 656"/>
                  <a:gd name="T17" fmla="*/ 296 h 659"/>
                  <a:gd name="T18" fmla="*/ 9 w 656"/>
                  <a:gd name="T19" fmla="*/ 248 h 659"/>
                  <a:gd name="T20" fmla="*/ 39 w 656"/>
                  <a:gd name="T21" fmla="*/ 172 h 659"/>
                  <a:gd name="T22" fmla="*/ 96 w 656"/>
                  <a:gd name="T23" fmla="*/ 97 h 659"/>
                  <a:gd name="T24" fmla="*/ 172 w 656"/>
                  <a:gd name="T25" fmla="*/ 41 h 659"/>
                  <a:gd name="T26" fmla="*/ 245 w 656"/>
                  <a:gd name="T27" fmla="*/ 11 h 659"/>
                  <a:gd name="T28" fmla="*/ 295 w 656"/>
                  <a:gd name="T29" fmla="*/ 3 h 659"/>
                  <a:gd name="T30" fmla="*/ 329 w 656"/>
                  <a:gd name="T31" fmla="*/ 0 h 659"/>
                  <a:gd name="T32" fmla="*/ 378 w 656"/>
                  <a:gd name="T33" fmla="*/ 4 h 659"/>
                  <a:gd name="T34" fmla="*/ 425 w 656"/>
                  <a:gd name="T35" fmla="*/ 15 h 659"/>
                  <a:gd name="T36" fmla="*/ 511 w 656"/>
                  <a:gd name="T37" fmla="*/ 57 h 659"/>
                  <a:gd name="T38" fmla="*/ 581 w 656"/>
                  <a:gd name="T39" fmla="*/ 120 h 659"/>
                  <a:gd name="T40" fmla="*/ 631 w 656"/>
                  <a:gd name="T41" fmla="*/ 202 h 659"/>
                  <a:gd name="T42" fmla="*/ 650 w 656"/>
                  <a:gd name="T43" fmla="*/ 264 h 659"/>
                  <a:gd name="T44" fmla="*/ 656 w 656"/>
                  <a:gd name="T45" fmla="*/ 312 h 659"/>
                  <a:gd name="T46" fmla="*/ 656 w 656"/>
                  <a:gd name="T47" fmla="*/ 347 h 659"/>
                  <a:gd name="T48" fmla="*/ 650 w 656"/>
                  <a:gd name="T49" fmla="*/ 395 h 659"/>
                  <a:gd name="T50" fmla="*/ 631 w 656"/>
                  <a:gd name="T51" fmla="*/ 457 h 659"/>
                  <a:gd name="T52" fmla="*/ 581 w 656"/>
                  <a:gd name="T53" fmla="*/ 539 h 659"/>
                  <a:gd name="T54" fmla="*/ 511 w 656"/>
                  <a:gd name="T55" fmla="*/ 602 h 659"/>
                  <a:gd name="T56" fmla="*/ 425 w 656"/>
                  <a:gd name="T57" fmla="*/ 644 h 659"/>
                  <a:gd name="T58" fmla="*/ 378 w 656"/>
                  <a:gd name="T59" fmla="*/ 655 h 659"/>
                  <a:gd name="T60" fmla="*/ 329 w 656"/>
                  <a:gd name="T61" fmla="*/ 659 h 659"/>
                  <a:gd name="T62" fmla="*/ 329 w 656"/>
                  <a:gd name="T63" fmla="*/ 38 h 659"/>
                  <a:gd name="T64" fmla="*/ 241 w 656"/>
                  <a:gd name="T65" fmla="*/ 51 h 659"/>
                  <a:gd name="T66" fmla="*/ 165 w 656"/>
                  <a:gd name="T67" fmla="*/ 88 h 659"/>
                  <a:gd name="T68" fmla="*/ 103 w 656"/>
                  <a:gd name="T69" fmla="*/ 144 h 659"/>
                  <a:gd name="T70" fmla="*/ 60 w 656"/>
                  <a:gd name="T71" fmla="*/ 217 h 659"/>
                  <a:gd name="T72" fmla="*/ 39 w 656"/>
                  <a:gd name="T73" fmla="*/ 300 h 659"/>
                  <a:gd name="T74" fmla="*/ 39 w 656"/>
                  <a:gd name="T75" fmla="*/ 359 h 659"/>
                  <a:gd name="T76" fmla="*/ 60 w 656"/>
                  <a:gd name="T77" fmla="*/ 442 h 659"/>
                  <a:gd name="T78" fmla="*/ 103 w 656"/>
                  <a:gd name="T79" fmla="*/ 515 h 659"/>
                  <a:gd name="T80" fmla="*/ 165 w 656"/>
                  <a:gd name="T81" fmla="*/ 571 h 659"/>
                  <a:gd name="T82" fmla="*/ 241 w 656"/>
                  <a:gd name="T83" fmla="*/ 608 h 659"/>
                  <a:gd name="T84" fmla="*/ 329 w 656"/>
                  <a:gd name="T85" fmla="*/ 621 h 659"/>
                  <a:gd name="T86" fmla="*/ 386 w 656"/>
                  <a:gd name="T87" fmla="*/ 614 h 659"/>
                  <a:gd name="T88" fmla="*/ 467 w 656"/>
                  <a:gd name="T89" fmla="*/ 586 h 659"/>
                  <a:gd name="T90" fmla="*/ 534 w 656"/>
                  <a:gd name="T91" fmla="*/ 535 h 659"/>
                  <a:gd name="T92" fmla="*/ 584 w 656"/>
                  <a:gd name="T93" fmla="*/ 468 h 659"/>
                  <a:gd name="T94" fmla="*/ 613 w 656"/>
                  <a:gd name="T95" fmla="*/ 389 h 659"/>
                  <a:gd name="T96" fmla="*/ 619 w 656"/>
                  <a:gd name="T97" fmla="*/ 329 h 659"/>
                  <a:gd name="T98" fmla="*/ 607 w 656"/>
                  <a:gd name="T99" fmla="*/ 244 h 659"/>
                  <a:gd name="T100" fmla="*/ 569 w 656"/>
                  <a:gd name="T101" fmla="*/ 167 h 659"/>
                  <a:gd name="T102" fmla="*/ 513 w 656"/>
                  <a:gd name="T103" fmla="*/ 105 h 659"/>
                  <a:gd name="T104" fmla="*/ 442 w 656"/>
                  <a:gd name="T105" fmla="*/ 61 h 659"/>
                  <a:gd name="T106" fmla="*/ 358 w 656"/>
                  <a:gd name="T107" fmla="*/ 39 h 6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56" h="659">
                    <a:moveTo>
                      <a:pt x="329" y="659"/>
                    </a:moveTo>
                    <a:lnTo>
                      <a:pt x="329" y="659"/>
                    </a:lnTo>
                    <a:lnTo>
                      <a:pt x="311" y="657"/>
                    </a:lnTo>
                    <a:lnTo>
                      <a:pt x="295" y="657"/>
                    </a:lnTo>
                    <a:lnTo>
                      <a:pt x="278" y="655"/>
                    </a:lnTo>
                    <a:lnTo>
                      <a:pt x="262" y="652"/>
                    </a:lnTo>
                    <a:lnTo>
                      <a:pt x="245" y="648"/>
                    </a:lnTo>
                    <a:lnTo>
                      <a:pt x="231" y="644"/>
                    </a:lnTo>
                    <a:lnTo>
                      <a:pt x="200" y="633"/>
                    </a:lnTo>
                    <a:lnTo>
                      <a:pt x="172" y="618"/>
                    </a:lnTo>
                    <a:lnTo>
                      <a:pt x="145" y="602"/>
                    </a:lnTo>
                    <a:lnTo>
                      <a:pt x="119" y="583"/>
                    </a:lnTo>
                    <a:lnTo>
                      <a:pt x="96" y="562"/>
                    </a:lnTo>
                    <a:lnTo>
                      <a:pt x="75" y="539"/>
                    </a:lnTo>
                    <a:lnTo>
                      <a:pt x="56" y="514"/>
                    </a:lnTo>
                    <a:lnTo>
                      <a:pt x="39" y="487"/>
                    </a:lnTo>
                    <a:lnTo>
                      <a:pt x="25" y="457"/>
                    </a:lnTo>
                    <a:lnTo>
                      <a:pt x="14" y="428"/>
                    </a:lnTo>
                    <a:lnTo>
                      <a:pt x="9" y="411"/>
                    </a:lnTo>
                    <a:lnTo>
                      <a:pt x="6" y="395"/>
                    </a:lnTo>
                    <a:lnTo>
                      <a:pt x="4" y="379"/>
                    </a:lnTo>
                    <a:lnTo>
                      <a:pt x="1" y="363"/>
                    </a:lnTo>
                    <a:lnTo>
                      <a:pt x="0" y="347"/>
                    </a:lnTo>
                    <a:lnTo>
                      <a:pt x="0" y="329"/>
                    </a:lnTo>
                    <a:lnTo>
                      <a:pt x="0" y="329"/>
                    </a:lnTo>
                    <a:lnTo>
                      <a:pt x="0" y="312"/>
                    </a:lnTo>
                    <a:lnTo>
                      <a:pt x="1" y="296"/>
                    </a:lnTo>
                    <a:lnTo>
                      <a:pt x="4" y="280"/>
                    </a:lnTo>
                    <a:lnTo>
                      <a:pt x="6" y="264"/>
                    </a:lnTo>
                    <a:lnTo>
                      <a:pt x="9" y="248"/>
                    </a:lnTo>
                    <a:lnTo>
                      <a:pt x="14" y="231"/>
                    </a:lnTo>
                    <a:lnTo>
                      <a:pt x="25" y="202"/>
                    </a:lnTo>
                    <a:lnTo>
                      <a:pt x="39" y="172"/>
                    </a:lnTo>
                    <a:lnTo>
                      <a:pt x="56" y="145"/>
                    </a:lnTo>
                    <a:lnTo>
                      <a:pt x="75" y="120"/>
                    </a:lnTo>
                    <a:lnTo>
                      <a:pt x="96" y="97"/>
                    </a:lnTo>
                    <a:lnTo>
                      <a:pt x="119" y="76"/>
                    </a:lnTo>
                    <a:lnTo>
                      <a:pt x="145" y="57"/>
                    </a:lnTo>
                    <a:lnTo>
                      <a:pt x="172" y="41"/>
                    </a:lnTo>
                    <a:lnTo>
                      <a:pt x="200" y="27"/>
                    </a:lnTo>
                    <a:lnTo>
                      <a:pt x="231" y="15"/>
                    </a:lnTo>
                    <a:lnTo>
                      <a:pt x="245" y="11"/>
                    </a:lnTo>
                    <a:lnTo>
                      <a:pt x="262" y="7"/>
                    </a:lnTo>
                    <a:lnTo>
                      <a:pt x="278" y="4"/>
                    </a:lnTo>
                    <a:lnTo>
                      <a:pt x="295" y="3"/>
                    </a:lnTo>
                    <a:lnTo>
                      <a:pt x="311" y="2"/>
                    </a:lnTo>
                    <a:lnTo>
                      <a:pt x="329" y="0"/>
                    </a:lnTo>
                    <a:lnTo>
                      <a:pt x="329" y="0"/>
                    </a:lnTo>
                    <a:lnTo>
                      <a:pt x="345" y="2"/>
                    </a:lnTo>
                    <a:lnTo>
                      <a:pt x="362" y="3"/>
                    </a:lnTo>
                    <a:lnTo>
                      <a:pt x="378" y="4"/>
                    </a:lnTo>
                    <a:lnTo>
                      <a:pt x="395" y="7"/>
                    </a:lnTo>
                    <a:lnTo>
                      <a:pt x="411" y="11"/>
                    </a:lnTo>
                    <a:lnTo>
                      <a:pt x="425" y="15"/>
                    </a:lnTo>
                    <a:lnTo>
                      <a:pt x="456" y="27"/>
                    </a:lnTo>
                    <a:lnTo>
                      <a:pt x="485" y="41"/>
                    </a:lnTo>
                    <a:lnTo>
                      <a:pt x="511" y="57"/>
                    </a:lnTo>
                    <a:lnTo>
                      <a:pt x="537" y="76"/>
                    </a:lnTo>
                    <a:lnTo>
                      <a:pt x="561" y="97"/>
                    </a:lnTo>
                    <a:lnTo>
                      <a:pt x="581" y="120"/>
                    </a:lnTo>
                    <a:lnTo>
                      <a:pt x="600" y="145"/>
                    </a:lnTo>
                    <a:lnTo>
                      <a:pt x="618" y="172"/>
                    </a:lnTo>
                    <a:lnTo>
                      <a:pt x="631" y="202"/>
                    </a:lnTo>
                    <a:lnTo>
                      <a:pt x="642" y="231"/>
                    </a:lnTo>
                    <a:lnTo>
                      <a:pt x="647" y="248"/>
                    </a:lnTo>
                    <a:lnTo>
                      <a:pt x="650" y="264"/>
                    </a:lnTo>
                    <a:lnTo>
                      <a:pt x="652" y="280"/>
                    </a:lnTo>
                    <a:lnTo>
                      <a:pt x="655" y="296"/>
                    </a:lnTo>
                    <a:lnTo>
                      <a:pt x="656" y="312"/>
                    </a:lnTo>
                    <a:lnTo>
                      <a:pt x="656" y="329"/>
                    </a:lnTo>
                    <a:lnTo>
                      <a:pt x="656" y="329"/>
                    </a:lnTo>
                    <a:lnTo>
                      <a:pt x="656" y="347"/>
                    </a:lnTo>
                    <a:lnTo>
                      <a:pt x="655" y="363"/>
                    </a:lnTo>
                    <a:lnTo>
                      <a:pt x="652" y="379"/>
                    </a:lnTo>
                    <a:lnTo>
                      <a:pt x="650" y="395"/>
                    </a:lnTo>
                    <a:lnTo>
                      <a:pt x="647" y="411"/>
                    </a:lnTo>
                    <a:lnTo>
                      <a:pt x="642" y="428"/>
                    </a:lnTo>
                    <a:lnTo>
                      <a:pt x="631" y="457"/>
                    </a:lnTo>
                    <a:lnTo>
                      <a:pt x="618" y="487"/>
                    </a:lnTo>
                    <a:lnTo>
                      <a:pt x="600" y="514"/>
                    </a:lnTo>
                    <a:lnTo>
                      <a:pt x="581" y="539"/>
                    </a:lnTo>
                    <a:lnTo>
                      <a:pt x="561" y="562"/>
                    </a:lnTo>
                    <a:lnTo>
                      <a:pt x="537" y="583"/>
                    </a:lnTo>
                    <a:lnTo>
                      <a:pt x="511" y="602"/>
                    </a:lnTo>
                    <a:lnTo>
                      <a:pt x="485" y="618"/>
                    </a:lnTo>
                    <a:lnTo>
                      <a:pt x="456" y="633"/>
                    </a:lnTo>
                    <a:lnTo>
                      <a:pt x="425" y="644"/>
                    </a:lnTo>
                    <a:lnTo>
                      <a:pt x="411" y="648"/>
                    </a:lnTo>
                    <a:lnTo>
                      <a:pt x="395" y="652"/>
                    </a:lnTo>
                    <a:lnTo>
                      <a:pt x="378" y="655"/>
                    </a:lnTo>
                    <a:lnTo>
                      <a:pt x="362" y="657"/>
                    </a:lnTo>
                    <a:lnTo>
                      <a:pt x="345" y="657"/>
                    </a:lnTo>
                    <a:lnTo>
                      <a:pt x="329" y="659"/>
                    </a:lnTo>
                    <a:lnTo>
                      <a:pt x="329" y="659"/>
                    </a:lnTo>
                    <a:close/>
                    <a:moveTo>
                      <a:pt x="329" y="38"/>
                    </a:moveTo>
                    <a:lnTo>
                      <a:pt x="329" y="38"/>
                    </a:lnTo>
                    <a:lnTo>
                      <a:pt x="298" y="39"/>
                    </a:lnTo>
                    <a:lnTo>
                      <a:pt x="270" y="45"/>
                    </a:lnTo>
                    <a:lnTo>
                      <a:pt x="241" y="51"/>
                    </a:lnTo>
                    <a:lnTo>
                      <a:pt x="215" y="61"/>
                    </a:lnTo>
                    <a:lnTo>
                      <a:pt x="189" y="73"/>
                    </a:lnTo>
                    <a:lnTo>
                      <a:pt x="165" y="88"/>
                    </a:lnTo>
                    <a:lnTo>
                      <a:pt x="143" y="105"/>
                    </a:lnTo>
                    <a:lnTo>
                      <a:pt x="122" y="124"/>
                    </a:lnTo>
                    <a:lnTo>
                      <a:pt x="103" y="144"/>
                    </a:lnTo>
                    <a:lnTo>
                      <a:pt x="87" y="167"/>
                    </a:lnTo>
                    <a:lnTo>
                      <a:pt x="72" y="191"/>
                    </a:lnTo>
                    <a:lnTo>
                      <a:pt x="60" y="217"/>
                    </a:lnTo>
                    <a:lnTo>
                      <a:pt x="51" y="244"/>
                    </a:lnTo>
                    <a:lnTo>
                      <a:pt x="43" y="270"/>
                    </a:lnTo>
                    <a:lnTo>
                      <a:pt x="39" y="300"/>
                    </a:lnTo>
                    <a:lnTo>
                      <a:pt x="37" y="329"/>
                    </a:lnTo>
                    <a:lnTo>
                      <a:pt x="37" y="329"/>
                    </a:lnTo>
                    <a:lnTo>
                      <a:pt x="39" y="359"/>
                    </a:lnTo>
                    <a:lnTo>
                      <a:pt x="43" y="389"/>
                    </a:lnTo>
                    <a:lnTo>
                      <a:pt x="51" y="415"/>
                    </a:lnTo>
                    <a:lnTo>
                      <a:pt x="60" y="442"/>
                    </a:lnTo>
                    <a:lnTo>
                      <a:pt x="72" y="468"/>
                    </a:lnTo>
                    <a:lnTo>
                      <a:pt x="87" y="492"/>
                    </a:lnTo>
                    <a:lnTo>
                      <a:pt x="103" y="515"/>
                    </a:lnTo>
                    <a:lnTo>
                      <a:pt x="122" y="535"/>
                    </a:lnTo>
                    <a:lnTo>
                      <a:pt x="143" y="554"/>
                    </a:lnTo>
                    <a:lnTo>
                      <a:pt x="165" y="571"/>
                    </a:lnTo>
                    <a:lnTo>
                      <a:pt x="189" y="586"/>
                    </a:lnTo>
                    <a:lnTo>
                      <a:pt x="215" y="598"/>
                    </a:lnTo>
                    <a:lnTo>
                      <a:pt x="241" y="608"/>
                    </a:lnTo>
                    <a:lnTo>
                      <a:pt x="270" y="614"/>
                    </a:lnTo>
                    <a:lnTo>
                      <a:pt x="298" y="620"/>
                    </a:lnTo>
                    <a:lnTo>
                      <a:pt x="329" y="621"/>
                    </a:lnTo>
                    <a:lnTo>
                      <a:pt x="329" y="621"/>
                    </a:lnTo>
                    <a:lnTo>
                      <a:pt x="358" y="620"/>
                    </a:lnTo>
                    <a:lnTo>
                      <a:pt x="386" y="614"/>
                    </a:lnTo>
                    <a:lnTo>
                      <a:pt x="415" y="608"/>
                    </a:lnTo>
                    <a:lnTo>
                      <a:pt x="442" y="598"/>
                    </a:lnTo>
                    <a:lnTo>
                      <a:pt x="467" y="586"/>
                    </a:lnTo>
                    <a:lnTo>
                      <a:pt x="491" y="571"/>
                    </a:lnTo>
                    <a:lnTo>
                      <a:pt x="513" y="554"/>
                    </a:lnTo>
                    <a:lnTo>
                      <a:pt x="534" y="535"/>
                    </a:lnTo>
                    <a:lnTo>
                      <a:pt x="553" y="515"/>
                    </a:lnTo>
                    <a:lnTo>
                      <a:pt x="569" y="492"/>
                    </a:lnTo>
                    <a:lnTo>
                      <a:pt x="584" y="468"/>
                    </a:lnTo>
                    <a:lnTo>
                      <a:pt x="596" y="442"/>
                    </a:lnTo>
                    <a:lnTo>
                      <a:pt x="607" y="415"/>
                    </a:lnTo>
                    <a:lnTo>
                      <a:pt x="613" y="389"/>
                    </a:lnTo>
                    <a:lnTo>
                      <a:pt x="618" y="359"/>
                    </a:lnTo>
                    <a:lnTo>
                      <a:pt x="619" y="329"/>
                    </a:lnTo>
                    <a:lnTo>
                      <a:pt x="619" y="329"/>
                    </a:lnTo>
                    <a:lnTo>
                      <a:pt x="618" y="300"/>
                    </a:lnTo>
                    <a:lnTo>
                      <a:pt x="613" y="270"/>
                    </a:lnTo>
                    <a:lnTo>
                      <a:pt x="607" y="244"/>
                    </a:lnTo>
                    <a:lnTo>
                      <a:pt x="596" y="217"/>
                    </a:lnTo>
                    <a:lnTo>
                      <a:pt x="584" y="191"/>
                    </a:lnTo>
                    <a:lnTo>
                      <a:pt x="569" y="167"/>
                    </a:lnTo>
                    <a:lnTo>
                      <a:pt x="553" y="144"/>
                    </a:lnTo>
                    <a:lnTo>
                      <a:pt x="534" y="124"/>
                    </a:lnTo>
                    <a:lnTo>
                      <a:pt x="513" y="105"/>
                    </a:lnTo>
                    <a:lnTo>
                      <a:pt x="491" y="88"/>
                    </a:lnTo>
                    <a:lnTo>
                      <a:pt x="467" y="73"/>
                    </a:lnTo>
                    <a:lnTo>
                      <a:pt x="442" y="61"/>
                    </a:lnTo>
                    <a:lnTo>
                      <a:pt x="415" y="51"/>
                    </a:lnTo>
                    <a:lnTo>
                      <a:pt x="386" y="45"/>
                    </a:lnTo>
                    <a:lnTo>
                      <a:pt x="358" y="39"/>
                    </a:lnTo>
                    <a:lnTo>
                      <a:pt x="329" y="38"/>
                    </a:lnTo>
                    <a:lnTo>
                      <a:pt x="329"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sz="1800" b="0" i="0" u="none" strike="noStrike" kern="1200" cap="none" spc="0" normalizeH="0" baseline="0" noProof="0">
                  <a:ln>
                    <a:noFill/>
                  </a:ln>
                  <a:solidFill>
                    <a:srgbClr val="000000"/>
                  </a:solidFill>
                  <a:effectLst/>
                  <a:uLnTx/>
                  <a:uFillTx/>
                  <a:latin typeface="Open Sans"/>
                  <a:ea typeface="+mn-ea"/>
                  <a:cs typeface="+mn-cs"/>
                </a:endParaRPr>
              </a:p>
            </p:txBody>
          </p:sp>
          <p:sp>
            <p:nvSpPr>
              <p:cNvPr id="193" name="Freeform 178">
                <a:extLst>
                  <a:ext uri="{FF2B5EF4-FFF2-40B4-BE49-F238E27FC236}">
                    <a16:creationId xmlns:a16="http://schemas.microsoft.com/office/drawing/2014/main" id="{EB6BF445-573D-46E1-9887-0E8616178C13}"/>
                  </a:ext>
                </a:extLst>
              </p:cNvPr>
              <p:cNvSpPr>
                <a:spLocks/>
              </p:cNvSpPr>
              <p:nvPr/>
            </p:nvSpPr>
            <p:spPr bwMode="auto">
              <a:xfrm>
                <a:off x="9493251" y="1127125"/>
                <a:ext cx="250825" cy="66675"/>
              </a:xfrm>
              <a:custGeom>
                <a:avLst/>
                <a:gdLst>
                  <a:gd name="T0" fmla="*/ 314 w 315"/>
                  <a:gd name="T1" fmla="*/ 62 h 84"/>
                  <a:gd name="T2" fmla="*/ 288 w 315"/>
                  <a:gd name="T3" fmla="*/ 3 h 84"/>
                  <a:gd name="T4" fmla="*/ 288 w 315"/>
                  <a:gd name="T5" fmla="*/ 3 h 84"/>
                  <a:gd name="T6" fmla="*/ 286 w 315"/>
                  <a:gd name="T7" fmla="*/ 0 h 84"/>
                  <a:gd name="T8" fmla="*/ 283 w 315"/>
                  <a:gd name="T9" fmla="*/ 0 h 84"/>
                  <a:gd name="T10" fmla="*/ 32 w 315"/>
                  <a:gd name="T11" fmla="*/ 0 h 84"/>
                  <a:gd name="T12" fmla="*/ 32 w 315"/>
                  <a:gd name="T13" fmla="*/ 0 h 84"/>
                  <a:gd name="T14" fmla="*/ 29 w 315"/>
                  <a:gd name="T15" fmla="*/ 0 h 84"/>
                  <a:gd name="T16" fmla="*/ 26 w 315"/>
                  <a:gd name="T17" fmla="*/ 3 h 84"/>
                  <a:gd name="T18" fmla="*/ 1 w 315"/>
                  <a:gd name="T19" fmla="*/ 62 h 84"/>
                  <a:gd name="T20" fmla="*/ 1 w 315"/>
                  <a:gd name="T21" fmla="*/ 62 h 84"/>
                  <a:gd name="T22" fmla="*/ 0 w 315"/>
                  <a:gd name="T23" fmla="*/ 66 h 84"/>
                  <a:gd name="T24" fmla="*/ 0 w 315"/>
                  <a:gd name="T25" fmla="*/ 70 h 84"/>
                  <a:gd name="T26" fmla="*/ 1 w 315"/>
                  <a:gd name="T27" fmla="*/ 74 h 84"/>
                  <a:gd name="T28" fmla="*/ 2 w 315"/>
                  <a:gd name="T29" fmla="*/ 77 h 84"/>
                  <a:gd name="T30" fmla="*/ 2 w 315"/>
                  <a:gd name="T31" fmla="*/ 77 h 84"/>
                  <a:gd name="T32" fmla="*/ 5 w 315"/>
                  <a:gd name="T33" fmla="*/ 79 h 84"/>
                  <a:gd name="T34" fmla="*/ 8 w 315"/>
                  <a:gd name="T35" fmla="*/ 82 h 84"/>
                  <a:gd name="T36" fmla="*/ 12 w 315"/>
                  <a:gd name="T37" fmla="*/ 84 h 84"/>
                  <a:gd name="T38" fmla="*/ 16 w 315"/>
                  <a:gd name="T39" fmla="*/ 84 h 84"/>
                  <a:gd name="T40" fmla="*/ 299 w 315"/>
                  <a:gd name="T41" fmla="*/ 84 h 84"/>
                  <a:gd name="T42" fmla="*/ 299 w 315"/>
                  <a:gd name="T43" fmla="*/ 84 h 84"/>
                  <a:gd name="T44" fmla="*/ 303 w 315"/>
                  <a:gd name="T45" fmla="*/ 84 h 84"/>
                  <a:gd name="T46" fmla="*/ 307 w 315"/>
                  <a:gd name="T47" fmla="*/ 82 h 84"/>
                  <a:gd name="T48" fmla="*/ 310 w 315"/>
                  <a:gd name="T49" fmla="*/ 79 h 84"/>
                  <a:gd name="T50" fmla="*/ 313 w 315"/>
                  <a:gd name="T51" fmla="*/ 77 h 84"/>
                  <a:gd name="T52" fmla="*/ 313 w 315"/>
                  <a:gd name="T53" fmla="*/ 77 h 84"/>
                  <a:gd name="T54" fmla="*/ 314 w 315"/>
                  <a:gd name="T55" fmla="*/ 74 h 84"/>
                  <a:gd name="T56" fmla="*/ 315 w 315"/>
                  <a:gd name="T57" fmla="*/ 70 h 84"/>
                  <a:gd name="T58" fmla="*/ 315 w 315"/>
                  <a:gd name="T59" fmla="*/ 66 h 84"/>
                  <a:gd name="T60" fmla="*/ 314 w 315"/>
                  <a:gd name="T61" fmla="*/ 62 h 84"/>
                  <a:gd name="T62" fmla="*/ 314 w 315"/>
                  <a:gd name="T63" fmla="*/ 62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15" h="84">
                    <a:moveTo>
                      <a:pt x="314" y="62"/>
                    </a:moveTo>
                    <a:lnTo>
                      <a:pt x="288" y="3"/>
                    </a:lnTo>
                    <a:lnTo>
                      <a:pt x="288" y="3"/>
                    </a:lnTo>
                    <a:lnTo>
                      <a:pt x="286" y="0"/>
                    </a:lnTo>
                    <a:lnTo>
                      <a:pt x="283" y="0"/>
                    </a:lnTo>
                    <a:lnTo>
                      <a:pt x="32" y="0"/>
                    </a:lnTo>
                    <a:lnTo>
                      <a:pt x="32" y="0"/>
                    </a:lnTo>
                    <a:lnTo>
                      <a:pt x="29" y="0"/>
                    </a:lnTo>
                    <a:lnTo>
                      <a:pt x="26" y="3"/>
                    </a:lnTo>
                    <a:lnTo>
                      <a:pt x="1" y="62"/>
                    </a:lnTo>
                    <a:lnTo>
                      <a:pt x="1" y="62"/>
                    </a:lnTo>
                    <a:lnTo>
                      <a:pt x="0" y="66"/>
                    </a:lnTo>
                    <a:lnTo>
                      <a:pt x="0" y="70"/>
                    </a:lnTo>
                    <a:lnTo>
                      <a:pt x="1" y="74"/>
                    </a:lnTo>
                    <a:lnTo>
                      <a:pt x="2" y="77"/>
                    </a:lnTo>
                    <a:lnTo>
                      <a:pt x="2" y="77"/>
                    </a:lnTo>
                    <a:lnTo>
                      <a:pt x="5" y="79"/>
                    </a:lnTo>
                    <a:lnTo>
                      <a:pt x="8" y="82"/>
                    </a:lnTo>
                    <a:lnTo>
                      <a:pt x="12" y="84"/>
                    </a:lnTo>
                    <a:lnTo>
                      <a:pt x="16" y="84"/>
                    </a:lnTo>
                    <a:lnTo>
                      <a:pt x="299" y="84"/>
                    </a:lnTo>
                    <a:lnTo>
                      <a:pt x="299" y="84"/>
                    </a:lnTo>
                    <a:lnTo>
                      <a:pt x="303" y="84"/>
                    </a:lnTo>
                    <a:lnTo>
                      <a:pt x="307" y="82"/>
                    </a:lnTo>
                    <a:lnTo>
                      <a:pt x="310" y="79"/>
                    </a:lnTo>
                    <a:lnTo>
                      <a:pt x="313" y="77"/>
                    </a:lnTo>
                    <a:lnTo>
                      <a:pt x="313" y="77"/>
                    </a:lnTo>
                    <a:lnTo>
                      <a:pt x="314" y="74"/>
                    </a:lnTo>
                    <a:lnTo>
                      <a:pt x="315" y="70"/>
                    </a:lnTo>
                    <a:lnTo>
                      <a:pt x="315" y="66"/>
                    </a:lnTo>
                    <a:lnTo>
                      <a:pt x="314" y="62"/>
                    </a:lnTo>
                    <a:lnTo>
                      <a:pt x="314" y="6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sz="1800" b="0" i="0" u="none" strike="noStrike" kern="1200" cap="none" spc="0" normalizeH="0" baseline="0" noProof="0">
                  <a:ln>
                    <a:noFill/>
                  </a:ln>
                  <a:solidFill>
                    <a:srgbClr val="000000"/>
                  </a:solidFill>
                  <a:effectLst/>
                  <a:uLnTx/>
                  <a:uFillTx/>
                  <a:latin typeface="Open Sans"/>
                  <a:ea typeface="+mn-ea"/>
                  <a:cs typeface="+mn-cs"/>
                </a:endParaRPr>
              </a:p>
            </p:txBody>
          </p:sp>
          <p:sp>
            <p:nvSpPr>
              <p:cNvPr id="194" name="Freeform 179">
                <a:extLst>
                  <a:ext uri="{FF2B5EF4-FFF2-40B4-BE49-F238E27FC236}">
                    <a16:creationId xmlns:a16="http://schemas.microsoft.com/office/drawing/2014/main" id="{43E627A3-DBE6-4898-9F66-238037617B6A}"/>
                  </a:ext>
                </a:extLst>
              </p:cNvPr>
              <p:cNvSpPr>
                <a:spLocks noEditPoints="1"/>
              </p:cNvSpPr>
              <p:nvPr/>
            </p:nvSpPr>
            <p:spPr bwMode="auto">
              <a:xfrm>
                <a:off x="9515476" y="969963"/>
                <a:ext cx="207963" cy="149225"/>
              </a:xfrm>
              <a:custGeom>
                <a:avLst/>
                <a:gdLst>
                  <a:gd name="T0" fmla="*/ 6 w 262"/>
                  <a:gd name="T1" fmla="*/ 188 h 188"/>
                  <a:gd name="T2" fmla="*/ 257 w 262"/>
                  <a:gd name="T3" fmla="*/ 188 h 188"/>
                  <a:gd name="T4" fmla="*/ 257 w 262"/>
                  <a:gd name="T5" fmla="*/ 188 h 188"/>
                  <a:gd name="T6" fmla="*/ 260 w 262"/>
                  <a:gd name="T7" fmla="*/ 188 h 188"/>
                  <a:gd name="T8" fmla="*/ 261 w 262"/>
                  <a:gd name="T9" fmla="*/ 187 h 188"/>
                  <a:gd name="T10" fmla="*/ 262 w 262"/>
                  <a:gd name="T11" fmla="*/ 186 h 188"/>
                  <a:gd name="T12" fmla="*/ 262 w 262"/>
                  <a:gd name="T13" fmla="*/ 183 h 188"/>
                  <a:gd name="T14" fmla="*/ 262 w 262"/>
                  <a:gd name="T15" fmla="*/ 26 h 188"/>
                  <a:gd name="T16" fmla="*/ 262 w 262"/>
                  <a:gd name="T17" fmla="*/ 26 h 188"/>
                  <a:gd name="T18" fmla="*/ 262 w 262"/>
                  <a:gd name="T19" fmla="*/ 21 h 188"/>
                  <a:gd name="T20" fmla="*/ 261 w 262"/>
                  <a:gd name="T21" fmla="*/ 15 h 188"/>
                  <a:gd name="T22" fmla="*/ 258 w 262"/>
                  <a:gd name="T23" fmla="*/ 11 h 188"/>
                  <a:gd name="T24" fmla="*/ 254 w 262"/>
                  <a:gd name="T25" fmla="*/ 7 h 188"/>
                  <a:gd name="T26" fmla="*/ 250 w 262"/>
                  <a:gd name="T27" fmla="*/ 4 h 188"/>
                  <a:gd name="T28" fmla="*/ 246 w 262"/>
                  <a:gd name="T29" fmla="*/ 2 h 188"/>
                  <a:gd name="T30" fmla="*/ 241 w 262"/>
                  <a:gd name="T31" fmla="*/ 0 h 188"/>
                  <a:gd name="T32" fmla="*/ 237 w 262"/>
                  <a:gd name="T33" fmla="*/ 0 h 188"/>
                  <a:gd name="T34" fmla="*/ 26 w 262"/>
                  <a:gd name="T35" fmla="*/ 0 h 188"/>
                  <a:gd name="T36" fmla="*/ 26 w 262"/>
                  <a:gd name="T37" fmla="*/ 0 h 188"/>
                  <a:gd name="T38" fmla="*/ 22 w 262"/>
                  <a:gd name="T39" fmla="*/ 0 h 188"/>
                  <a:gd name="T40" fmla="*/ 17 w 262"/>
                  <a:gd name="T41" fmla="*/ 2 h 188"/>
                  <a:gd name="T42" fmla="*/ 13 w 262"/>
                  <a:gd name="T43" fmla="*/ 4 h 188"/>
                  <a:gd name="T44" fmla="*/ 8 w 262"/>
                  <a:gd name="T45" fmla="*/ 7 h 188"/>
                  <a:gd name="T46" fmla="*/ 4 w 262"/>
                  <a:gd name="T47" fmla="*/ 11 h 188"/>
                  <a:gd name="T48" fmla="*/ 3 w 262"/>
                  <a:gd name="T49" fmla="*/ 15 h 188"/>
                  <a:gd name="T50" fmla="*/ 0 w 262"/>
                  <a:gd name="T51" fmla="*/ 21 h 188"/>
                  <a:gd name="T52" fmla="*/ 0 w 262"/>
                  <a:gd name="T53" fmla="*/ 26 h 188"/>
                  <a:gd name="T54" fmla="*/ 0 w 262"/>
                  <a:gd name="T55" fmla="*/ 183 h 188"/>
                  <a:gd name="T56" fmla="*/ 0 w 262"/>
                  <a:gd name="T57" fmla="*/ 183 h 188"/>
                  <a:gd name="T58" fmla="*/ 0 w 262"/>
                  <a:gd name="T59" fmla="*/ 186 h 188"/>
                  <a:gd name="T60" fmla="*/ 2 w 262"/>
                  <a:gd name="T61" fmla="*/ 187 h 188"/>
                  <a:gd name="T62" fmla="*/ 3 w 262"/>
                  <a:gd name="T63" fmla="*/ 188 h 188"/>
                  <a:gd name="T64" fmla="*/ 6 w 262"/>
                  <a:gd name="T65" fmla="*/ 188 h 188"/>
                  <a:gd name="T66" fmla="*/ 6 w 262"/>
                  <a:gd name="T67" fmla="*/ 188 h 188"/>
                  <a:gd name="T68" fmla="*/ 18 w 262"/>
                  <a:gd name="T69" fmla="*/ 25 h 188"/>
                  <a:gd name="T70" fmla="*/ 18 w 262"/>
                  <a:gd name="T71" fmla="*/ 25 h 188"/>
                  <a:gd name="T72" fmla="*/ 18 w 262"/>
                  <a:gd name="T73" fmla="*/ 22 h 188"/>
                  <a:gd name="T74" fmla="*/ 19 w 262"/>
                  <a:gd name="T75" fmla="*/ 21 h 188"/>
                  <a:gd name="T76" fmla="*/ 21 w 262"/>
                  <a:gd name="T77" fmla="*/ 19 h 188"/>
                  <a:gd name="T78" fmla="*/ 23 w 262"/>
                  <a:gd name="T79" fmla="*/ 19 h 188"/>
                  <a:gd name="T80" fmla="*/ 240 w 262"/>
                  <a:gd name="T81" fmla="*/ 19 h 188"/>
                  <a:gd name="T82" fmla="*/ 240 w 262"/>
                  <a:gd name="T83" fmla="*/ 19 h 188"/>
                  <a:gd name="T84" fmla="*/ 241 w 262"/>
                  <a:gd name="T85" fmla="*/ 19 h 188"/>
                  <a:gd name="T86" fmla="*/ 244 w 262"/>
                  <a:gd name="T87" fmla="*/ 21 h 188"/>
                  <a:gd name="T88" fmla="*/ 244 w 262"/>
                  <a:gd name="T89" fmla="*/ 22 h 188"/>
                  <a:gd name="T90" fmla="*/ 245 w 262"/>
                  <a:gd name="T91" fmla="*/ 25 h 188"/>
                  <a:gd name="T92" fmla="*/ 245 w 262"/>
                  <a:gd name="T93" fmla="*/ 166 h 188"/>
                  <a:gd name="T94" fmla="*/ 245 w 262"/>
                  <a:gd name="T95" fmla="*/ 166 h 188"/>
                  <a:gd name="T96" fmla="*/ 244 w 262"/>
                  <a:gd name="T97" fmla="*/ 167 h 188"/>
                  <a:gd name="T98" fmla="*/ 244 w 262"/>
                  <a:gd name="T99" fmla="*/ 170 h 188"/>
                  <a:gd name="T100" fmla="*/ 241 w 262"/>
                  <a:gd name="T101" fmla="*/ 170 h 188"/>
                  <a:gd name="T102" fmla="*/ 240 w 262"/>
                  <a:gd name="T103" fmla="*/ 171 h 188"/>
                  <a:gd name="T104" fmla="*/ 23 w 262"/>
                  <a:gd name="T105" fmla="*/ 171 h 188"/>
                  <a:gd name="T106" fmla="*/ 23 w 262"/>
                  <a:gd name="T107" fmla="*/ 171 h 188"/>
                  <a:gd name="T108" fmla="*/ 21 w 262"/>
                  <a:gd name="T109" fmla="*/ 170 h 188"/>
                  <a:gd name="T110" fmla="*/ 19 w 262"/>
                  <a:gd name="T111" fmla="*/ 170 h 188"/>
                  <a:gd name="T112" fmla="*/ 18 w 262"/>
                  <a:gd name="T113" fmla="*/ 167 h 188"/>
                  <a:gd name="T114" fmla="*/ 18 w 262"/>
                  <a:gd name="T115" fmla="*/ 166 h 188"/>
                  <a:gd name="T116" fmla="*/ 18 w 262"/>
                  <a:gd name="T117" fmla="*/ 25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62" h="188">
                    <a:moveTo>
                      <a:pt x="6" y="188"/>
                    </a:moveTo>
                    <a:lnTo>
                      <a:pt x="257" y="188"/>
                    </a:lnTo>
                    <a:lnTo>
                      <a:pt x="257" y="188"/>
                    </a:lnTo>
                    <a:lnTo>
                      <a:pt x="260" y="188"/>
                    </a:lnTo>
                    <a:lnTo>
                      <a:pt x="261" y="187"/>
                    </a:lnTo>
                    <a:lnTo>
                      <a:pt x="262" y="186"/>
                    </a:lnTo>
                    <a:lnTo>
                      <a:pt x="262" y="183"/>
                    </a:lnTo>
                    <a:lnTo>
                      <a:pt x="262" y="26"/>
                    </a:lnTo>
                    <a:lnTo>
                      <a:pt x="262" y="26"/>
                    </a:lnTo>
                    <a:lnTo>
                      <a:pt x="262" y="21"/>
                    </a:lnTo>
                    <a:lnTo>
                      <a:pt x="261" y="15"/>
                    </a:lnTo>
                    <a:lnTo>
                      <a:pt x="258" y="11"/>
                    </a:lnTo>
                    <a:lnTo>
                      <a:pt x="254" y="7"/>
                    </a:lnTo>
                    <a:lnTo>
                      <a:pt x="250" y="4"/>
                    </a:lnTo>
                    <a:lnTo>
                      <a:pt x="246" y="2"/>
                    </a:lnTo>
                    <a:lnTo>
                      <a:pt x="241" y="0"/>
                    </a:lnTo>
                    <a:lnTo>
                      <a:pt x="237" y="0"/>
                    </a:lnTo>
                    <a:lnTo>
                      <a:pt x="26" y="0"/>
                    </a:lnTo>
                    <a:lnTo>
                      <a:pt x="26" y="0"/>
                    </a:lnTo>
                    <a:lnTo>
                      <a:pt x="22" y="0"/>
                    </a:lnTo>
                    <a:lnTo>
                      <a:pt x="17" y="2"/>
                    </a:lnTo>
                    <a:lnTo>
                      <a:pt x="13" y="4"/>
                    </a:lnTo>
                    <a:lnTo>
                      <a:pt x="8" y="7"/>
                    </a:lnTo>
                    <a:lnTo>
                      <a:pt x="4" y="11"/>
                    </a:lnTo>
                    <a:lnTo>
                      <a:pt x="3" y="15"/>
                    </a:lnTo>
                    <a:lnTo>
                      <a:pt x="0" y="21"/>
                    </a:lnTo>
                    <a:lnTo>
                      <a:pt x="0" y="26"/>
                    </a:lnTo>
                    <a:lnTo>
                      <a:pt x="0" y="183"/>
                    </a:lnTo>
                    <a:lnTo>
                      <a:pt x="0" y="183"/>
                    </a:lnTo>
                    <a:lnTo>
                      <a:pt x="0" y="186"/>
                    </a:lnTo>
                    <a:lnTo>
                      <a:pt x="2" y="187"/>
                    </a:lnTo>
                    <a:lnTo>
                      <a:pt x="3" y="188"/>
                    </a:lnTo>
                    <a:lnTo>
                      <a:pt x="6" y="188"/>
                    </a:lnTo>
                    <a:lnTo>
                      <a:pt x="6" y="188"/>
                    </a:lnTo>
                    <a:close/>
                    <a:moveTo>
                      <a:pt x="18" y="25"/>
                    </a:moveTo>
                    <a:lnTo>
                      <a:pt x="18" y="25"/>
                    </a:lnTo>
                    <a:lnTo>
                      <a:pt x="18" y="22"/>
                    </a:lnTo>
                    <a:lnTo>
                      <a:pt x="19" y="21"/>
                    </a:lnTo>
                    <a:lnTo>
                      <a:pt x="21" y="19"/>
                    </a:lnTo>
                    <a:lnTo>
                      <a:pt x="23" y="19"/>
                    </a:lnTo>
                    <a:lnTo>
                      <a:pt x="240" y="19"/>
                    </a:lnTo>
                    <a:lnTo>
                      <a:pt x="240" y="19"/>
                    </a:lnTo>
                    <a:lnTo>
                      <a:pt x="241" y="19"/>
                    </a:lnTo>
                    <a:lnTo>
                      <a:pt x="244" y="21"/>
                    </a:lnTo>
                    <a:lnTo>
                      <a:pt x="244" y="22"/>
                    </a:lnTo>
                    <a:lnTo>
                      <a:pt x="245" y="25"/>
                    </a:lnTo>
                    <a:lnTo>
                      <a:pt x="245" y="166"/>
                    </a:lnTo>
                    <a:lnTo>
                      <a:pt x="245" y="166"/>
                    </a:lnTo>
                    <a:lnTo>
                      <a:pt x="244" y="167"/>
                    </a:lnTo>
                    <a:lnTo>
                      <a:pt x="244" y="170"/>
                    </a:lnTo>
                    <a:lnTo>
                      <a:pt x="241" y="170"/>
                    </a:lnTo>
                    <a:lnTo>
                      <a:pt x="240" y="171"/>
                    </a:lnTo>
                    <a:lnTo>
                      <a:pt x="23" y="171"/>
                    </a:lnTo>
                    <a:lnTo>
                      <a:pt x="23" y="171"/>
                    </a:lnTo>
                    <a:lnTo>
                      <a:pt x="21" y="170"/>
                    </a:lnTo>
                    <a:lnTo>
                      <a:pt x="19" y="170"/>
                    </a:lnTo>
                    <a:lnTo>
                      <a:pt x="18" y="167"/>
                    </a:lnTo>
                    <a:lnTo>
                      <a:pt x="18" y="166"/>
                    </a:lnTo>
                    <a:lnTo>
                      <a:pt x="18"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sz="1800" b="0" i="0" u="none" strike="noStrike" kern="1200" cap="none" spc="0" normalizeH="0" baseline="0" noProof="0">
                  <a:ln>
                    <a:noFill/>
                  </a:ln>
                  <a:solidFill>
                    <a:srgbClr val="000000"/>
                  </a:solidFill>
                  <a:effectLst/>
                  <a:uLnTx/>
                  <a:uFillTx/>
                  <a:latin typeface="Open Sans"/>
                  <a:ea typeface="+mn-ea"/>
                  <a:cs typeface="+mn-cs"/>
                </a:endParaRPr>
              </a:p>
            </p:txBody>
          </p:sp>
        </p:grpSp>
        <p:grpSp>
          <p:nvGrpSpPr>
            <p:cNvPr id="172" name="Group 61">
              <a:extLst>
                <a:ext uri="{FF2B5EF4-FFF2-40B4-BE49-F238E27FC236}">
                  <a16:creationId xmlns:a16="http://schemas.microsoft.com/office/drawing/2014/main" id="{04FB1918-1E89-4E84-AF97-7BEF45D7892F}"/>
                </a:ext>
              </a:extLst>
            </p:cNvPr>
            <p:cNvGrpSpPr>
              <a:grpSpLocks noChangeAspect="1"/>
            </p:cNvGrpSpPr>
            <p:nvPr/>
          </p:nvGrpSpPr>
          <p:grpSpPr>
            <a:xfrm>
              <a:off x="10268765" y="3286807"/>
              <a:ext cx="252000" cy="252000"/>
              <a:chOff x="6716713" y="822325"/>
              <a:chExt cx="522288" cy="522288"/>
            </a:xfrm>
            <a:solidFill>
              <a:schemeClr val="tx1"/>
            </a:solidFill>
          </p:grpSpPr>
          <p:sp>
            <p:nvSpPr>
              <p:cNvPr id="173" name="Freeform 34">
                <a:extLst>
                  <a:ext uri="{FF2B5EF4-FFF2-40B4-BE49-F238E27FC236}">
                    <a16:creationId xmlns:a16="http://schemas.microsoft.com/office/drawing/2014/main" id="{86B4EBA0-5A17-44FB-B4D1-B68E91340CAE}"/>
                  </a:ext>
                </a:extLst>
              </p:cNvPr>
              <p:cNvSpPr>
                <a:spLocks noEditPoints="1"/>
              </p:cNvSpPr>
              <p:nvPr/>
            </p:nvSpPr>
            <p:spPr bwMode="auto">
              <a:xfrm>
                <a:off x="6716713" y="822325"/>
                <a:ext cx="522288" cy="522288"/>
              </a:xfrm>
              <a:custGeom>
                <a:avLst/>
                <a:gdLst>
                  <a:gd name="T0" fmla="*/ 312 w 659"/>
                  <a:gd name="T1" fmla="*/ 658 h 658"/>
                  <a:gd name="T2" fmla="*/ 264 w 659"/>
                  <a:gd name="T3" fmla="*/ 652 h 658"/>
                  <a:gd name="T4" fmla="*/ 202 w 659"/>
                  <a:gd name="T5" fmla="*/ 633 h 658"/>
                  <a:gd name="T6" fmla="*/ 120 w 659"/>
                  <a:gd name="T7" fmla="*/ 583 h 658"/>
                  <a:gd name="T8" fmla="*/ 57 w 659"/>
                  <a:gd name="T9" fmla="*/ 513 h 658"/>
                  <a:gd name="T10" fmla="*/ 15 w 659"/>
                  <a:gd name="T11" fmla="*/ 427 h 658"/>
                  <a:gd name="T12" fmla="*/ 5 w 659"/>
                  <a:gd name="T13" fmla="*/ 379 h 658"/>
                  <a:gd name="T14" fmla="*/ 0 w 659"/>
                  <a:gd name="T15" fmla="*/ 329 h 658"/>
                  <a:gd name="T16" fmla="*/ 3 w 659"/>
                  <a:gd name="T17" fmla="*/ 296 h 658"/>
                  <a:gd name="T18" fmla="*/ 11 w 659"/>
                  <a:gd name="T19" fmla="*/ 247 h 658"/>
                  <a:gd name="T20" fmla="*/ 41 w 659"/>
                  <a:gd name="T21" fmla="*/ 173 h 658"/>
                  <a:gd name="T22" fmla="*/ 97 w 659"/>
                  <a:gd name="T23" fmla="*/ 97 h 658"/>
                  <a:gd name="T24" fmla="*/ 172 w 659"/>
                  <a:gd name="T25" fmla="*/ 40 h 658"/>
                  <a:gd name="T26" fmla="*/ 248 w 659"/>
                  <a:gd name="T27" fmla="*/ 11 h 658"/>
                  <a:gd name="T28" fmla="*/ 296 w 659"/>
                  <a:gd name="T29" fmla="*/ 3 h 658"/>
                  <a:gd name="T30" fmla="*/ 330 w 659"/>
                  <a:gd name="T31" fmla="*/ 0 h 658"/>
                  <a:gd name="T32" fmla="*/ 379 w 659"/>
                  <a:gd name="T33" fmla="*/ 4 h 658"/>
                  <a:gd name="T34" fmla="*/ 428 w 659"/>
                  <a:gd name="T35" fmla="*/ 15 h 658"/>
                  <a:gd name="T36" fmla="*/ 514 w 659"/>
                  <a:gd name="T37" fmla="*/ 56 h 658"/>
                  <a:gd name="T38" fmla="*/ 584 w 659"/>
                  <a:gd name="T39" fmla="*/ 121 h 658"/>
                  <a:gd name="T40" fmla="*/ 633 w 659"/>
                  <a:gd name="T41" fmla="*/ 202 h 658"/>
                  <a:gd name="T42" fmla="*/ 652 w 659"/>
                  <a:gd name="T43" fmla="*/ 263 h 658"/>
                  <a:gd name="T44" fmla="*/ 657 w 659"/>
                  <a:gd name="T45" fmla="*/ 313 h 658"/>
                  <a:gd name="T46" fmla="*/ 657 w 659"/>
                  <a:gd name="T47" fmla="*/ 347 h 658"/>
                  <a:gd name="T48" fmla="*/ 652 w 659"/>
                  <a:gd name="T49" fmla="*/ 396 h 658"/>
                  <a:gd name="T50" fmla="*/ 633 w 659"/>
                  <a:gd name="T51" fmla="*/ 457 h 658"/>
                  <a:gd name="T52" fmla="*/ 584 w 659"/>
                  <a:gd name="T53" fmla="*/ 539 h 658"/>
                  <a:gd name="T54" fmla="*/ 514 w 659"/>
                  <a:gd name="T55" fmla="*/ 602 h 658"/>
                  <a:gd name="T56" fmla="*/ 428 w 659"/>
                  <a:gd name="T57" fmla="*/ 644 h 658"/>
                  <a:gd name="T58" fmla="*/ 379 w 659"/>
                  <a:gd name="T59" fmla="*/ 654 h 658"/>
                  <a:gd name="T60" fmla="*/ 330 w 659"/>
                  <a:gd name="T61" fmla="*/ 658 h 658"/>
                  <a:gd name="T62" fmla="*/ 330 w 659"/>
                  <a:gd name="T63" fmla="*/ 38 h 658"/>
                  <a:gd name="T64" fmla="*/ 244 w 659"/>
                  <a:gd name="T65" fmla="*/ 51 h 658"/>
                  <a:gd name="T66" fmla="*/ 167 w 659"/>
                  <a:gd name="T67" fmla="*/ 89 h 658"/>
                  <a:gd name="T68" fmla="*/ 105 w 659"/>
                  <a:gd name="T69" fmla="*/ 144 h 658"/>
                  <a:gd name="T70" fmla="*/ 61 w 659"/>
                  <a:gd name="T71" fmla="*/ 216 h 658"/>
                  <a:gd name="T72" fmla="*/ 39 w 659"/>
                  <a:gd name="T73" fmla="*/ 300 h 658"/>
                  <a:gd name="T74" fmla="*/ 39 w 659"/>
                  <a:gd name="T75" fmla="*/ 359 h 658"/>
                  <a:gd name="T76" fmla="*/ 61 w 659"/>
                  <a:gd name="T77" fmla="*/ 443 h 658"/>
                  <a:gd name="T78" fmla="*/ 105 w 659"/>
                  <a:gd name="T79" fmla="*/ 515 h 658"/>
                  <a:gd name="T80" fmla="*/ 167 w 659"/>
                  <a:gd name="T81" fmla="*/ 571 h 658"/>
                  <a:gd name="T82" fmla="*/ 244 w 659"/>
                  <a:gd name="T83" fmla="*/ 607 h 658"/>
                  <a:gd name="T84" fmla="*/ 330 w 659"/>
                  <a:gd name="T85" fmla="*/ 621 h 658"/>
                  <a:gd name="T86" fmla="*/ 389 w 659"/>
                  <a:gd name="T87" fmla="*/ 615 h 658"/>
                  <a:gd name="T88" fmla="*/ 468 w 659"/>
                  <a:gd name="T89" fmla="*/ 586 h 658"/>
                  <a:gd name="T90" fmla="*/ 535 w 659"/>
                  <a:gd name="T91" fmla="*/ 535 h 658"/>
                  <a:gd name="T92" fmla="*/ 586 w 659"/>
                  <a:gd name="T93" fmla="*/ 468 h 658"/>
                  <a:gd name="T94" fmla="*/ 614 w 659"/>
                  <a:gd name="T95" fmla="*/ 388 h 658"/>
                  <a:gd name="T96" fmla="*/ 621 w 659"/>
                  <a:gd name="T97" fmla="*/ 329 h 658"/>
                  <a:gd name="T98" fmla="*/ 608 w 659"/>
                  <a:gd name="T99" fmla="*/ 243 h 658"/>
                  <a:gd name="T100" fmla="*/ 571 w 659"/>
                  <a:gd name="T101" fmla="*/ 167 h 658"/>
                  <a:gd name="T102" fmla="*/ 515 w 659"/>
                  <a:gd name="T103" fmla="*/ 105 h 658"/>
                  <a:gd name="T104" fmla="*/ 442 w 659"/>
                  <a:gd name="T105" fmla="*/ 62 h 658"/>
                  <a:gd name="T106" fmla="*/ 359 w 659"/>
                  <a:gd name="T107" fmla="*/ 40 h 6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59" h="658">
                    <a:moveTo>
                      <a:pt x="330" y="658"/>
                    </a:moveTo>
                    <a:lnTo>
                      <a:pt x="330" y="658"/>
                    </a:lnTo>
                    <a:lnTo>
                      <a:pt x="312" y="658"/>
                    </a:lnTo>
                    <a:lnTo>
                      <a:pt x="296" y="657"/>
                    </a:lnTo>
                    <a:lnTo>
                      <a:pt x="280" y="654"/>
                    </a:lnTo>
                    <a:lnTo>
                      <a:pt x="264" y="652"/>
                    </a:lnTo>
                    <a:lnTo>
                      <a:pt x="248" y="648"/>
                    </a:lnTo>
                    <a:lnTo>
                      <a:pt x="232" y="644"/>
                    </a:lnTo>
                    <a:lnTo>
                      <a:pt x="202" y="633"/>
                    </a:lnTo>
                    <a:lnTo>
                      <a:pt x="172" y="618"/>
                    </a:lnTo>
                    <a:lnTo>
                      <a:pt x="146" y="602"/>
                    </a:lnTo>
                    <a:lnTo>
                      <a:pt x="120" y="583"/>
                    </a:lnTo>
                    <a:lnTo>
                      <a:pt x="97" y="562"/>
                    </a:lnTo>
                    <a:lnTo>
                      <a:pt x="76" y="539"/>
                    </a:lnTo>
                    <a:lnTo>
                      <a:pt x="57" y="513"/>
                    </a:lnTo>
                    <a:lnTo>
                      <a:pt x="41" y="486"/>
                    </a:lnTo>
                    <a:lnTo>
                      <a:pt x="26" y="457"/>
                    </a:lnTo>
                    <a:lnTo>
                      <a:pt x="15" y="427"/>
                    </a:lnTo>
                    <a:lnTo>
                      <a:pt x="11" y="411"/>
                    </a:lnTo>
                    <a:lnTo>
                      <a:pt x="7" y="396"/>
                    </a:lnTo>
                    <a:lnTo>
                      <a:pt x="5" y="379"/>
                    </a:lnTo>
                    <a:lnTo>
                      <a:pt x="3" y="363"/>
                    </a:lnTo>
                    <a:lnTo>
                      <a:pt x="2" y="347"/>
                    </a:lnTo>
                    <a:lnTo>
                      <a:pt x="0" y="329"/>
                    </a:lnTo>
                    <a:lnTo>
                      <a:pt x="0" y="329"/>
                    </a:lnTo>
                    <a:lnTo>
                      <a:pt x="2" y="313"/>
                    </a:lnTo>
                    <a:lnTo>
                      <a:pt x="3" y="296"/>
                    </a:lnTo>
                    <a:lnTo>
                      <a:pt x="5" y="279"/>
                    </a:lnTo>
                    <a:lnTo>
                      <a:pt x="7" y="263"/>
                    </a:lnTo>
                    <a:lnTo>
                      <a:pt x="11" y="247"/>
                    </a:lnTo>
                    <a:lnTo>
                      <a:pt x="15" y="232"/>
                    </a:lnTo>
                    <a:lnTo>
                      <a:pt x="26" y="202"/>
                    </a:lnTo>
                    <a:lnTo>
                      <a:pt x="41" y="173"/>
                    </a:lnTo>
                    <a:lnTo>
                      <a:pt x="57" y="145"/>
                    </a:lnTo>
                    <a:lnTo>
                      <a:pt x="76" y="121"/>
                    </a:lnTo>
                    <a:lnTo>
                      <a:pt x="97" y="97"/>
                    </a:lnTo>
                    <a:lnTo>
                      <a:pt x="120" y="75"/>
                    </a:lnTo>
                    <a:lnTo>
                      <a:pt x="146" y="56"/>
                    </a:lnTo>
                    <a:lnTo>
                      <a:pt x="172" y="40"/>
                    </a:lnTo>
                    <a:lnTo>
                      <a:pt x="202" y="27"/>
                    </a:lnTo>
                    <a:lnTo>
                      <a:pt x="232" y="15"/>
                    </a:lnTo>
                    <a:lnTo>
                      <a:pt x="248" y="11"/>
                    </a:lnTo>
                    <a:lnTo>
                      <a:pt x="264" y="7"/>
                    </a:lnTo>
                    <a:lnTo>
                      <a:pt x="280" y="4"/>
                    </a:lnTo>
                    <a:lnTo>
                      <a:pt x="296" y="3"/>
                    </a:lnTo>
                    <a:lnTo>
                      <a:pt x="312" y="1"/>
                    </a:lnTo>
                    <a:lnTo>
                      <a:pt x="330" y="0"/>
                    </a:lnTo>
                    <a:lnTo>
                      <a:pt x="330" y="0"/>
                    </a:lnTo>
                    <a:lnTo>
                      <a:pt x="347" y="1"/>
                    </a:lnTo>
                    <a:lnTo>
                      <a:pt x="363" y="3"/>
                    </a:lnTo>
                    <a:lnTo>
                      <a:pt x="379" y="4"/>
                    </a:lnTo>
                    <a:lnTo>
                      <a:pt x="395" y="7"/>
                    </a:lnTo>
                    <a:lnTo>
                      <a:pt x="412" y="11"/>
                    </a:lnTo>
                    <a:lnTo>
                      <a:pt x="428" y="15"/>
                    </a:lnTo>
                    <a:lnTo>
                      <a:pt x="457" y="27"/>
                    </a:lnTo>
                    <a:lnTo>
                      <a:pt x="487" y="40"/>
                    </a:lnTo>
                    <a:lnTo>
                      <a:pt x="514" y="56"/>
                    </a:lnTo>
                    <a:lnTo>
                      <a:pt x="539" y="75"/>
                    </a:lnTo>
                    <a:lnTo>
                      <a:pt x="562" y="97"/>
                    </a:lnTo>
                    <a:lnTo>
                      <a:pt x="584" y="121"/>
                    </a:lnTo>
                    <a:lnTo>
                      <a:pt x="602" y="145"/>
                    </a:lnTo>
                    <a:lnTo>
                      <a:pt x="618" y="173"/>
                    </a:lnTo>
                    <a:lnTo>
                      <a:pt x="633" y="202"/>
                    </a:lnTo>
                    <a:lnTo>
                      <a:pt x="644" y="232"/>
                    </a:lnTo>
                    <a:lnTo>
                      <a:pt x="648" y="247"/>
                    </a:lnTo>
                    <a:lnTo>
                      <a:pt x="652" y="263"/>
                    </a:lnTo>
                    <a:lnTo>
                      <a:pt x="655" y="279"/>
                    </a:lnTo>
                    <a:lnTo>
                      <a:pt x="656" y="296"/>
                    </a:lnTo>
                    <a:lnTo>
                      <a:pt x="657" y="313"/>
                    </a:lnTo>
                    <a:lnTo>
                      <a:pt x="659" y="329"/>
                    </a:lnTo>
                    <a:lnTo>
                      <a:pt x="659" y="329"/>
                    </a:lnTo>
                    <a:lnTo>
                      <a:pt x="657" y="347"/>
                    </a:lnTo>
                    <a:lnTo>
                      <a:pt x="656" y="363"/>
                    </a:lnTo>
                    <a:lnTo>
                      <a:pt x="655" y="379"/>
                    </a:lnTo>
                    <a:lnTo>
                      <a:pt x="652" y="396"/>
                    </a:lnTo>
                    <a:lnTo>
                      <a:pt x="648" y="411"/>
                    </a:lnTo>
                    <a:lnTo>
                      <a:pt x="644" y="427"/>
                    </a:lnTo>
                    <a:lnTo>
                      <a:pt x="633" y="457"/>
                    </a:lnTo>
                    <a:lnTo>
                      <a:pt x="618" y="486"/>
                    </a:lnTo>
                    <a:lnTo>
                      <a:pt x="602" y="513"/>
                    </a:lnTo>
                    <a:lnTo>
                      <a:pt x="584" y="539"/>
                    </a:lnTo>
                    <a:lnTo>
                      <a:pt x="562" y="562"/>
                    </a:lnTo>
                    <a:lnTo>
                      <a:pt x="539" y="583"/>
                    </a:lnTo>
                    <a:lnTo>
                      <a:pt x="514" y="602"/>
                    </a:lnTo>
                    <a:lnTo>
                      <a:pt x="487" y="618"/>
                    </a:lnTo>
                    <a:lnTo>
                      <a:pt x="457" y="633"/>
                    </a:lnTo>
                    <a:lnTo>
                      <a:pt x="428" y="644"/>
                    </a:lnTo>
                    <a:lnTo>
                      <a:pt x="412" y="648"/>
                    </a:lnTo>
                    <a:lnTo>
                      <a:pt x="395" y="652"/>
                    </a:lnTo>
                    <a:lnTo>
                      <a:pt x="379" y="654"/>
                    </a:lnTo>
                    <a:lnTo>
                      <a:pt x="363" y="657"/>
                    </a:lnTo>
                    <a:lnTo>
                      <a:pt x="347" y="658"/>
                    </a:lnTo>
                    <a:lnTo>
                      <a:pt x="330" y="658"/>
                    </a:lnTo>
                    <a:lnTo>
                      <a:pt x="330" y="658"/>
                    </a:lnTo>
                    <a:close/>
                    <a:moveTo>
                      <a:pt x="330" y="38"/>
                    </a:moveTo>
                    <a:lnTo>
                      <a:pt x="330" y="38"/>
                    </a:lnTo>
                    <a:lnTo>
                      <a:pt x="300" y="40"/>
                    </a:lnTo>
                    <a:lnTo>
                      <a:pt x="271" y="44"/>
                    </a:lnTo>
                    <a:lnTo>
                      <a:pt x="244" y="51"/>
                    </a:lnTo>
                    <a:lnTo>
                      <a:pt x="217" y="62"/>
                    </a:lnTo>
                    <a:lnTo>
                      <a:pt x="191" y="74"/>
                    </a:lnTo>
                    <a:lnTo>
                      <a:pt x="167" y="89"/>
                    </a:lnTo>
                    <a:lnTo>
                      <a:pt x="144" y="105"/>
                    </a:lnTo>
                    <a:lnTo>
                      <a:pt x="124" y="124"/>
                    </a:lnTo>
                    <a:lnTo>
                      <a:pt x="105" y="144"/>
                    </a:lnTo>
                    <a:lnTo>
                      <a:pt x="88" y="167"/>
                    </a:lnTo>
                    <a:lnTo>
                      <a:pt x="73" y="191"/>
                    </a:lnTo>
                    <a:lnTo>
                      <a:pt x="61" y="216"/>
                    </a:lnTo>
                    <a:lnTo>
                      <a:pt x="52" y="243"/>
                    </a:lnTo>
                    <a:lnTo>
                      <a:pt x="45" y="271"/>
                    </a:lnTo>
                    <a:lnTo>
                      <a:pt x="39" y="300"/>
                    </a:lnTo>
                    <a:lnTo>
                      <a:pt x="38" y="329"/>
                    </a:lnTo>
                    <a:lnTo>
                      <a:pt x="38" y="329"/>
                    </a:lnTo>
                    <a:lnTo>
                      <a:pt x="39" y="359"/>
                    </a:lnTo>
                    <a:lnTo>
                      <a:pt x="45" y="388"/>
                    </a:lnTo>
                    <a:lnTo>
                      <a:pt x="52" y="416"/>
                    </a:lnTo>
                    <a:lnTo>
                      <a:pt x="61" y="443"/>
                    </a:lnTo>
                    <a:lnTo>
                      <a:pt x="73" y="468"/>
                    </a:lnTo>
                    <a:lnTo>
                      <a:pt x="88" y="492"/>
                    </a:lnTo>
                    <a:lnTo>
                      <a:pt x="105" y="515"/>
                    </a:lnTo>
                    <a:lnTo>
                      <a:pt x="124" y="535"/>
                    </a:lnTo>
                    <a:lnTo>
                      <a:pt x="144" y="553"/>
                    </a:lnTo>
                    <a:lnTo>
                      <a:pt x="167" y="571"/>
                    </a:lnTo>
                    <a:lnTo>
                      <a:pt x="191" y="586"/>
                    </a:lnTo>
                    <a:lnTo>
                      <a:pt x="217" y="598"/>
                    </a:lnTo>
                    <a:lnTo>
                      <a:pt x="244" y="607"/>
                    </a:lnTo>
                    <a:lnTo>
                      <a:pt x="271" y="615"/>
                    </a:lnTo>
                    <a:lnTo>
                      <a:pt x="300" y="619"/>
                    </a:lnTo>
                    <a:lnTo>
                      <a:pt x="330" y="621"/>
                    </a:lnTo>
                    <a:lnTo>
                      <a:pt x="330" y="621"/>
                    </a:lnTo>
                    <a:lnTo>
                      <a:pt x="359" y="619"/>
                    </a:lnTo>
                    <a:lnTo>
                      <a:pt x="389" y="615"/>
                    </a:lnTo>
                    <a:lnTo>
                      <a:pt x="416" y="607"/>
                    </a:lnTo>
                    <a:lnTo>
                      <a:pt x="442" y="598"/>
                    </a:lnTo>
                    <a:lnTo>
                      <a:pt x="468" y="586"/>
                    </a:lnTo>
                    <a:lnTo>
                      <a:pt x="492" y="571"/>
                    </a:lnTo>
                    <a:lnTo>
                      <a:pt x="515" y="553"/>
                    </a:lnTo>
                    <a:lnTo>
                      <a:pt x="535" y="535"/>
                    </a:lnTo>
                    <a:lnTo>
                      <a:pt x="554" y="515"/>
                    </a:lnTo>
                    <a:lnTo>
                      <a:pt x="571" y="492"/>
                    </a:lnTo>
                    <a:lnTo>
                      <a:pt x="586" y="468"/>
                    </a:lnTo>
                    <a:lnTo>
                      <a:pt x="598" y="443"/>
                    </a:lnTo>
                    <a:lnTo>
                      <a:pt x="608" y="416"/>
                    </a:lnTo>
                    <a:lnTo>
                      <a:pt x="614" y="388"/>
                    </a:lnTo>
                    <a:lnTo>
                      <a:pt x="620" y="359"/>
                    </a:lnTo>
                    <a:lnTo>
                      <a:pt x="621" y="329"/>
                    </a:lnTo>
                    <a:lnTo>
                      <a:pt x="621" y="329"/>
                    </a:lnTo>
                    <a:lnTo>
                      <a:pt x="620" y="300"/>
                    </a:lnTo>
                    <a:lnTo>
                      <a:pt x="614" y="271"/>
                    </a:lnTo>
                    <a:lnTo>
                      <a:pt x="608" y="243"/>
                    </a:lnTo>
                    <a:lnTo>
                      <a:pt x="598" y="216"/>
                    </a:lnTo>
                    <a:lnTo>
                      <a:pt x="586" y="191"/>
                    </a:lnTo>
                    <a:lnTo>
                      <a:pt x="571" y="167"/>
                    </a:lnTo>
                    <a:lnTo>
                      <a:pt x="554" y="144"/>
                    </a:lnTo>
                    <a:lnTo>
                      <a:pt x="535" y="124"/>
                    </a:lnTo>
                    <a:lnTo>
                      <a:pt x="515" y="105"/>
                    </a:lnTo>
                    <a:lnTo>
                      <a:pt x="492" y="89"/>
                    </a:lnTo>
                    <a:lnTo>
                      <a:pt x="468" y="74"/>
                    </a:lnTo>
                    <a:lnTo>
                      <a:pt x="442" y="62"/>
                    </a:lnTo>
                    <a:lnTo>
                      <a:pt x="416" y="51"/>
                    </a:lnTo>
                    <a:lnTo>
                      <a:pt x="389" y="44"/>
                    </a:lnTo>
                    <a:lnTo>
                      <a:pt x="359" y="40"/>
                    </a:lnTo>
                    <a:lnTo>
                      <a:pt x="330" y="38"/>
                    </a:lnTo>
                    <a:lnTo>
                      <a:pt x="330" y="38"/>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sz="1800" b="0" i="0" u="none" strike="noStrike" kern="1200" cap="none" spc="0" normalizeH="0" baseline="0" noProof="0">
                  <a:ln>
                    <a:solidFill>
                      <a:sysClr val="windowText" lastClr="000000"/>
                    </a:solidFill>
                  </a:ln>
                  <a:solidFill>
                    <a:sysClr val="windowText" lastClr="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174" name="Freeform 174">
                <a:extLst>
                  <a:ext uri="{FF2B5EF4-FFF2-40B4-BE49-F238E27FC236}">
                    <a16:creationId xmlns:a16="http://schemas.microsoft.com/office/drawing/2014/main" id="{221B7238-42FC-420B-930B-AE69029A6C4F}"/>
                  </a:ext>
                </a:extLst>
              </p:cNvPr>
              <p:cNvSpPr>
                <a:spLocks noEditPoints="1"/>
              </p:cNvSpPr>
              <p:nvPr/>
            </p:nvSpPr>
            <p:spPr bwMode="auto">
              <a:xfrm>
                <a:off x="6896101" y="960438"/>
                <a:ext cx="165100" cy="242888"/>
              </a:xfrm>
              <a:custGeom>
                <a:avLst/>
                <a:gdLst>
                  <a:gd name="T0" fmla="*/ 182 w 207"/>
                  <a:gd name="T1" fmla="*/ 305 h 305"/>
                  <a:gd name="T2" fmla="*/ 187 w 207"/>
                  <a:gd name="T3" fmla="*/ 303 h 305"/>
                  <a:gd name="T4" fmla="*/ 196 w 207"/>
                  <a:gd name="T5" fmla="*/ 301 h 305"/>
                  <a:gd name="T6" fmla="*/ 203 w 207"/>
                  <a:gd name="T7" fmla="*/ 294 h 305"/>
                  <a:gd name="T8" fmla="*/ 206 w 207"/>
                  <a:gd name="T9" fmla="*/ 284 h 305"/>
                  <a:gd name="T10" fmla="*/ 207 w 207"/>
                  <a:gd name="T11" fmla="*/ 24 h 305"/>
                  <a:gd name="T12" fmla="*/ 206 w 207"/>
                  <a:gd name="T13" fmla="*/ 20 h 305"/>
                  <a:gd name="T14" fmla="*/ 203 w 207"/>
                  <a:gd name="T15" fmla="*/ 10 h 305"/>
                  <a:gd name="T16" fmla="*/ 196 w 207"/>
                  <a:gd name="T17" fmla="*/ 4 h 305"/>
                  <a:gd name="T18" fmla="*/ 187 w 207"/>
                  <a:gd name="T19" fmla="*/ 1 h 305"/>
                  <a:gd name="T20" fmla="*/ 26 w 207"/>
                  <a:gd name="T21" fmla="*/ 0 h 305"/>
                  <a:gd name="T22" fmla="*/ 20 w 207"/>
                  <a:gd name="T23" fmla="*/ 1 h 305"/>
                  <a:gd name="T24" fmla="*/ 11 w 207"/>
                  <a:gd name="T25" fmla="*/ 4 h 305"/>
                  <a:gd name="T26" fmla="*/ 4 w 207"/>
                  <a:gd name="T27" fmla="*/ 10 h 305"/>
                  <a:gd name="T28" fmla="*/ 2 w 207"/>
                  <a:gd name="T29" fmla="*/ 20 h 305"/>
                  <a:gd name="T30" fmla="*/ 0 w 207"/>
                  <a:gd name="T31" fmla="*/ 279 h 305"/>
                  <a:gd name="T32" fmla="*/ 2 w 207"/>
                  <a:gd name="T33" fmla="*/ 284 h 305"/>
                  <a:gd name="T34" fmla="*/ 4 w 207"/>
                  <a:gd name="T35" fmla="*/ 294 h 305"/>
                  <a:gd name="T36" fmla="*/ 11 w 207"/>
                  <a:gd name="T37" fmla="*/ 301 h 305"/>
                  <a:gd name="T38" fmla="*/ 20 w 207"/>
                  <a:gd name="T39" fmla="*/ 303 h 305"/>
                  <a:gd name="T40" fmla="*/ 26 w 207"/>
                  <a:gd name="T41" fmla="*/ 305 h 305"/>
                  <a:gd name="T42" fmla="*/ 104 w 207"/>
                  <a:gd name="T43" fmla="*/ 294 h 305"/>
                  <a:gd name="T44" fmla="*/ 93 w 207"/>
                  <a:gd name="T45" fmla="*/ 290 h 305"/>
                  <a:gd name="T46" fmla="*/ 89 w 207"/>
                  <a:gd name="T47" fmla="*/ 279 h 305"/>
                  <a:gd name="T48" fmla="*/ 90 w 207"/>
                  <a:gd name="T49" fmla="*/ 274 h 305"/>
                  <a:gd name="T50" fmla="*/ 98 w 207"/>
                  <a:gd name="T51" fmla="*/ 266 h 305"/>
                  <a:gd name="T52" fmla="*/ 104 w 207"/>
                  <a:gd name="T53" fmla="*/ 266 h 305"/>
                  <a:gd name="T54" fmla="*/ 114 w 207"/>
                  <a:gd name="T55" fmla="*/ 270 h 305"/>
                  <a:gd name="T56" fmla="*/ 118 w 207"/>
                  <a:gd name="T57" fmla="*/ 279 h 305"/>
                  <a:gd name="T58" fmla="*/ 117 w 207"/>
                  <a:gd name="T59" fmla="*/ 286 h 305"/>
                  <a:gd name="T60" fmla="*/ 109 w 207"/>
                  <a:gd name="T61" fmla="*/ 294 h 305"/>
                  <a:gd name="T62" fmla="*/ 104 w 207"/>
                  <a:gd name="T63" fmla="*/ 294 h 305"/>
                  <a:gd name="T64" fmla="*/ 19 w 207"/>
                  <a:gd name="T65" fmla="*/ 22 h 305"/>
                  <a:gd name="T66" fmla="*/ 23 w 207"/>
                  <a:gd name="T67" fmla="*/ 18 h 305"/>
                  <a:gd name="T68" fmla="*/ 184 w 207"/>
                  <a:gd name="T69" fmla="*/ 18 h 305"/>
                  <a:gd name="T70" fmla="*/ 188 w 207"/>
                  <a:gd name="T71" fmla="*/ 22 h 305"/>
                  <a:gd name="T72" fmla="*/ 188 w 207"/>
                  <a:gd name="T73" fmla="*/ 241 h 305"/>
                  <a:gd name="T74" fmla="*/ 184 w 207"/>
                  <a:gd name="T75" fmla="*/ 245 h 305"/>
                  <a:gd name="T76" fmla="*/ 23 w 207"/>
                  <a:gd name="T77" fmla="*/ 245 h 305"/>
                  <a:gd name="T78" fmla="*/ 19 w 207"/>
                  <a:gd name="T79" fmla="*/ 241 h 3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07" h="305">
                    <a:moveTo>
                      <a:pt x="26" y="305"/>
                    </a:moveTo>
                    <a:lnTo>
                      <a:pt x="182" y="305"/>
                    </a:lnTo>
                    <a:lnTo>
                      <a:pt x="182" y="305"/>
                    </a:lnTo>
                    <a:lnTo>
                      <a:pt x="187" y="303"/>
                    </a:lnTo>
                    <a:lnTo>
                      <a:pt x="192" y="302"/>
                    </a:lnTo>
                    <a:lnTo>
                      <a:pt x="196" y="301"/>
                    </a:lnTo>
                    <a:lnTo>
                      <a:pt x="199" y="297"/>
                    </a:lnTo>
                    <a:lnTo>
                      <a:pt x="203" y="294"/>
                    </a:lnTo>
                    <a:lnTo>
                      <a:pt x="204" y="290"/>
                    </a:lnTo>
                    <a:lnTo>
                      <a:pt x="206" y="284"/>
                    </a:lnTo>
                    <a:lnTo>
                      <a:pt x="207" y="279"/>
                    </a:lnTo>
                    <a:lnTo>
                      <a:pt x="207" y="24"/>
                    </a:lnTo>
                    <a:lnTo>
                      <a:pt x="207" y="24"/>
                    </a:lnTo>
                    <a:lnTo>
                      <a:pt x="206" y="20"/>
                    </a:lnTo>
                    <a:lnTo>
                      <a:pt x="204" y="14"/>
                    </a:lnTo>
                    <a:lnTo>
                      <a:pt x="203" y="10"/>
                    </a:lnTo>
                    <a:lnTo>
                      <a:pt x="199" y="8"/>
                    </a:lnTo>
                    <a:lnTo>
                      <a:pt x="196" y="4"/>
                    </a:lnTo>
                    <a:lnTo>
                      <a:pt x="192" y="2"/>
                    </a:lnTo>
                    <a:lnTo>
                      <a:pt x="187" y="1"/>
                    </a:lnTo>
                    <a:lnTo>
                      <a:pt x="182" y="0"/>
                    </a:lnTo>
                    <a:lnTo>
                      <a:pt x="26" y="0"/>
                    </a:lnTo>
                    <a:lnTo>
                      <a:pt x="26" y="0"/>
                    </a:lnTo>
                    <a:lnTo>
                      <a:pt x="20" y="1"/>
                    </a:lnTo>
                    <a:lnTo>
                      <a:pt x="15" y="2"/>
                    </a:lnTo>
                    <a:lnTo>
                      <a:pt x="11" y="4"/>
                    </a:lnTo>
                    <a:lnTo>
                      <a:pt x="8" y="8"/>
                    </a:lnTo>
                    <a:lnTo>
                      <a:pt x="4" y="10"/>
                    </a:lnTo>
                    <a:lnTo>
                      <a:pt x="3" y="14"/>
                    </a:lnTo>
                    <a:lnTo>
                      <a:pt x="2" y="20"/>
                    </a:lnTo>
                    <a:lnTo>
                      <a:pt x="0" y="24"/>
                    </a:lnTo>
                    <a:lnTo>
                      <a:pt x="0" y="279"/>
                    </a:lnTo>
                    <a:lnTo>
                      <a:pt x="0" y="279"/>
                    </a:lnTo>
                    <a:lnTo>
                      <a:pt x="2" y="284"/>
                    </a:lnTo>
                    <a:lnTo>
                      <a:pt x="3" y="290"/>
                    </a:lnTo>
                    <a:lnTo>
                      <a:pt x="4" y="294"/>
                    </a:lnTo>
                    <a:lnTo>
                      <a:pt x="8" y="297"/>
                    </a:lnTo>
                    <a:lnTo>
                      <a:pt x="11" y="301"/>
                    </a:lnTo>
                    <a:lnTo>
                      <a:pt x="15" y="302"/>
                    </a:lnTo>
                    <a:lnTo>
                      <a:pt x="20" y="303"/>
                    </a:lnTo>
                    <a:lnTo>
                      <a:pt x="26" y="305"/>
                    </a:lnTo>
                    <a:lnTo>
                      <a:pt x="26" y="305"/>
                    </a:lnTo>
                    <a:close/>
                    <a:moveTo>
                      <a:pt x="104" y="294"/>
                    </a:moveTo>
                    <a:lnTo>
                      <a:pt x="104" y="294"/>
                    </a:lnTo>
                    <a:lnTo>
                      <a:pt x="98" y="294"/>
                    </a:lnTo>
                    <a:lnTo>
                      <a:pt x="93" y="290"/>
                    </a:lnTo>
                    <a:lnTo>
                      <a:pt x="90" y="286"/>
                    </a:lnTo>
                    <a:lnTo>
                      <a:pt x="89" y="279"/>
                    </a:lnTo>
                    <a:lnTo>
                      <a:pt x="89" y="279"/>
                    </a:lnTo>
                    <a:lnTo>
                      <a:pt x="90" y="274"/>
                    </a:lnTo>
                    <a:lnTo>
                      <a:pt x="93" y="270"/>
                    </a:lnTo>
                    <a:lnTo>
                      <a:pt x="98" y="266"/>
                    </a:lnTo>
                    <a:lnTo>
                      <a:pt x="104" y="266"/>
                    </a:lnTo>
                    <a:lnTo>
                      <a:pt x="104" y="266"/>
                    </a:lnTo>
                    <a:lnTo>
                      <a:pt x="109" y="266"/>
                    </a:lnTo>
                    <a:lnTo>
                      <a:pt x="114" y="270"/>
                    </a:lnTo>
                    <a:lnTo>
                      <a:pt x="117" y="274"/>
                    </a:lnTo>
                    <a:lnTo>
                      <a:pt x="118" y="279"/>
                    </a:lnTo>
                    <a:lnTo>
                      <a:pt x="118" y="279"/>
                    </a:lnTo>
                    <a:lnTo>
                      <a:pt x="117" y="286"/>
                    </a:lnTo>
                    <a:lnTo>
                      <a:pt x="114" y="290"/>
                    </a:lnTo>
                    <a:lnTo>
                      <a:pt x="109" y="294"/>
                    </a:lnTo>
                    <a:lnTo>
                      <a:pt x="104" y="294"/>
                    </a:lnTo>
                    <a:lnTo>
                      <a:pt x="104" y="294"/>
                    </a:lnTo>
                    <a:close/>
                    <a:moveTo>
                      <a:pt x="19" y="22"/>
                    </a:moveTo>
                    <a:lnTo>
                      <a:pt x="19" y="22"/>
                    </a:lnTo>
                    <a:lnTo>
                      <a:pt x="20" y="20"/>
                    </a:lnTo>
                    <a:lnTo>
                      <a:pt x="23" y="18"/>
                    </a:lnTo>
                    <a:lnTo>
                      <a:pt x="184" y="18"/>
                    </a:lnTo>
                    <a:lnTo>
                      <a:pt x="184" y="18"/>
                    </a:lnTo>
                    <a:lnTo>
                      <a:pt x="187" y="20"/>
                    </a:lnTo>
                    <a:lnTo>
                      <a:pt x="188" y="22"/>
                    </a:lnTo>
                    <a:lnTo>
                      <a:pt x="188" y="241"/>
                    </a:lnTo>
                    <a:lnTo>
                      <a:pt x="188" y="241"/>
                    </a:lnTo>
                    <a:lnTo>
                      <a:pt x="187" y="244"/>
                    </a:lnTo>
                    <a:lnTo>
                      <a:pt x="184" y="245"/>
                    </a:lnTo>
                    <a:lnTo>
                      <a:pt x="23" y="245"/>
                    </a:lnTo>
                    <a:lnTo>
                      <a:pt x="23" y="245"/>
                    </a:lnTo>
                    <a:lnTo>
                      <a:pt x="20" y="244"/>
                    </a:lnTo>
                    <a:lnTo>
                      <a:pt x="19" y="241"/>
                    </a:lnTo>
                    <a:lnTo>
                      <a:pt x="19" y="22"/>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sz="1800" b="0" i="0" u="none" strike="noStrike" kern="1200" cap="none" spc="0" normalizeH="0" baseline="0" noProof="0">
                  <a:ln>
                    <a:solidFill>
                      <a:sysClr val="windowText" lastClr="000000"/>
                    </a:solidFill>
                  </a:ln>
                  <a:solidFill>
                    <a:sysClr val="windowText" lastClr="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grpSp>
      </p:grpSp>
      <p:sp>
        <p:nvSpPr>
          <p:cNvPr id="211" name="Rectangle 210">
            <a:extLst>
              <a:ext uri="{FF2B5EF4-FFF2-40B4-BE49-F238E27FC236}">
                <a16:creationId xmlns:a16="http://schemas.microsoft.com/office/drawing/2014/main" id="{28F2D9B9-F9B0-4F8A-A4FF-BF9B112E4839}"/>
              </a:ext>
            </a:extLst>
          </p:cNvPr>
          <p:cNvSpPr/>
          <p:nvPr/>
        </p:nvSpPr>
        <p:spPr>
          <a:xfrm>
            <a:off x="9215762" y="2722814"/>
            <a:ext cx="1993030" cy="25191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sz="700" b="0" i="0" u="none" strike="noStrike" kern="1200" cap="none" spc="0" normalizeH="0" baseline="0" noProof="0">
              <a:ln>
                <a:noFill/>
              </a:ln>
              <a:solidFill>
                <a:sysClr val="windowText" lastClr="000000"/>
              </a:solidFill>
              <a:effectLst/>
              <a:uLnTx/>
              <a:uFillTx/>
              <a:latin typeface="Open Sans"/>
              <a:ea typeface="+mn-ea"/>
              <a:cs typeface="+mn-cs"/>
            </a:endParaRPr>
          </a:p>
        </p:txBody>
      </p:sp>
      <p:pic>
        <p:nvPicPr>
          <p:cNvPr id="114" name="Picture 113" descr="A picture containing person, clothing&#10;&#10;Description automatically generated">
            <a:extLst>
              <a:ext uri="{FF2B5EF4-FFF2-40B4-BE49-F238E27FC236}">
                <a16:creationId xmlns:a16="http://schemas.microsoft.com/office/drawing/2014/main" id="{FF605D81-D46C-450C-A733-9320BBA1B0DA}"/>
              </a:ext>
            </a:extLst>
          </p:cNvPr>
          <p:cNvPicPr>
            <a:picLocks noChangeAspect="1"/>
          </p:cNvPicPr>
          <p:nvPr/>
        </p:nvPicPr>
        <p:blipFill rotWithShape="1">
          <a:blip r:embed="rId3">
            <a:extLst>
              <a:ext uri="{28A0092B-C50C-407E-A947-70E740481C1C}">
                <a14:useLocalDpi xmlns:a14="http://schemas.microsoft.com/office/drawing/2010/main" val="0"/>
              </a:ext>
            </a:extLst>
          </a:blip>
          <a:srcRect l="17616" t="4603" r="-2277" b="38927"/>
          <a:stretch/>
        </p:blipFill>
        <p:spPr>
          <a:xfrm>
            <a:off x="886609" y="694944"/>
            <a:ext cx="576000" cy="576000"/>
          </a:xfrm>
          <a:prstGeom prst="ellipse">
            <a:avLst/>
          </a:prstGeom>
        </p:spPr>
      </p:pic>
      <p:sp>
        <p:nvSpPr>
          <p:cNvPr id="115" name="TextBox 114">
            <a:extLst>
              <a:ext uri="{FF2B5EF4-FFF2-40B4-BE49-F238E27FC236}">
                <a16:creationId xmlns:a16="http://schemas.microsoft.com/office/drawing/2014/main" id="{603BE003-252A-44A0-B22A-951C00D25B39}"/>
              </a:ext>
            </a:extLst>
          </p:cNvPr>
          <p:cNvSpPr txBox="1"/>
          <p:nvPr/>
        </p:nvSpPr>
        <p:spPr>
          <a:xfrm>
            <a:off x="2163183" y="4954686"/>
            <a:ext cx="1497109" cy="41549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BE" sz="700" b="0" i="0" u="none" strike="noStrike" kern="1200" cap="none" spc="0" normalizeH="0" baseline="0" noProof="0" dirty="0">
                <a:ln>
                  <a:noFill/>
                </a:ln>
                <a:solidFill>
                  <a:srgbClr val="000000"/>
                </a:solidFill>
                <a:effectLst/>
                <a:uLnTx/>
                <a:uFillTx/>
                <a:latin typeface="Open Sans"/>
                <a:ea typeface="+mn-ea"/>
                <a:cs typeface="+mn-cs"/>
              </a:rPr>
              <a:t>Il y a beaucoup d’information et je vois qu’il y a une barre de recherche.</a:t>
            </a:r>
          </a:p>
        </p:txBody>
      </p:sp>
      <p:sp>
        <p:nvSpPr>
          <p:cNvPr id="116" name="TextBox 115">
            <a:extLst>
              <a:ext uri="{FF2B5EF4-FFF2-40B4-BE49-F238E27FC236}">
                <a16:creationId xmlns:a16="http://schemas.microsoft.com/office/drawing/2014/main" id="{B983408B-5552-486D-AFB7-B2E12298F92F}"/>
              </a:ext>
            </a:extLst>
          </p:cNvPr>
          <p:cNvSpPr txBox="1"/>
          <p:nvPr/>
        </p:nvSpPr>
        <p:spPr>
          <a:xfrm>
            <a:off x="3667166" y="5290549"/>
            <a:ext cx="1033735" cy="63094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BE" sz="700" b="0" i="0" u="none" strike="noStrike" kern="1200" cap="none" spc="0" normalizeH="0" baseline="0" noProof="0" dirty="0">
                <a:ln>
                  <a:noFill/>
                </a:ln>
                <a:solidFill>
                  <a:srgbClr val="000000"/>
                </a:solidFill>
                <a:effectLst/>
                <a:uLnTx/>
                <a:uFillTx/>
                <a:latin typeface="Open Sans"/>
                <a:ea typeface="+mn-ea"/>
                <a:cs typeface="+mn-cs"/>
              </a:rPr>
              <a:t>Le résultat de la barre de recherche ne donne pas du tout ce que je cherche… </a:t>
            </a:r>
          </a:p>
        </p:txBody>
      </p:sp>
      <p:sp>
        <p:nvSpPr>
          <p:cNvPr id="117" name="TextBox 116">
            <a:extLst>
              <a:ext uri="{FF2B5EF4-FFF2-40B4-BE49-F238E27FC236}">
                <a16:creationId xmlns:a16="http://schemas.microsoft.com/office/drawing/2014/main" id="{B6AAD960-C71D-4C43-8E83-0DF71CB79E6C}"/>
              </a:ext>
            </a:extLst>
          </p:cNvPr>
          <p:cNvSpPr txBox="1"/>
          <p:nvPr/>
        </p:nvSpPr>
        <p:spPr>
          <a:xfrm>
            <a:off x="3942330" y="3807866"/>
            <a:ext cx="1312351"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BE" sz="700" b="0" i="0" u="none" strike="noStrike" kern="1200" cap="none" spc="0" normalizeH="0" baseline="0" noProof="0" dirty="0">
                <a:ln>
                  <a:noFill/>
                </a:ln>
                <a:solidFill>
                  <a:srgbClr val="000000"/>
                </a:solidFill>
                <a:effectLst/>
                <a:uLnTx/>
                <a:uFillTx/>
                <a:latin typeface="Open Sans"/>
                <a:ea typeface="+mn-ea"/>
                <a:cs typeface="+mn-cs"/>
              </a:rPr>
              <a:t>Le menu est clair, je n’ai pas trop de difficulté à trouver ce qui me concerne.</a:t>
            </a:r>
          </a:p>
        </p:txBody>
      </p:sp>
      <p:sp>
        <p:nvSpPr>
          <p:cNvPr id="118" name="TextBox 117">
            <a:extLst>
              <a:ext uri="{FF2B5EF4-FFF2-40B4-BE49-F238E27FC236}">
                <a16:creationId xmlns:a16="http://schemas.microsoft.com/office/drawing/2014/main" id="{21C1E422-B6C5-4BC1-A42F-9CB0CDE7D5BF}"/>
              </a:ext>
            </a:extLst>
          </p:cNvPr>
          <p:cNvSpPr txBox="1"/>
          <p:nvPr/>
        </p:nvSpPr>
        <p:spPr>
          <a:xfrm>
            <a:off x="5455057" y="5328269"/>
            <a:ext cx="1231120"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BE" sz="700" b="0" i="0" u="none" strike="noStrike" kern="1200" cap="none" spc="0" normalizeH="0" baseline="0" noProof="0" dirty="0">
                <a:ln>
                  <a:noFill/>
                </a:ln>
                <a:solidFill>
                  <a:srgbClr val="000000"/>
                </a:solidFill>
                <a:effectLst/>
                <a:uLnTx/>
                <a:uFillTx/>
                <a:latin typeface="Open Sans"/>
                <a:ea typeface="+mn-ea"/>
                <a:cs typeface="+mn-cs"/>
              </a:rPr>
              <a:t>Je lis tout. Le contenu est complet mais il y a tellement d’informatio</a:t>
            </a:r>
            <a:r>
              <a:rPr lang="fr-BE" sz="700" dirty="0">
                <a:solidFill>
                  <a:srgbClr val="000000"/>
                </a:solidFill>
                <a:latin typeface="Open Sans"/>
              </a:rPr>
              <a:t>n</a:t>
            </a:r>
            <a:r>
              <a:rPr kumimoji="0" lang="fr-BE" sz="700" b="0" i="0" u="none" strike="noStrike" kern="1200" cap="none" spc="0" normalizeH="0" baseline="0" noProof="0" dirty="0">
                <a:ln>
                  <a:noFill/>
                </a:ln>
                <a:solidFill>
                  <a:srgbClr val="000000"/>
                </a:solidFill>
                <a:effectLst/>
                <a:uLnTx/>
                <a:uFillTx/>
                <a:latin typeface="Open Sans"/>
                <a:ea typeface="+mn-ea"/>
                <a:cs typeface="+mn-cs"/>
              </a:rPr>
              <a:t>, je perds un temps fou !</a:t>
            </a:r>
          </a:p>
        </p:txBody>
      </p:sp>
      <p:sp>
        <p:nvSpPr>
          <p:cNvPr id="134" name="TextBox 133">
            <a:extLst>
              <a:ext uri="{FF2B5EF4-FFF2-40B4-BE49-F238E27FC236}">
                <a16:creationId xmlns:a16="http://schemas.microsoft.com/office/drawing/2014/main" id="{0D99B168-56F2-4CB9-9F25-A633876B62A4}"/>
              </a:ext>
            </a:extLst>
          </p:cNvPr>
          <p:cNvSpPr txBox="1"/>
          <p:nvPr/>
        </p:nvSpPr>
        <p:spPr>
          <a:xfrm>
            <a:off x="5467071" y="3778297"/>
            <a:ext cx="1665573"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BE" sz="700" b="0" i="0" u="none" strike="noStrike" kern="1200" cap="none" spc="0" normalizeH="0" baseline="0" noProof="0" dirty="0">
                <a:ln>
                  <a:noFill/>
                </a:ln>
                <a:solidFill>
                  <a:srgbClr val="000000"/>
                </a:solidFill>
                <a:effectLst/>
                <a:uLnTx/>
                <a:uFillTx/>
                <a:latin typeface="Open Sans"/>
                <a:ea typeface="+mn-ea"/>
                <a:cs typeface="+mn-cs"/>
              </a:rPr>
              <a:t>Ah, ils proposent des modèles-type de contrats de bail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BE" sz="700" b="0" i="0" u="none" strike="noStrike" kern="1200" cap="none" spc="0" normalizeH="0" baseline="0" noProof="0" dirty="0">
                <a:ln>
                  <a:noFill/>
                </a:ln>
                <a:solidFill>
                  <a:srgbClr val="000000"/>
                </a:solidFill>
                <a:effectLst/>
                <a:uLnTx/>
                <a:uFillTx/>
                <a:latin typeface="Open Sans"/>
                <a:ea typeface="+mn-ea"/>
                <a:cs typeface="+mn-cs"/>
              </a:rPr>
              <a:t>Dommage qu’on ne puisse pas les visualiser avant de les télécharger.</a:t>
            </a:r>
          </a:p>
        </p:txBody>
      </p:sp>
      <p:sp>
        <p:nvSpPr>
          <p:cNvPr id="138" name="TextBox 137">
            <a:extLst>
              <a:ext uri="{FF2B5EF4-FFF2-40B4-BE49-F238E27FC236}">
                <a16:creationId xmlns:a16="http://schemas.microsoft.com/office/drawing/2014/main" id="{B4A3D96C-7505-4C25-A05A-5EC563AA1DDD}"/>
              </a:ext>
            </a:extLst>
          </p:cNvPr>
          <p:cNvSpPr txBox="1"/>
          <p:nvPr/>
        </p:nvSpPr>
        <p:spPr>
          <a:xfrm>
            <a:off x="6563859" y="5804964"/>
            <a:ext cx="1665573" cy="20005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BE" sz="700" b="0" i="0" u="none" strike="noStrike" kern="1200" cap="none" spc="0" normalizeH="0" baseline="0" noProof="0" dirty="0">
                <a:ln>
                  <a:noFill/>
                </a:ln>
                <a:solidFill>
                  <a:srgbClr val="000000"/>
                </a:solidFill>
                <a:effectLst/>
                <a:uLnTx/>
                <a:uFillTx/>
                <a:latin typeface="Open Sans"/>
                <a:ea typeface="+mn-ea"/>
                <a:cs typeface="+mn-cs"/>
              </a:rPr>
              <a:t>Je suis un peu perdue… </a:t>
            </a:r>
          </a:p>
        </p:txBody>
      </p:sp>
      <p:sp>
        <p:nvSpPr>
          <p:cNvPr id="143" name="TextBox 142">
            <a:extLst>
              <a:ext uri="{FF2B5EF4-FFF2-40B4-BE49-F238E27FC236}">
                <a16:creationId xmlns:a16="http://schemas.microsoft.com/office/drawing/2014/main" id="{38C3DE66-D8CC-4162-B8A2-B33B33E7A2B3}"/>
              </a:ext>
            </a:extLst>
          </p:cNvPr>
          <p:cNvSpPr txBox="1"/>
          <p:nvPr/>
        </p:nvSpPr>
        <p:spPr>
          <a:xfrm>
            <a:off x="8223773" y="5425121"/>
            <a:ext cx="1665573" cy="415498"/>
          </a:xfrm>
          <a:prstGeom prst="rect">
            <a:avLst/>
          </a:prstGeom>
          <a:noFill/>
        </p:spPr>
        <p:txBody>
          <a:bodyPr wrap="square" rtlCol="0">
            <a:spAutoFit/>
          </a:bodyPr>
          <a:lstStyle/>
          <a:p>
            <a:pPr lvl="0">
              <a:defRPr/>
            </a:pPr>
            <a:r>
              <a:rPr kumimoji="0" lang="fr-BE" sz="700" b="0" i="0" u="none" strike="noStrike" kern="1200" cap="none" spc="0" normalizeH="0" baseline="0" noProof="0" dirty="0">
                <a:ln>
                  <a:noFill/>
                </a:ln>
                <a:solidFill>
                  <a:srgbClr val="000000"/>
                </a:solidFill>
                <a:effectLst/>
                <a:uLnTx/>
                <a:uFillTx/>
                <a:latin typeface="Open Sans"/>
                <a:ea typeface="+mn-ea"/>
                <a:cs typeface="+mn-cs"/>
              </a:rPr>
              <a:t>Ce serait pas mal d’avoir un document </a:t>
            </a:r>
            <a:r>
              <a:rPr kumimoji="0" lang="fr-BE" sz="700" b="0" i="0" u="none" strike="noStrike" kern="1200" cap="none" spc="0" normalizeH="0" baseline="0" noProof="0" dirty="0" err="1">
                <a:ln>
                  <a:noFill/>
                </a:ln>
                <a:solidFill>
                  <a:srgbClr val="000000"/>
                </a:solidFill>
                <a:effectLst/>
                <a:uLnTx/>
                <a:uFillTx/>
                <a:latin typeface="Open Sans"/>
                <a:ea typeface="+mn-ea"/>
                <a:cs typeface="+mn-cs"/>
              </a:rPr>
              <a:t>pré-rempli</a:t>
            </a:r>
            <a:r>
              <a:rPr lang="fr-BE" sz="700" dirty="0">
                <a:solidFill>
                  <a:srgbClr val="000000"/>
                </a:solidFill>
              </a:rPr>
              <a:t> comme sur </a:t>
            </a:r>
            <a:r>
              <a:rPr lang="fr-BE" sz="700" dirty="0">
                <a:solidFill>
                  <a:srgbClr val="000000"/>
                </a:solidFill>
                <a:hlinkClick r:id="rId4"/>
              </a:rPr>
              <a:t>https://docs.immoweb.be/fr</a:t>
            </a:r>
            <a:r>
              <a:rPr lang="fr-BE" sz="700" dirty="0">
                <a:solidFill>
                  <a:srgbClr val="000000"/>
                </a:solidFill>
              </a:rPr>
              <a:t> </a:t>
            </a:r>
            <a:endParaRPr kumimoji="0" lang="fr-BE" sz="700" b="0" i="0" u="none" strike="noStrike" kern="1200" cap="none" spc="0" normalizeH="0" baseline="0" noProof="0" dirty="0">
              <a:ln>
                <a:noFill/>
              </a:ln>
              <a:solidFill>
                <a:srgbClr val="000000"/>
              </a:solidFill>
              <a:effectLst/>
              <a:uLnTx/>
              <a:uFillTx/>
              <a:latin typeface="Open Sans"/>
              <a:ea typeface="+mn-ea"/>
              <a:cs typeface="+mn-cs"/>
            </a:endParaRPr>
          </a:p>
        </p:txBody>
      </p:sp>
      <p:sp>
        <p:nvSpPr>
          <p:cNvPr id="147" name="TextBox 146">
            <a:extLst>
              <a:ext uri="{FF2B5EF4-FFF2-40B4-BE49-F238E27FC236}">
                <a16:creationId xmlns:a16="http://schemas.microsoft.com/office/drawing/2014/main" id="{A6A68FD6-1425-44F0-BCD2-937003EA1F09}"/>
              </a:ext>
            </a:extLst>
          </p:cNvPr>
          <p:cNvSpPr txBox="1"/>
          <p:nvPr/>
        </p:nvSpPr>
        <p:spPr>
          <a:xfrm>
            <a:off x="8292975" y="4340043"/>
            <a:ext cx="1665573" cy="415498"/>
          </a:xfrm>
          <a:prstGeom prst="rect">
            <a:avLst/>
          </a:prstGeom>
          <a:noFill/>
        </p:spPr>
        <p:txBody>
          <a:bodyPr wrap="square" rtlCol="0">
            <a:spAutoFit/>
          </a:bodyPr>
          <a:lstStyle/>
          <a:p>
            <a:pPr lvl="0">
              <a:defRPr/>
            </a:pPr>
            <a:r>
              <a:rPr kumimoji="0" lang="fr-BE" sz="700" b="0" i="0" u="none" strike="noStrike" kern="1200" cap="none" spc="0" normalizeH="0" baseline="0" noProof="0" dirty="0">
                <a:ln>
                  <a:noFill/>
                </a:ln>
                <a:solidFill>
                  <a:srgbClr val="000000"/>
                </a:solidFill>
                <a:effectLst/>
                <a:uLnTx/>
                <a:uFillTx/>
                <a:latin typeface="Open Sans"/>
                <a:ea typeface="+mn-ea"/>
                <a:cs typeface="+mn-cs"/>
              </a:rPr>
              <a:t>Je vois qu’il y a une page contact mais celle-ci est remplie d’administrations différentes…</a:t>
            </a:r>
          </a:p>
        </p:txBody>
      </p:sp>
      <p:sp>
        <p:nvSpPr>
          <p:cNvPr id="162" name="TextBox 161">
            <a:extLst>
              <a:ext uri="{FF2B5EF4-FFF2-40B4-BE49-F238E27FC236}">
                <a16:creationId xmlns:a16="http://schemas.microsoft.com/office/drawing/2014/main" id="{44D1DF5C-7D6D-40C5-A6EB-2E753DC106A2}"/>
              </a:ext>
            </a:extLst>
          </p:cNvPr>
          <p:cNvSpPr txBox="1"/>
          <p:nvPr/>
        </p:nvSpPr>
        <p:spPr>
          <a:xfrm>
            <a:off x="10858924" y="4884813"/>
            <a:ext cx="1210748" cy="523220"/>
          </a:xfrm>
          <a:prstGeom prst="rect">
            <a:avLst/>
          </a:prstGeom>
          <a:noFill/>
        </p:spPr>
        <p:txBody>
          <a:bodyPr wrap="square" rtlCol="0">
            <a:spAutoFit/>
          </a:bodyPr>
          <a:lstStyle/>
          <a:p>
            <a:pPr lvl="0">
              <a:defRPr/>
            </a:pPr>
            <a:r>
              <a:rPr lang="fr-BE" sz="700" dirty="0">
                <a:solidFill>
                  <a:srgbClr val="000000"/>
                </a:solidFill>
                <a:latin typeface="Open Sans"/>
              </a:rPr>
              <a:t>Tant pis, je pense que je vais faire appel à une agence pour s’occuper de tout…</a:t>
            </a:r>
            <a:endParaRPr kumimoji="0" lang="fr-BE" sz="700" b="0" i="0" u="none" strike="noStrike" kern="1200" cap="none" spc="0" normalizeH="0" baseline="0" noProof="0" dirty="0">
              <a:ln>
                <a:noFill/>
              </a:ln>
              <a:solidFill>
                <a:srgbClr val="000000"/>
              </a:solidFill>
              <a:effectLst/>
              <a:uLnTx/>
              <a:uFillTx/>
              <a:latin typeface="Open Sans"/>
              <a:ea typeface="+mn-ea"/>
              <a:cs typeface="+mn-cs"/>
            </a:endParaRPr>
          </a:p>
        </p:txBody>
      </p:sp>
      <p:grpSp>
        <p:nvGrpSpPr>
          <p:cNvPr id="109" name="Group 108">
            <a:extLst>
              <a:ext uri="{FF2B5EF4-FFF2-40B4-BE49-F238E27FC236}">
                <a16:creationId xmlns:a16="http://schemas.microsoft.com/office/drawing/2014/main" id="{88F99133-F921-42A1-850E-FA9F6AC5EF34}"/>
              </a:ext>
            </a:extLst>
          </p:cNvPr>
          <p:cNvGrpSpPr/>
          <p:nvPr/>
        </p:nvGrpSpPr>
        <p:grpSpPr>
          <a:xfrm>
            <a:off x="4958142" y="3281277"/>
            <a:ext cx="582128" cy="260118"/>
            <a:chOff x="9938637" y="3278689"/>
            <a:chExt cx="582128" cy="260118"/>
          </a:xfrm>
        </p:grpSpPr>
        <p:grpSp>
          <p:nvGrpSpPr>
            <p:cNvPr id="110" name="Group 166">
              <a:extLst>
                <a:ext uri="{FF2B5EF4-FFF2-40B4-BE49-F238E27FC236}">
                  <a16:creationId xmlns:a16="http://schemas.microsoft.com/office/drawing/2014/main" id="{D2908C6C-0E26-4373-B748-B9B7F4DEA009}"/>
                </a:ext>
              </a:extLst>
            </p:cNvPr>
            <p:cNvGrpSpPr>
              <a:grpSpLocks noChangeAspect="1"/>
            </p:cNvGrpSpPr>
            <p:nvPr/>
          </p:nvGrpSpPr>
          <p:grpSpPr>
            <a:xfrm>
              <a:off x="9938637" y="3278689"/>
              <a:ext cx="252000" cy="252000"/>
              <a:chOff x="9353551" y="823913"/>
              <a:chExt cx="522288" cy="522288"/>
            </a:xfrm>
          </p:grpSpPr>
          <p:sp>
            <p:nvSpPr>
              <p:cNvPr id="124" name="Freeform 40">
                <a:extLst>
                  <a:ext uri="{FF2B5EF4-FFF2-40B4-BE49-F238E27FC236}">
                    <a16:creationId xmlns:a16="http://schemas.microsoft.com/office/drawing/2014/main" id="{69FB705E-7D1A-425C-8F31-7717407BA337}"/>
                  </a:ext>
                </a:extLst>
              </p:cNvPr>
              <p:cNvSpPr>
                <a:spLocks noEditPoints="1"/>
              </p:cNvSpPr>
              <p:nvPr/>
            </p:nvSpPr>
            <p:spPr bwMode="auto">
              <a:xfrm>
                <a:off x="9353551" y="823913"/>
                <a:ext cx="522288" cy="522288"/>
              </a:xfrm>
              <a:custGeom>
                <a:avLst/>
                <a:gdLst>
                  <a:gd name="T0" fmla="*/ 311 w 656"/>
                  <a:gd name="T1" fmla="*/ 657 h 659"/>
                  <a:gd name="T2" fmla="*/ 262 w 656"/>
                  <a:gd name="T3" fmla="*/ 652 h 659"/>
                  <a:gd name="T4" fmla="*/ 200 w 656"/>
                  <a:gd name="T5" fmla="*/ 633 h 659"/>
                  <a:gd name="T6" fmla="*/ 119 w 656"/>
                  <a:gd name="T7" fmla="*/ 583 h 659"/>
                  <a:gd name="T8" fmla="*/ 56 w 656"/>
                  <a:gd name="T9" fmla="*/ 514 h 659"/>
                  <a:gd name="T10" fmla="*/ 14 w 656"/>
                  <a:gd name="T11" fmla="*/ 428 h 659"/>
                  <a:gd name="T12" fmla="*/ 4 w 656"/>
                  <a:gd name="T13" fmla="*/ 379 h 659"/>
                  <a:gd name="T14" fmla="*/ 0 w 656"/>
                  <a:gd name="T15" fmla="*/ 329 h 659"/>
                  <a:gd name="T16" fmla="*/ 1 w 656"/>
                  <a:gd name="T17" fmla="*/ 296 h 659"/>
                  <a:gd name="T18" fmla="*/ 9 w 656"/>
                  <a:gd name="T19" fmla="*/ 248 h 659"/>
                  <a:gd name="T20" fmla="*/ 39 w 656"/>
                  <a:gd name="T21" fmla="*/ 172 h 659"/>
                  <a:gd name="T22" fmla="*/ 96 w 656"/>
                  <a:gd name="T23" fmla="*/ 97 h 659"/>
                  <a:gd name="T24" fmla="*/ 172 w 656"/>
                  <a:gd name="T25" fmla="*/ 41 h 659"/>
                  <a:gd name="T26" fmla="*/ 245 w 656"/>
                  <a:gd name="T27" fmla="*/ 11 h 659"/>
                  <a:gd name="T28" fmla="*/ 295 w 656"/>
                  <a:gd name="T29" fmla="*/ 3 h 659"/>
                  <a:gd name="T30" fmla="*/ 329 w 656"/>
                  <a:gd name="T31" fmla="*/ 0 h 659"/>
                  <a:gd name="T32" fmla="*/ 378 w 656"/>
                  <a:gd name="T33" fmla="*/ 4 h 659"/>
                  <a:gd name="T34" fmla="*/ 425 w 656"/>
                  <a:gd name="T35" fmla="*/ 15 h 659"/>
                  <a:gd name="T36" fmla="*/ 511 w 656"/>
                  <a:gd name="T37" fmla="*/ 57 h 659"/>
                  <a:gd name="T38" fmla="*/ 581 w 656"/>
                  <a:gd name="T39" fmla="*/ 120 h 659"/>
                  <a:gd name="T40" fmla="*/ 631 w 656"/>
                  <a:gd name="T41" fmla="*/ 202 h 659"/>
                  <a:gd name="T42" fmla="*/ 650 w 656"/>
                  <a:gd name="T43" fmla="*/ 264 h 659"/>
                  <a:gd name="T44" fmla="*/ 656 w 656"/>
                  <a:gd name="T45" fmla="*/ 312 h 659"/>
                  <a:gd name="T46" fmla="*/ 656 w 656"/>
                  <a:gd name="T47" fmla="*/ 347 h 659"/>
                  <a:gd name="T48" fmla="*/ 650 w 656"/>
                  <a:gd name="T49" fmla="*/ 395 h 659"/>
                  <a:gd name="T50" fmla="*/ 631 w 656"/>
                  <a:gd name="T51" fmla="*/ 457 h 659"/>
                  <a:gd name="T52" fmla="*/ 581 w 656"/>
                  <a:gd name="T53" fmla="*/ 539 h 659"/>
                  <a:gd name="T54" fmla="*/ 511 w 656"/>
                  <a:gd name="T55" fmla="*/ 602 h 659"/>
                  <a:gd name="T56" fmla="*/ 425 w 656"/>
                  <a:gd name="T57" fmla="*/ 644 h 659"/>
                  <a:gd name="T58" fmla="*/ 378 w 656"/>
                  <a:gd name="T59" fmla="*/ 655 h 659"/>
                  <a:gd name="T60" fmla="*/ 329 w 656"/>
                  <a:gd name="T61" fmla="*/ 659 h 659"/>
                  <a:gd name="T62" fmla="*/ 329 w 656"/>
                  <a:gd name="T63" fmla="*/ 38 h 659"/>
                  <a:gd name="T64" fmla="*/ 241 w 656"/>
                  <a:gd name="T65" fmla="*/ 51 h 659"/>
                  <a:gd name="T66" fmla="*/ 165 w 656"/>
                  <a:gd name="T67" fmla="*/ 88 h 659"/>
                  <a:gd name="T68" fmla="*/ 103 w 656"/>
                  <a:gd name="T69" fmla="*/ 144 h 659"/>
                  <a:gd name="T70" fmla="*/ 60 w 656"/>
                  <a:gd name="T71" fmla="*/ 217 h 659"/>
                  <a:gd name="T72" fmla="*/ 39 w 656"/>
                  <a:gd name="T73" fmla="*/ 300 h 659"/>
                  <a:gd name="T74" fmla="*/ 39 w 656"/>
                  <a:gd name="T75" fmla="*/ 359 h 659"/>
                  <a:gd name="T76" fmla="*/ 60 w 656"/>
                  <a:gd name="T77" fmla="*/ 442 h 659"/>
                  <a:gd name="T78" fmla="*/ 103 w 656"/>
                  <a:gd name="T79" fmla="*/ 515 h 659"/>
                  <a:gd name="T80" fmla="*/ 165 w 656"/>
                  <a:gd name="T81" fmla="*/ 571 h 659"/>
                  <a:gd name="T82" fmla="*/ 241 w 656"/>
                  <a:gd name="T83" fmla="*/ 608 h 659"/>
                  <a:gd name="T84" fmla="*/ 329 w 656"/>
                  <a:gd name="T85" fmla="*/ 621 h 659"/>
                  <a:gd name="T86" fmla="*/ 386 w 656"/>
                  <a:gd name="T87" fmla="*/ 614 h 659"/>
                  <a:gd name="T88" fmla="*/ 467 w 656"/>
                  <a:gd name="T89" fmla="*/ 586 h 659"/>
                  <a:gd name="T90" fmla="*/ 534 w 656"/>
                  <a:gd name="T91" fmla="*/ 535 h 659"/>
                  <a:gd name="T92" fmla="*/ 584 w 656"/>
                  <a:gd name="T93" fmla="*/ 468 h 659"/>
                  <a:gd name="T94" fmla="*/ 613 w 656"/>
                  <a:gd name="T95" fmla="*/ 389 h 659"/>
                  <a:gd name="T96" fmla="*/ 619 w 656"/>
                  <a:gd name="T97" fmla="*/ 329 h 659"/>
                  <a:gd name="T98" fmla="*/ 607 w 656"/>
                  <a:gd name="T99" fmla="*/ 244 h 659"/>
                  <a:gd name="T100" fmla="*/ 569 w 656"/>
                  <a:gd name="T101" fmla="*/ 167 h 659"/>
                  <a:gd name="T102" fmla="*/ 513 w 656"/>
                  <a:gd name="T103" fmla="*/ 105 h 659"/>
                  <a:gd name="T104" fmla="*/ 442 w 656"/>
                  <a:gd name="T105" fmla="*/ 61 h 659"/>
                  <a:gd name="T106" fmla="*/ 358 w 656"/>
                  <a:gd name="T107" fmla="*/ 39 h 6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56" h="659">
                    <a:moveTo>
                      <a:pt x="329" y="659"/>
                    </a:moveTo>
                    <a:lnTo>
                      <a:pt x="329" y="659"/>
                    </a:lnTo>
                    <a:lnTo>
                      <a:pt x="311" y="657"/>
                    </a:lnTo>
                    <a:lnTo>
                      <a:pt x="295" y="657"/>
                    </a:lnTo>
                    <a:lnTo>
                      <a:pt x="278" y="655"/>
                    </a:lnTo>
                    <a:lnTo>
                      <a:pt x="262" y="652"/>
                    </a:lnTo>
                    <a:lnTo>
                      <a:pt x="245" y="648"/>
                    </a:lnTo>
                    <a:lnTo>
                      <a:pt x="231" y="644"/>
                    </a:lnTo>
                    <a:lnTo>
                      <a:pt x="200" y="633"/>
                    </a:lnTo>
                    <a:lnTo>
                      <a:pt x="172" y="618"/>
                    </a:lnTo>
                    <a:lnTo>
                      <a:pt x="145" y="602"/>
                    </a:lnTo>
                    <a:lnTo>
                      <a:pt x="119" y="583"/>
                    </a:lnTo>
                    <a:lnTo>
                      <a:pt x="96" y="562"/>
                    </a:lnTo>
                    <a:lnTo>
                      <a:pt x="75" y="539"/>
                    </a:lnTo>
                    <a:lnTo>
                      <a:pt x="56" y="514"/>
                    </a:lnTo>
                    <a:lnTo>
                      <a:pt x="39" y="487"/>
                    </a:lnTo>
                    <a:lnTo>
                      <a:pt x="25" y="457"/>
                    </a:lnTo>
                    <a:lnTo>
                      <a:pt x="14" y="428"/>
                    </a:lnTo>
                    <a:lnTo>
                      <a:pt x="9" y="411"/>
                    </a:lnTo>
                    <a:lnTo>
                      <a:pt x="6" y="395"/>
                    </a:lnTo>
                    <a:lnTo>
                      <a:pt x="4" y="379"/>
                    </a:lnTo>
                    <a:lnTo>
                      <a:pt x="1" y="363"/>
                    </a:lnTo>
                    <a:lnTo>
                      <a:pt x="0" y="347"/>
                    </a:lnTo>
                    <a:lnTo>
                      <a:pt x="0" y="329"/>
                    </a:lnTo>
                    <a:lnTo>
                      <a:pt x="0" y="329"/>
                    </a:lnTo>
                    <a:lnTo>
                      <a:pt x="0" y="312"/>
                    </a:lnTo>
                    <a:lnTo>
                      <a:pt x="1" y="296"/>
                    </a:lnTo>
                    <a:lnTo>
                      <a:pt x="4" y="280"/>
                    </a:lnTo>
                    <a:lnTo>
                      <a:pt x="6" y="264"/>
                    </a:lnTo>
                    <a:lnTo>
                      <a:pt x="9" y="248"/>
                    </a:lnTo>
                    <a:lnTo>
                      <a:pt x="14" y="231"/>
                    </a:lnTo>
                    <a:lnTo>
                      <a:pt x="25" y="202"/>
                    </a:lnTo>
                    <a:lnTo>
                      <a:pt x="39" y="172"/>
                    </a:lnTo>
                    <a:lnTo>
                      <a:pt x="56" y="145"/>
                    </a:lnTo>
                    <a:lnTo>
                      <a:pt x="75" y="120"/>
                    </a:lnTo>
                    <a:lnTo>
                      <a:pt x="96" y="97"/>
                    </a:lnTo>
                    <a:lnTo>
                      <a:pt x="119" y="76"/>
                    </a:lnTo>
                    <a:lnTo>
                      <a:pt x="145" y="57"/>
                    </a:lnTo>
                    <a:lnTo>
                      <a:pt x="172" y="41"/>
                    </a:lnTo>
                    <a:lnTo>
                      <a:pt x="200" y="27"/>
                    </a:lnTo>
                    <a:lnTo>
                      <a:pt x="231" y="15"/>
                    </a:lnTo>
                    <a:lnTo>
                      <a:pt x="245" y="11"/>
                    </a:lnTo>
                    <a:lnTo>
                      <a:pt x="262" y="7"/>
                    </a:lnTo>
                    <a:lnTo>
                      <a:pt x="278" y="4"/>
                    </a:lnTo>
                    <a:lnTo>
                      <a:pt x="295" y="3"/>
                    </a:lnTo>
                    <a:lnTo>
                      <a:pt x="311" y="2"/>
                    </a:lnTo>
                    <a:lnTo>
                      <a:pt x="329" y="0"/>
                    </a:lnTo>
                    <a:lnTo>
                      <a:pt x="329" y="0"/>
                    </a:lnTo>
                    <a:lnTo>
                      <a:pt x="345" y="2"/>
                    </a:lnTo>
                    <a:lnTo>
                      <a:pt x="362" y="3"/>
                    </a:lnTo>
                    <a:lnTo>
                      <a:pt x="378" y="4"/>
                    </a:lnTo>
                    <a:lnTo>
                      <a:pt x="395" y="7"/>
                    </a:lnTo>
                    <a:lnTo>
                      <a:pt x="411" y="11"/>
                    </a:lnTo>
                    <a:lnTo>
                      <a:pt x="425" y="15"/>
                    </a:lnTo>
                    <a:lnTo>
                      <a:pt x="456" y="27"/>
                    </a:lnTo>
                    <a:lnTo>
                      <a:pt x="485" y="41"/>
                    </a:lnTo>
                    <a:lnTo>
                      <a:pt x="511" y="57"/>
                    </a:lnTo>
                    <a:lnTo>
                      <a:pt x="537" y="76"/>
                    </a:lnTo>
                    <a:lnTo>
                      <a:pt x="561" y="97"/>
                    </a:lnTo>
                    <a:lnTo>
                      <a:pt x="581" y="120"/>
                    </a:lnTo>
                    <a:lnTo>
                      <a:pt x="600" y="145"/>
                    </a:lnTo>
                    <a:lnTo>
                      <a:pt x="618" y="172"/>
                    </a:lnTo>
                    <a:lnTo>
                      <a:pt x="631" y="202"/>
                    </a:lnTo>
                    <a:lnTo>
                      <a:pt x="642" y="231"/>
                    </a:lnTo>
                    <a:lnTo>
                      <a:pt x="647" y="248"/>
                    </a:lnTo>
                    <a:lnTo>
                      <a:pt x="650" y="264"/>
                    </a:lnTo>
                    <a:lnTo>
                      <a:pt x="652" y="280"/>
                    </a:lnTo>
                    <a:lnTo>
                      <a:pt x="655" y="296"/>
                    </a:lnTo>
                    <a:lnTo>
                      <a:pt x="656" y="312"/>
                    </a:lnTo>
                    <a:lnTo>
                      <a:pt x="656" y="329"/>
                    </a:lnTo>
                    <a:lnTo>
                      <a:pt x="656" y="329"/>
                    </a:lnTo>
                    <a:lnTo>
                      <a:pt x="656" y="347"/>
                    </a:lnTo>
                    <a:lnTo>
                      <a:pt x="655" y="363"/>
                    </a:lnTo>
                    <a:lnTo>
                      <a:pt x="652" y="379"/>
                    </a:lnTo>
                    <a:lnTo>
                      <a:pt x="650" y="395"/>
                    </a:lnTo>
                    <a:lnTo>
                      <a:pt x="647" y="411"/>
                    </a:lnTo>
                    <a:lnTo>
                      <a:pt x="642" y="428"/>
                    </a:lnTo>
                    <a:lnTo>
                      <a:pt x="631" y="457"/>
                    </a:lnTo>
                    <a:lnTo>
                      <a:pt x="618" y="487"/>
                    </a:lnTo>
                    <a:lnTo>
                      <a:pt x="600" y="514"/>
                    </a:lnTo>
                    <a:lnTo>
                      <a:pt x="581" y="539"/>
                    </a:lnTo>
                    <a:lnTo>
                      <a:pt x="561" y="562"/>
                    </a:lnTo>
                    <a:lnTo>
                      <a:pt x="537" y="583"/>
                    </a:lnTo>
                    <a:lnTo>
                      <a:pt x="511" y="602"/>
                    </a:lnTo>
                    <a:lnTo>
                      <a:pt x="485" y="618"/>
                    </a:lnTo>
                    <a:lnTo>
                      <a:pt x="456" y="633"/>
                    </a:lnTo>
                    <a:lnTo>
                      <a:pt x="425" y="644"/>
                    </a:lnTo>
                    <a:lnTo>
                      <a:pt x="411" y="648"/>
                    </a:lnTo>
                    <a:lnTo>
                      <a:pt x="395" y="652"/>
                    </a:lnTo>
                    <a:lnTo>
                      <a:pt x="378" y="655"/>
                    </a:lnTo>
                    <a:lnTo>
                      <a:pt x="362" y="657"/>
                    </a:lnTo>
                    <a:lnTo>
                      <a:pt x="345" y="657"/>
                    </a:lnTo>
                    <a:lnTo>
                      <a:pt x="329" y="659"/>
                    </a:lnTo>
                    <a:lnTo>
                      <a:pt x="329" y="659"/>
                    </a:lnTo>
                    <a:close/>
                    <a:moveTo>
                      <a:pt x="329" y="38"/>
                    </a:moveTo>
                    <a:lnTo>
                      <a:pt x="329" y="38"/>
                    </a:lnTo>
                    <a:lnTo>
                      <a:pt x="298" y="39"/>
                    </a:lnTo>
                    <a:lnTo>
                      <a:pt x="270" y="45"/>
                    </a:lnTo>
                    <a:lnTo>
                      <a:pt x="241" y="51"/>
                    </a:lnTo>
                    <a:lnTo>
                      <a:pt x="215" y="61"/>
                    </a:lnTo>
                    <a:lnTo>
                      <a:pt x="189" y="73"/>
                    </a:lnTo>
                    <a:lnTo>
                      <a:pt x="165" y="88"/>
                    </a:lnTo>
                    <a:lnTo>
                      <a:pt x="143" y="105"/>
                    </a:lnTo>
                    <a:lnTo>
                      <a:pt x="122" y="124"/>
                    </a:lnTo>
                    <a:lnTo>
                      <a:pt x="103" y="144"/>
                    </a:lnTo>
                    <a:lnTo>
                      <a:pt x="87" y="167"/>
                    </a:lnTo>
                    <a:lnTo>
                      <a:pt x="72" y="191"/>
                    </a:lnTo>
                    <a:lnTo>
                      <a:pt x="60" y="217"/>
                    </a:lnTo>
                    <a:lnTo>
                      <a:pt x="51" y="244"/>
                    </a:lnTo>
                    <a:lnTo>
                      <a:pt x="43" y="270"/>
                    </a:lnTo>
                    <a:lnTo>
                      <a:pt x="39" y="300"/>
                    </a:lnTo>
                    <a:lnTo>
                      <a:pt x="37" y="329"/>
                    </a:lnTo>
                    <a:lnTo>
                      <a:pt x="37" y="329"/>
                    </a:lnTo>
                    <a:lnTo>
                      <a:pt x="39" y="359"/>
                    </a:lnTo>
                    <a:lnTo>
                      <a:pt x="43" y="389"/>
                    </a:lnTo>
                    <a:lnTo>
                      <a:pt x="51" y="415"/>
                    </a:lnTo>
                    <a:lnTo>
                      <a:pt x="60" y="442"/>
                    </a:lnTo>
                    <a:lnTo>
                      <a:pt x="72" y="468"/>
                    </a:lnTo>
                    <a:lnTo>
                      <a:pt x="87" y="492"/>
                    </a:lnTo>
                    <a:lnTo>
                      <a:pt x="103" y="515"/>
                    </a:lnTo>
                    <a:lnTo>
                      <a:pt x="122" y="535"/>
                    </a:lnTo>
                    <a:lnTo>
                      <a:pt x="143" y="554"/>
                    </a:lnTo>
                    <a:lnTo>
                      <a:pt x="165" y="571"/>
                    </a:lnTo>
                    <a:lnTo>
                      <a:pt x="189" y="586"/>
                    </a:lnTo>
                    <a:lnTo>
                      <a:pt x="215" y="598"/>
                    </a:lnTo>
                    <a:lnTo>
                      <a:pt x="241" y="608"/>
                    </a:lnTo>
                    <a:lnTo>
                      <a:pt x="270" y="614"/>
                    </a:lnTo>
                    <a:lnTo>
                      <a:pt x="298" y="620"/>
                    </a:lnTo>
                    <a:lnTo>
                      <a:pt x="329" y="621"/>
                    </a:lnTo>
                    <a:lnTo>
                      <a:pt x="329" y="621"/>
                    </a:lnTo>
                    <a:lnTo>
                      <a:pt x="358" y="620"/>
                    </a:lnTo>
                    <a:lnTo>
                      <a:pt x="386" y="614"/>
                    </a:lnTo>
                    <a:lnTo>
                      <a:pt x="415" y="608"/>
                    </a:lnTo>
                    <a:lnTo>
                      <a:pt x="442" y="598"/>
                    </a:lnTo>
                    <a:lnTo>
                      <a:pt x="467" y="586"/>
                    </a:lnTo>
                    <a:lnTo>
                      <a:pt x="491" y="571"/>
                    </a:lnTo>
                    <a:lnTo>
                      <a:pt x="513" y="554"/>
                    </a:lnTo>
                    <a:lnTo>
                      <a:pt x="534" y="535"/>
                    </a:lnTo>
                    <a:lnTo>
                      <a:pt x="553" y="515"/>
                    </a:lnTo>
                    <a:lnTo>
                      <a:pt x="569" y="492"/>
                    </a:lnTo>
                    <a:lnTo>
                      <a:pt x="584" y="468"/>
                    </a:lnTo>
                    <a:lnTo>
                      <a:pt x="596" y="442"/>
                    </a:lnTo>
                    <a:lnTo>
                      <a:pt x="607" y="415"/>
                    </a:lnTo>
                    <a:lnTo>
                      <a:pt x="613" y="389"/>
                    </a:lnTo>
                    <a:lnTo>
                      <a:pt x="618" y="359"/>
                    </a:lnTo>
                    <a:lnTo>
                      <a:pt x="619" y="329"/>
                    </a:lnTo>
                    <a:lnTo>
                      <a:pt x="619" y="329"/>
                    </a:lnTo>
                    <a:lnTo>
                      <a:pt x="618" y="300"/>
                    </a:lnTo>
                    <a:lnTo>
                      <a:pt x="613" y="270"/>
                    </a:lnTo>
                    <a:lnTo>
                      <a:pt x="607" y="244"/>
                    </a:lnTo>
                    <a:lnTo>
                      <a:pt x="596" y="217"/>
                    </a:lnTo>
                    <a:lnTo>
                      <a:pt x="584" y="191"/>
                    </a:lnTo>
                    <a:lnTo>
                      <a:pt x="569" y="167"/>
                    </a:lnTo>
                    <a:lnTo>
                      <a:pt x="553" y="144"/>
                    </a:lnTo>
                    <a:lnTo>
                      <a:pt x="534" y="124"/>
                    </a:lnTo>
                    <a:lnTo>
                      <a:pt x="513" y="105"/>
                    </a:lnTo>
                    <a:lnTo>
                      <a:pt x="491" y="88"/>
                    </a:lnTo>
                    <a:lnTo>
                      <a:pt x="467" y="73"/>
                    </a:lnTo>
                    <a:lnTo>
                      <a:pt x="442" y="61"/>
                    </a:lnTo>
                    <a:lnTo>
                      <a:pt x="415" y="51"/>
                    </a:lnTo>
                    <a:lnTo>
                      <a:pt x="386" y="45"/>
                    </a:lnTo>
                    <a:lnTo>
                      <a:pt x="358" y="39"/>
                    </a:lnTo>
                    <a:lnTo>
                      <a:pt x="329" y="38"/>
                    </a:lnTo>
                    <a:lnTo>
                      <a:pt x="329"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sz="1800" b="0" i="0" u="none" strike="noStrike" kern="1200" cap="none" spc="0" normalizeH="0" baseline="0" noProof="0">
                  <a:ln>
                    <a:noFill/>
                  </a:ln>
                  <a:solidFill>
                    <a:srgbClr val="000000"/>
                  </a:solidFill>
                  <a:effectLst/>
                  <a:uLnTx/>
                  <a:uFillTx/>
                  <a:latin typeface="Open Sans"/>
                  <a:ea typeface="+mn-ea"/>
                  <a:cs typeface="+mn-cs"/>
                </a:endParaRPr>
              </a:p>
            </p:txBody>
          </p:sp>
          <p:sp>
            <p:nvSpPr>
              <p:cNvPr id="130" name="Freeform 178">
                <a:extLst>
                  <a:ext uri="{FF2B5EF4-FFF2-40B4-BE49-F238E27FC236}">
                    <a16:creationId xmlns:a16="http://schemas.microsoft.com/office/drawing/2014/main" id="{10D56E14-475C-4E0B-BE20-E8D98896BE2B}"/>
                  </a:ext>
                </a:extLst>
              </p:cNvPr>
              <p:cNvSpPr>
                <a:spLocks/>
              </p:cNvSpPr>
              <p:nvPr/>
            </p:nvSpPr>
            <p:spPr bwMode="auto">
              <a:xfrm>
                <a:off x="9493251" y="1127125"/>
                <a:ext cx="250825" cy="66675"/>
              </a:xfrm>
              <a:custGeom>
                <a:avLst/>
                <a:gdLst>
                  <a:gd name="T0" fmla="*/ 314 w 315"/>
                  <a:gd name="T1" fmla="*/ 62 h 84"/>
                  <a:gd name="T2" fmla="*/ 288 w 315"/>
                  <a:gd name="T3" fmla="*/ 3 h 84"/>
                  <a:gd name="T4" fmla="*/ 288 w 315"/>
                  <a:gd name="T5" fmla="*/ 3 h 84"/>
                  <a:gd name="T6" fmla="*/ 286 w 315"/>
                  <a:gd name="T7" fmla="*/ 0 h 84"/>
                  <a:gd name="T8" fmla="*/ 283 w 315"/>
                  <a:gd name="T9" fmla="*/ 0 h 84"/>
                  <a:gd name="T10" fmla="*/ 32 w 315"/>
                  <a:gd name="T11" fmla="*/ 0 h 84"/>
                  <a:gd name="T12" fmla="*/ 32 w 315"/>
                  <a:gd name="T13" fmla="*/ 0 h 84"/>
                  <a:gd name="T14" fmla="*/ 29 w 315"/>
                  <a:gd name="T15" fmla="*/ 0 h 84"/>
                  <a:gd name="T16" fmla="*/ 26 w 315"/>
                  <a:gd name="T17" fmla="*/ 3 h 84"/>
                  <a:gd name="T18" fmla="*/ 1 w 315"/>
                  <a:gd name="T19" fmla="*/ 62 h 84"/>
                  <a:gd name="T20" fmla="*/ 1 w 315"/>
                  <a:gd name="T21" fmla="*/ 62 h 84"/>
                  <a:gd name="T22" fmla="*/ 0 w 315"/>
                  <a:gd name="T23" fmla="*/ 66 h 84"/>
                  <a:gd name="T24" fmla="*/ 0 w 315"/>
                  <a:gd name="T25" fmla="*/ 70 h 84"/>
                  <a:gd name="T26" fmla="*/ 1 w 315"/>
                  <a:gd name="T27" fmla="*/ 74 h 84"/>
                  <a:gd name="T28" fmla="*/ 2 w 315"/>
                  <a:gd name="T29" fmla="*/ 77 h 84"/>
                  <a:gd name="T30" fmla="*/ 2 w 315"/>
                  <a:gd name="T31" fmla="*/ 77 h 84"/>
                  <a:gd name="T32" fmla="*/ 5 w 315"/>
                  <a:gd name="T33" fmla="*/ 79 h 84"/>
                  <a:gd name="T34" fmla="*/ 8 w 315"/>
                  <a:gd name="T35" fmla="*/ 82 h 84"/>
                  <a:gd name="T36" fmla="*/ 12 w 315"/>
                  <a:gd name="T37" fmla="*/ 84 h 84"/>
                  <a:gd name="T38" fmla="*/ 16 w 315"/>
                  <a:gd name="T39" fmla="*/ 84 h 84"/>
                  <a:gd name="T40" fmla="*/ 299 w 315"/>
                  <a:gd name="T41" fmla="*/ 84 h 84"/>
                  <a:gd name="T42" fmla="*/ 299 w 315"/>
                  <a:gd name="T43" fmla="*/ 84 h 84"/>
                  <a:gd name="T44" fmla="*/ 303 w 315"/>
                  <a:gd name="T45" fmla="*/ 84 h 84"/>
                  <a:gd name="T46" fmla="*/ 307 w 315"/>
                  <a:gd name="T47" fmla="*/ 82 h 84"/>
                  <a:gd name="T48" fmla="*/ 310 w 315"/>
                  <a:gd name="T49" fmla="*/ 79 h 84"/>
                  <a:gd name="T50" fmla="*/ 313 w 315"/>
                  <a:gd name="T51" fmla="*/ 77 h 84"/>
                  <a:gd name="T52" fmla="*/ 313 w 315"/>
                  <a:gd name="T53" fmla="*/ 77 h 84"/>
                  <a:gd name="T54" fmla="*/ 314 w 315"/>
                  <a:gd name="T55" fmla="*/ 74 h 84"/>
                  <a:gd name="T56" fmla="*/ 315 w 315"/>
                  <a:gd name="T57" fmla="*/ 70 h 84"/>
                  <a:gd name="T58" fmla="*/ 315 w 315"/>
                  <a:gd name="T59" fmla="*/ 66 h 84"/>
                  <a:gd name="T60" fmla="*/ 314 w 315"/>
                  <a:gd name="T61" fmla="*/ 62 h 84"/>
                  <a:gd name="T62" fmla="*/ 314 w 315"/>
                  <a:gd name="T63" fmla="*/ 62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15" h="84">
                    <a:moveTo>
                      <a:pt x="314" y="62"/>
                    </a:moveTo>
                    <a:lnTo>
                      <a:pt x="288" y="3"/>
                    </a:lnTo>
                    <a:lnTo>
                      <a:pt x="288" y="3"/>
                    </a:lnTo>
                    <a:lnTo>
                      <a:pt x="286" y="0"/>
                    </a:lnTo>
                    <a:lnTo>
                      <a:pt x="283" y="0"/>
                    </a:lnTo>
                    <a:lnTo>
                      <a:pt x="32" y="0"/>
                    </a:lnTo>
                    <a:lnTo>
                      <a:pt x="32" y="0"/>
                    </a:lnTo>
                    <a:lnTo>
                      <a:pt x="29" y="0"/>
                    </a:lnTo>
                    <a:lnTo>
                      <a:pt x="26" y="3"/>
                    </a:lnTo>
                    <a:lnTo>
                      <a:pt x="1" y="62"/>
                    </a:lnTo>
                    <a:lnTo>
                      <a:pt x="1" y="62"/>
                    </a:lnTo>
                    <a:lnTo>
                      <a:pt x="0" y="66"/>
                    </a:lnTo>
                    <a:lnTo>
                      <a:pt x="0" y="70"/>
                    </a:lnTo>
                    <a:lnTo>
                      <a:pt x="1" y="74"/>
                    </a:lnTo>
                    <a:lnTo>
                      <a:pt x="2" y="77"/>
                    </a:lnTo>
                    <a:lnTo>
                      <a:pt x="2" y="77"/>
                    </a:lnTo>
                    <a:lnTo>
                      <a:pt x="5" y="79"/>
                    </a:lnTo>
                    <a:lnTo>
                      <a:pt x="8" y="82"/>
                    </a:lnTo>
                    <a:lnTo>
                      <a:pt x="12" y="84"/>
                    </a:lnTo>
                    <a:lnTo>
                      <a:pt x="16" y="84"/>
                    </a:lnTo>
                    <a:lnTo>
                      <a:pt x="299" y="84"/>
                    </a:lnTo>
                    <a:lnTo>
                      <a:pt x="299" y="84"/>
                    </a:lnTo>
                    <a:lnTo>
                      <a:pt x="303" y="84"/>
                    </a:lnTo>
                    <a:lnTo>
                      <a:pt x="307" y="82"/>
                    </a:lnTo>
                    <a:lnTo>
                      <a:pt x="310" y="79"/>
                    </a:lnTo>
                    <a:lnTo>
                      <a:pt x="313" y="77"/>
                    </a:lnTo>
                    <a:lnTo>
                      <a:pt x="313" y="77"/>
                    </a:lnTo>
                    <a:lnTo>
                      <a:pt x="314" y="74"/>
                    </a:lnTo>
                    <a:lnTo>
                      <a:pt x="315" y="70"/>
                    </a:lnTo>
                    <a:lnTo>
                      <a:pt x="315" y="66"/>
                    </a:lnTo>
                    <a:lnTo>
                      <a:pt x="314" y="62"/>
                    </a:lnTo>
                    <a:lnTo>
                      <a:pt x="314" y="6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sz="1800" b="0" i="0" u="none" strike="noStrike" kern="1200" cap="none" spc="0" normalizeH="0" baseline="0" noProof="0">
                  <a:ln>
                    <a:noFill/>
                  </a:ln>
                  <a:solidFill>
                    <a:srgbClr val="000000"/>
                  </a:solidFill>
                  <a:effectLst/>
                  <a:uLnTx/>
                  <a:uFillTx/>
                  <a:latin typeface="Open Sans"/>
                  <a:ea typeface="+mn-ea"/>
                  <a:cs typeface="+mn-cs"/>
                </a:endParaRPr>
              </a:p>
            </p:txBody>
          </p:sp>
          <p:sp>
            <p:nvSpPr>
              <p:cNvPr id="133" name="Freeform 179">
                <a:extLst>
                  <a:ext uri="{FF2B5EF4-FFF2-40B4-BE49-F238E27FC236}">
                    <a16:creationId xmlns:a16="http://schemas.microsoft.com/office/drawing/2014/main" id="{BE5E649F-5EE6-44BC-8945-27836DC6105A}"/>
                  </a:ext>
                </a:extLst>
              </p:cNvPr>
              <p:cNvSpPr>
                <a:spLocks noEditPoints="1"/>
              </p:cNvSpPr>
              <p:nvPr/>
            </p:nvSpPr>
            <p:spPr bwMode="auto">
              <a:xfrm>
                <a:off x="9515476" y="969963"/>
                <a:ext cx="207963" cy="149225"/>
              </a:xfrm>
              <a:custGeom>
                <a:avLst/>
                <a:gdLst>
                  <a:gd name="T0" fmla="*/ 6 w 262"/>
                  <a:gd name="T1" fmla="*/ 188 h 188"/>
                  <a:gd name="T2" fmla="*/ 257 w 262"/>
                  <a:gd name="T3" fmla="*/ 188 h 188"/>
                  <a:gd name="T4" fmla="*/ 257 w 262"/>
                  <a:gd name="T5" fmla="*/ 188 h 188"/>
                  <a:gd name="T6" fmla="*/ 260 w 262"/>
                  <a:gd name="T7" fmla="*/ 188 h 188"/>
                  <a:gd name="T8" fmla="*/ 261 w 262"/>
                  <a:gd name="T9" fmla="*/ 187 h 188"/>
                  <a:gd name="T10" fmla="*/ 262 w 262"/>
                  <a:gd name="T11" fmla="*/ 186 h 188"/>
                  <a:gd name="T12" fmla="*/ 262 w 262"/>
                  <a:gd name="T13" fmla="*/ 183 h 188"/>
                  <a:gd name="T14" fmla="*/ 262 w 262"/>
                  <a:gd name="T15" fmla="*/ 26 h 188"/>
                  <a:gd name="T16" fmla="*/ 262 w 262"/>
                  <a:gd name="T17" fmla="*/ 26 h 188"/>
                  <a:gd name="T18" fmla="*/ 262 w 262"/>
                  <a:gd name="T19" fmla="*/ 21 h 188"/>
                  <a:gd name="T20" fmla="*/ 261 w 262"/>
                  <a:gd name="T21" fmla="*/ 15 h 188"/>
                  <a:gd name="T22" fmla="*/ 258 w 262"/>
                  <a:gd name="T23" fmla="*/ 11 h 188"/>
                  <a:gd name="T24" fmla="*/ 254 w 262"/>
                  <a:gd name="T25" fmla="*/ 7 h 188"/>
                  <a:gd name="T26" fmla="*/ 250 w 262"/>
                  <a:gd name="T27" fmla="*/ 4 h 188"/>
                  <a:gd name="T28" fmla="*/ 246 w 262"/>
                  <a:gd name="T29" fmla="*/ 2 h 188"/>
                  <a:gd name="T30" fmla="*/ 241 w 262"/>
                  <a:gd name="T31" fmla="*/ 0 h 188"/>
                  <a:gd name="T32" fmla="*/ 237 w 262"/>
                  <a:gd name="T33" fmla="*/ 0 h 188"/>
                  <a:gd name="T34" fmla="*/ 26 w 262"/>
                  <a:gd name="T35" fmla="*/ 0 h 188"/>
                  <a:gd name="T36" fmla="*/ 26 w 262"/>
                  <a:gd name="T37" fmla="*/ 0 h 188"/>
                  <a:gd name="T38" fmla="*/ 22 w 262"/>
                  <a:gd name="T39" fmla="*/ 0 h 188"/>
                  <a:gd name="T40" fmla="*/ 17 w 262"/>
                  <a:gd name="T41" fmla="*/ 2 h 188"/>
                  <a:gd name="T42" fmla="*/ 13 w 262"/>
                  <a:gd name="T43" fmla="*/ 4 h 188"/>
                  <a:gd name="T44" fmla="*/ 8 w 262"/>
                  <a:gd name="T45" fmla="*/ 7 h 188"/>
                  <a:gd name="T46" fmla="*/ 4 w 262"/>
                  <a:gd name="T47" fmla="*/ 11 h 188"/>
                  <a:gd name="T48" fmla="*/ 3 w 262"/>
                  <a:gd name="T49" fmla="*/ 15 h 188"/>
                  <a:gd name="T50" fmla="*/ 0 w 262"/>
                  <a:gd name="T51" fmla="*/ 21 h 188"/>
                  <a:gd name="T52" fmla="*/ 0 w 262"/>
                  <a:gd name="T53" fmla="*/ 26 h 188"/>
                  <a:gd name="T54" fmla="*/ 0 w 262"/>
                  <a:gd name="T55" fmla="*/ 183 h 188"/>
                  <a:gd name="T56" fmla="*/ 0 w 262"/>
                  <a:gd name="T57" fmla="*/ 183 h 188"/>
                  <a:gd name="T58" fmla="*/ 0 w 262"/>
                  <a:gd name="T59" fmla="*/ 186 h 188"/>
                  <a:gd name="T60" fmla="*/ 2 w 262"/>
                  <a:gd name="T61" fmla="*/ 187 h 188"/>
                  <a:gd name="T62" fmla="*/ 3 w 262"/>
                  <a:gd name="T63" fmla="*/ 188 h 188"/>
                  <a:gd name="T64" fmla="*/ 6 w 262"/>
                  <a:gd name="T65" fmla="*/ 188 h 188"/>
                  <a:gd name="T66" fmla="*/ 6 w 262"/>
                  <a:gd name="T67" fmla="*/ 188 h 188"/>
                  <a:gd name="T68" fmla="*/ 18 w 262"/>
                  <a:gd name="T69" fmla="*/ 25 h 188"/>
                  <a:gd name="T70" fmla="*/ 18 w 262"/>
                  <a:gd name="T71" fmla="*/ 25 h 188"/>
                  <a:gd name="T72" fmla="*/ 18 w 262"/>
                  <a:gd name="T73" fmla="*/ 22 h 188"/>
                  <a:gd name="T74" fmla="*/ 19 w 262"/>
                  <a:gd name="T75" fmla="*/ 21 h 188"/>
                  <a:gd name="T76" fmla="*/ 21 w 262"/>
                  <a:gd name="T77" fmla="*/ 19 h 188"/>
                  <a:gd name="T78" fmla="*/ 23 w 262"/>
                  <a:gd name="T79" fmla="*/ 19 h 188"/>
                  <a:gd name="T80" fmla="*/ 240 w 262"/>
                  <a:gd name="T81" fmla="*/ 19 h 188"/>
                  <a:gd name="T82" fmla="*/ 240 w 262"/>
                  <a:gd name="T83" fmla="*/ 19 h 188"/>
                  <a:gd name="T84" fmla="*/ 241 w 262"/>
                  <a:gd name="T85" fmla="*/ 19 h 188"/>
                  <a:gd name="T86" fmla="*/ 244 w 262"/>
                  <a:gd name="T87" fmla="*/ 21 h 188"/>
                  <a:gd name="T88" fmla="*/ 244 w 262"/>
                  <a:gd name="T89" fmla="*/ 22 h 188"/>
                  <a:gd name="T90" fmla="*/ 245 w 262"/>
                  <a:gd name="T91" fmla="*/ 25 h 188"/>
                  <a:gd name="T92" fmla="*/ 245 w 262"/>
                  <a:gd name="T93" fmla="*/ 166 h 188"/>
                  <a:gd name="T94" fmla="*/ 245 w 262"/>
                  <a:gd name="T95" fmla="*/ 166 h 188"/>
                  <a:gd name="T96" fmla="*/ 244 w 262"/>
                  <a:gd name="T97" fmla="*/ 167 h 188"/>
                  <a:gd name="T98" fmla="*/ 244 w 262"/>
                  <a:gd name="T99" fmla="*/ 170 h 188"/>
                  <a:gd name="T100" fmla="*/ 241 w 262"/>
                  <a:gd name="T101" fmla="*/ 170 h 188"/>
                  <a:gd name="T102" fmla="*/ 240 w 262"/>
                  <a:gd name="T103" fmla="*/ 171 h 188"/>
                  <a:gd name="T104" fmla="*/ 23 w 262"/>
                  <a:gd name="T105" fmla="*/ 171 h 188"/>
                  <a:gd name="T106" fmla="*/ 23 w 262"/>
                  <a:gd name="T107" fmla="*/ 171 h 188"/>
                  <a:gd name="T108" fmla="*/ 21 w 262"/>
                  <a:gd name="T109" fmla="*/ 170 h 188"/>
                  <a:gd name="T110" fmla="*/ 19 w 262"/>
                  <a:gd name="T111" fmla="*/ 170 h 188"/>
                  <a:gd name="T112" fmla="*/ 18 w 262"/>
                  <a:gd name="T113" fmla="*/ 167 h 188"/>
                  <a:gd name="T114" fmla="*/ 18 w 262"/>
                  <a:gd name="T115" fmla="*/ 166 h 188"/>
                  <a:gd name="T116" fmla="*/ 18 w 262"/>
                  <a:gd name="T117" fmla="*/ 25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62" h="188">
                    <a:moveTo>
                      <a:pt x="6" y="188"/>
                    </a:moveTo>
                    <a:lnTo>
                      <a:pt x="257" y="188"/>
                    </a:lnTo>
                    <a:lnTo>
                      <a:pt x="257" y="188"/>
                    </a:lnTo>
                    <a:lnTo>
                      <a:pt x="260" y="188"/>
                    </a:lnTo>
                    <a:lnTo>
                      <a:pt x="261" y="187"/>
                    </a:lnTo>
                    <a:lnTo>
                      <a:pt x="262" y="186"/>
                    </a:lnTo>
                    <a:lnTo>
                      <a:pt x="262" y="183"/>
                    </a:lnTo>
                    <a:lnTo>
                      <a:pt x="262" y="26"/>
                    </a:lnTo>
                    <a:lnTo>
                      <a:pt x="262" y="26"/>
                    </a:lnTo>
                    <a:lnTo>
                      <a:pt x="262" y="21"/>
                    </a:lnTo>
                    <a:lnTo>
                      <a:pt x="261" y="15"/>
                    </a:lnTo>
                    <a:lnTo>
                      <a:pt x="258" y="11"/>
                    </a:lnTo>
                    <a:lnTo>
                      <a:pt x="254" y="7"/>
                    </a:lnTo>
                    <a:lnTo>
                      <a:pt x="250" y="4"/>
                    </a:lnTo>
                    <a:lnTo>
                      <a:pt x="246" y="2"/>
                    </a:lnTo>
                    <a:lnTo>
                      <a:pt x="241" y="0"/>
                    </a:lnTo>
                    <a:lnTo>
                      <a:pt x="237" y="0"/>
                    </a:lnTo>
                    <a:lnTo>
                      <a:pt x="26" y="0"/>
                    </a:lnTo>
                    <a:lnTo>
                      <a:pt x="26" y="0"/>
                    </a:lnTo>
                    <a:lnTo>
                      <a:pt x="22" y="0"/>
                    </a:lnTo>
                    <a:lnTo>
                      <a:pt x="17" y="2"/>
                    </a:lnTo>
                    <a:lnTo>
                      <a:pt x="13" y="4"/>
                    </a:lnTo>
                    <a:lnTo>
                      <a:pt x="8" y="7"/>
                    </a:lnTo>
                    <a:lnTo>
                      <a:pt x="4" y="11"/>
                    </a:lnTo>
                    <a:lnTo>
                      <a:pt x="3" y="15"/>
                    </a:lnTo>
                    <a:lnTo>
                      <a:pt x="0" y="21"/>
                    </a:lnTo>
                    <a:lnTo>
                      <a:pt x="0" y="26"/>
                    </a:lnTo>
                    <a:lnTo>
                      <a:pt x="0" y="183"/>
                    </a:lnTo>
                    <a:lnTo>
                      <a:pt x="0" y="183"/>
                    </a:lnTo>
                    <a:lnTo>
                      <a:pt x="0" y="186"/>
                    </a:lnTo>
                    <a:lnTo>
                      <a:pt x="2" y="187"/>
                    </a:lnTo>
                    <a:lnTo>
                      <a:pt x="3" y="188"/>
                    </a:lnTo>
                    <a:lnTo>
                      <a:pt x="6" y="188"/>
                    </a:lnTo>
                    <a:lnTo>
                      <a:pt x="6" y="188"/>
                    </a:lnTo>
                    <a:close/>
                    <a:moveTo>
                      <a:pt x="18" y="25"/>
                    </a:moveTo>
                    <a:lnTo>
                      <a:pt x="18" y="25"/>
                    </a:lnTo>
                    <a:lnTo>
                      <a:pt x="18" y="22"/>
                    </a:lnTo>
                    <a:lnTo>
                      <a:pt x="19" y="21"/>
                    </a:lnTo>
                    <a:lnTo>
                      <a:pt x="21" y="19"/>
                    </a:lnTo>
                    <a:lnTo>
                      <a:pt x="23" y="19"/>
                    </a:lnTo>
                    <a:lnTo>
                      <a:pt x="240" y="19"/>
                    </a:lnTo>
                    <a:lnTo>
                      <a:pt x="240" y="19"/>
                    </a:lnTo>
                    <a:lnTo>
                      <a:pt x="241" y="19"/>
                    </a:lnTo>
                    <a:lnTo>
                      <a:pt x="244" y="21"/>
                    </a:lnTo>
                    <a:lnTo>
                      <a:pt x="244" y="22"/>
                    </a:lnTo>
                    <a:lnTo>
                      <a:pt x="245" y="25"/>
                    </a:lnTo>
                    <a:lnTo>
                      <a:pt x="245" y="166"/>
                    </a:lnTo>
                    <a:lnTo>
                      <a:pt x="245" y="166"/>
                    </a:lnTo>
                    <a:lnTo>
                      <a:pt x="244" y="167"/>
                    </a:lnTo>
                    <a:lnTo>
                      <a:pt x="244" y="170"/>
                    </a:lnTo>
                    <a:lnTo>
                      <a:pt x="241" y="170"/>
                    </a:lnTo>
                    <a:lnTo>
                      <a:pt x="240" y="171"/>
                    </a:lnTo>
                    <a:lnTo>
                      <a:pt x="23" y="171"/>
                    </a:lnTo>
                    <a:lnTo>
                      <a:pt x="23" y="171"/>
                    </a:lnTo>
                    <a:lnTo>
                      <a:pt x="21" y="170"/>
                    </a:lnTo>
                    <a:lnTo>
                      <a:pt x="19" y="170"/>
                    </a:lnTo>
                    <a:lnTo>
                      <a:pt x="18" y="167"/>
                    </a:lnTo>
                    <a:lnTo>
                      <a:pt x="18" y="166"/>
                    </a:lnTo>
                    <a:lnTo>
                      <a:pt x="18"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sz="1800" b="0" i="0" u="none" strike="noStrike" kern="1200" cap="none" spc="0" normalizeH="0" baseline="0" noProof="0">
                  <a:ln>
                    <a:noFill/>
                  </a:ln>
                  <a:solidFill>
                    <a:srgbClr val="000000"/>
                  </a:solidFill>
                  <a:effectLst/>
                  <a:uLnTx/>
                  <a:uFillTx/>
                  <a:latin typeface="Open Sans"/>
                  <a:ea typeface="+mn-ea"/>
                  <a:cs typeface="+mn-cs"/>
                </a:endParaRPr>
              </a:p>
            </p:txBody>
          </p:sp>
        </p:grpSp>
        <p:grpSp>
          <p:nvGrpSpPr>
            <p:cNvPr id="111" name="Group 61">
              <a:extLst>
                <a:ext uri="{FF2B5EF4-FFF2-40B4-BE49-F238E27FC236}">
                  <a16:creationId xmlns:a16="http://schemas.microsoft.com/office/drawing/2014/main" id="{97EE6228-3AA3-4FA8-9F2A-E465C4254990}"/>
                </a:ext>
              </a:extLst>
            </p:cNvPr>
            <p:cNvGrpSpPr>
              <a:grpSpLocks noChangeAspect="1"/>
            </p:cNvGrpSpPr>
            <p:nvPr/>
          </p:nvGrpSpPr>
          <p:grpSpPr>
            <a:xfrm>
              <a:off x="10268765" y="3286807"/>
              <a:ext cx="252000" cy="252000"/>
              <a:chOff x="6716713" y="822325"/>
              <a:chExt cx="522288" cy="522288"/>
            </a:xfrm>
            <a:solidFill>
              <a:schemeClr val="tx1"/>
            </a:solidFill>
          </p:grpSpPr>
          <p:sp>
            <p:nvSpPr>
              <p:cNvPr id="112" name="Freeform 34">
                <a:extLst>
                  <a:ext uri="{FF2B5EF4-FFF2-40B4-BE49-F238E27FC236}">
                    <a16:creationId xmlns:a16="http://schemas.microsoft.com/office/drawing/2014/main" id="{1418ED83-2A68-4825-BB3B-13C8783F8444}"/>
                  </a:ext>
                </a:extLst>
              </p:cNvPr>
              <p:cNvSpPr>
                <a:spLocks noEditPoints="1"/>
              </p:cNvSpPr>
              <p:nvPr/>
            </p:nvSpPr>
            <p:spPr bwMode="auto">
              <a:xfrm>
                <a:off x="6716713" y="822325"/>
                <a:ext cx="522288" cy="522288"/>
              </a:xfrm>
              <a:custGeom>
                <a:avLst/>
                <a:gdLst>
                  <a:gd name="T0" fmla="*/ 312 w 659"/>
                  <a:gd name="T1" fmla="*/ 658 h 658"/>
                  <a:gd name="T2" fmla="*/ 264 w 659"/>
                  <a:gd name="T3" fmla="*/ 652 h 658"/>
                  <a:gd name="T4" fmla="*/ 202 w 659"/>
                  <a:gd name="T5" fmla="*/ 633 h 658"/>
                  <a:gd name="T6" fmla="*/ 120 w 659"/>
                  <a:gd name="T7" fmla="*/ 583 h 658"/>
                  <a:gd name="T8" fmla="*/ 57 w 659"/>
                  <a:gd name="T9" fmla="*/ 513 h 658"/>
                  <a:gd name="T10" fmla="*/ 15 w 659"/>
                  <a:gd name="T11" fmla="*/ 427 h 658"/>
                  <a:gd name="T12" fmla="*/ 5 w 659"/>
                  <a:gd name="T13" fmla="*/ 379 h 658"/>
                  <a:gd name="T14" fmla="*/ 0 w 659"/>
                  <a:gd name="T15" fmla="*/ 329 h 658"/>
                  <a:gd name="T16" fmla="*/ 3 w 659"/>
                  <a:gd name="T17" fmla="*/ 296 h 658"/>
                  <a:gd name="T18" fmla="*/ 11 w 659"/>
                  <a:gd name="T19" fmla="*/ 247 h 658"/>
                  <a:gd name="T20" fmla="*/ 41 w 659"/>
                  <a:gd name="T21" fmla="*/ 173 h 658"/>
                  <a:gd name="T22" fmla="*/ 97 w 659"/>
                  <a:gd name="T23" fmla="*/ 97 h 658"/>
                  <a:gd name="T24" fmla="*/ 172 w 659"/>
                  <a:gd name="T25" fmla="*/ 40 h 658"/>
                  <a:gd name="T26" fmla="*/ 248 w 659"/>
                  <a:gd name="T27" fmla="*/ 11 h 658"/>
                  <a:gd name="T28" fmla="*/ 296 w 659"/>
                  <a:gd name="T29" fmla="*/ 3 h 658"/>
                  <a:gd name="T30" fmla="*/ 330 w 659"/>
                  <a:gd name="T31" fmla="*/ 0 h 658"/>
                  <a:gd name="T32" fmla="*/ 379 w 659"/>
                  <a:gd name="T33" fmla="*/ 4 h 658"/>
                  <a:gd name="T34" fmla="*/ 428 w 659"/>
                  <a:gd name="T35" fmla="*/ 15 h 658"/>
                  <a:gd name="T36" fmla="*/ 514 w 659"/>
                  <a:gd name="T37" fmla="*/ 56 h 658"/>
                  <a:gd name="T38" fmla="*/ 584 w 659"/>
                  <a:gd name="T39" fmla="*/ 121 h 658"/>
                  <a:gd name="T40" fmla="*/ 633 w 659"/>
                  <a:gd name="T41" fmla="*/ 202 h 658"/>
                  <a:gd name="T42" fmla="*/ 652 w 659"/>
                  <a:gd name="T43" fmla="*/ 263 h 658"/>
                  <a:gd name="T44" fmla="*/ 657 w 659"/>
                  <a:gd name="T45" fmla="*/ 313 h 658"/>
                  <a:gd name="T46" fmla="*/ 657 w 659"/>
                  <a:gd name="T47" fmla="*/ 347 h 658"/>
                  <a:gd name="T48" fmla="*/ 652 w 659"/>
                  <a:gd name="T49" fmla="*/ 396 h 658"/>
                  <a:gd name="T50" fmla="*/ 633 w 659"/>
                  <a:gd name="T51" fmla="*/ 457 h 658"/>
                  <a:gd name="T52" fmla="*/ 584 w 659"/>
                  <a:gd name="T53" fmla="*/ 539 h 658"/>
                  <a:gd name="T54" fmla="*/ 514 w 659"/>
                  <a:gd name="T55" fmla="*/ 602 h 658"/>
                  <a:gd name="T56" fmla="*/ 428 w 659"/>
                  <a:gd name="T57" fmla="*/ 644 h 658"/>
                  <a:gd name="T58" fmla="*/ 379 w 659"/>
                  <a:gd name="T59" fmla="*/ 654 h 658"/>
                  <a:gd name="T60" fmla="*/ 330 w 659"/>
                  <a:gd name="T61" fmla="*/ 658 h 658"/>
                  <a:gd name="T62" fmla="*/ 330 w 659"/>
                  <a:gd name="T63" fmla="*/ 38 h 658"/>
                  <a:gd name="T64" fmla="*/ 244 w 659"/>
                  <a:gd name="T65" fmla="*/ 51 h 658"/>
                  <a:gd name="T66" fmla="*/ 167 w 659"/>
                  <a:gd name="T67" fmla="*/ 89 h 658"/>
                  <a:gd name="T68" fmla="*/ 105 w 659"/>
                  <a:gd name="T69" fmla="*/ 144 h 658"/>
                  <a:gd name="T70" fmla="*/ 61 w 659"/>
                  <a:gd name="T71" fmla="*/ 216 h 658"/>
                  <a:gd name="T72" fmla="*/ 39 w 659"/>
                  <a:gd name="T73" fmla="*/ 300 h 658"/>
                  <a:gd name="T74" fmla="*/ 39 w 659"/>
                  <a:gd name="T75" fmla="*/ 359 h 658"/>
                  <a:gd name="T76" fmla="*/ 61 w 659"/>
                  <a:gd name="T77" fmla="*/ 443 h 658"/>
                  <a:gd name="T78" fmla="*/ 105 w 659"/>
                  <a:gd name="T79" fmla="*/ 515 h 658"/>
                  <a:gd name="T80" fmla="*/ 167 w 659"/>
                  <a:gd name="T81" fmla="*/ 571 h 658"/>
                  <a:gd name="T82" fmla="*/ 244 w 659"/>
                  <a:gd name="T83" fmla="*/ 607 h 658"/>
                  <a:gd name="T84" fmla="*/ 330 w 659"/>
                  <a:gd name="T85" fmla="*/ 621 h 658"/>
                  <a:gd name="T86" fmla="*/ 389 w 659"/>
                  <a:gd name="T87" fmla="*/ 615 h 658"/>
                  <a:gd name="T88" fmla="*/ 468 w 659"/>
                  <a:gd name="T89" fmla="*/ 586 h 658"/>
                  <a:gd name="T90" fmla="*/ 535 w 659"/>
                  <a:gd name="T91" fmla="*/ 535 h 658"/>
                  <a:gd name="T92" fmla="*/ 586 w 659"/>
                  <a:gd name="T93" fmla="*/ 468 h 658"/>
                  <a:gd name="T94" fmla="*/ 614 w 659"/>
                  <a:gd name="T95" fmla="*/ 388 h 658"/>
                  <a:gd name="T96" fmla="*/ 621 w 659"/>
                  <a:gd name="T97" fmla="*/ 329 h 658"/>
                  <a:gd name="T98" fmla="*/ 608 w 659"/>
                  <a:gd name="T99" fmla="*/ 243 h 658"/>
                  <a:gd name="T100" fmla="*/ 571 w 659"/>
                  <a:gd name="T101" fmla="*/ 167 h 658"/>
                  <a:gd name="T102" fmla="*/ 515 w 659"/>
                  <a:gd name="T103" fmla="*/ 105 h 658"/>
                  <a:gd name="T104" fmla="*/ 442 w 659"/>
                  <a:gd name="T105" fmla="*/ 62 h 658"/>
                  <a:gd name="T106" fmla="*/ 359 w 659"/>
                  <a:gd name="T107" fmla="*/ 40 h 6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59" h="658">
                    <a:moveTo>
                      <a:pt x="330" y="658"/>
                    </a:moveTo>
                    <a:lnTo>
                      <a:pt x="330" y="658"/>
                    </a:lnTo>
                    <a:lnTo>
                      <a:pt x="312" y="658"/>
                    </a:lnTo>
                    <a:lnTo>
                      <a:pt x="296" y="657"/>
                    </a:lnTo>
                    <a:lnTo>
                      <a:pt x="280" y="654"/>
                    </a:lnTo>
                    <a:lnTo>
                      <a:pt x="264" y="652"/>
                    </a:lnTo>
                    <a:lnTo>
                      <a:pt x="248" y="648"/>
                    </a:lnTo>
                    <a:lnTo>
                      <a:pt x="232" y="644"/>
                    </a:lnTo>
                    <a:lnTo>
                      <a:pt x="202" y="633"/>
                    </a:lnTo>
                    <a:lnTo>
                      <a:pt x="172" y="618"/>
                    </a:lnTo>
                    <a:lnTo>
                      <a:pt x="146" y="602"/>
                    </a:lnTo>
                    <a:lnTo>
                      <a:pt x="120" y="583"/>
                    </a:lnTo>
                    <a:lnTo>
                      <a:pt x="97" y="562"/>
                    </a:lnTo>
                    <a:lnTo>
                      <a:pt x="76" y="539"/>
                    </a:lnTo>
                    <a:lnTo>
                      <a:pt x="57" y="513"/>
                    </a:lnTo>
                    <a:lnTo>
                      <a:pt x="41" y="486"/>
                    </a:lnTo>
                    <a:lnTo>
                      <a:pt x="26" y="457"/>
                    </a:lnTo>
                    <a:lnTo>
                      <a:pt x="15" y="427"/>
                    </a:lnTo>
                    <a:lnTo>
                      <a:pt x="11" y="411"/>
                    </a:lnTo>
                    <a:lnTo>
                      <a:pt x="7" y="396"/>
                    </a:lnTo>
                    <a:lnTo>
                      <a:pt x="5" y="379"/>
                    </a:lnTo>
                    <a:lnTo>
                      <a:pt x="3" y="363"/>
                    </a:lnTo>
                    <a:lnTo>
                      <a:pt x="2" y="347"/>
                    </a:lnTo>
                    <a:lnTo>
                      <a:pt x="0" y="329"/>
                    </a:lnTo>
                    <a:lnTo>
                      <a:pt x="0" y="329"/>
                    </a:lnTo>
                    <a:lnTo>
                      <a:pt x="2" y="313"/>
                    </a:lnTo>
                    <a:lnTo>
                      <a:pt x="3" y="296"/>
                    </a:lnTo>
                    <a:lnTo>
                      <a:pt x="5" y="279"/>
                    </a:lnTo>
                    <a:lnTo>
                      <a:pt x="7" y="263"/>
                    </a:lnTo>
                    <a:lnTo>
                      <a:pt x="11" y="247"/>
                    </a:lnTo>
                    <a:lnTo>
                      <a:pt x="15" y="232"/>
                    </a:lnTo>
                    <a:lnTo>
                      <a:pt x="26" y="202"/>
                    </a:lnTo>
                    <a:lnTo>
                      <a:pt x="41" y="173"/>
                    </a:lnTo>
                    <a:lnTo>
                      <a:pt x="57" y="145"/>
                    </a:lnTo>
                    <a:lnTo>
                      <a:pt x="76" y="121"/>
                    </a:lnTo>
                    <a:lnTo>
                      <a:pt x="97" y="97"/>
                    </a:lnTo>
                    <a:lnTo>
                      <a:pt x="120" y="75"/>
                    </a:lnTo>
                    <a:lnTo>
                      <a:pt x="146" y="56"/>
                    </a:lnTo>
                    <a:lnTo>
                      <a:pt x="172" y="40"/>
                    </a:lnTo>
                    <a:lnTo>
                      <a:pt x="202" y="27"/>
                    </a:lnTo>
                    <a:lnTo>
                      <a:pt x="232" y="15"/>
                    </a:lnTo>
                    <a:lnTo>
                      <a:pt x="248" y="11"/>
                    </a:lnTo>
                    <a:lnTo>
                      <a:pt x="264" y="7"/>
                    </a:lnTo>
                    <a:lnTo>
                      <a:pt x="280" y="4"/>
                    </a:lnTo>
                    <a:lnTo>
                      <a:pt x="296" y="3"/>
                    </a:lnTo>
                    <a:lnTo>
                      <a:pt x="312" y="1"/>
                    </a:lnTo>
                    <a:lnTo>
                      <a:pt x="330" y="0"/>
                    </a:lnTo>
                    <a:lnTo>
                      <a:pt x="330" y="0"/>
                    </a:lnTo>
                    <a:lnTo>
                      <a:pt x="347" y="1"/>
                    </a:lnTo>
                    <a:lnTo>
                      <a:pt x="363" y="3"/>
                    </a:lnTo>
                    <a:lnTo>
                      <a:pt x="379" y="4"/>
                    </a:lnTo>
                    <a:lnTo>
                      <a:pt x="395" y="7"/>
                    </a:lnTo>
                    <a:lnTo>
                      <a:pt x="412" y="11"/>
                    </a:lnTo>
                    <a:lnTo>
                      <a:pt x="428" y="15"/>
                    </a:lnTo>
                    <a:lnTo>
                      <a:pt x="457" y="27"/>
                    </a:lnTo>
                    <a:lnTo>
                      <a:pt x="487" y="40"/>
                    </a:lnTo>
                    <a:lnTo>
                      <a:pt x="514" y="56"/>
                    </a:lnTo>
                    <a:lnTo>
                      <a:pt x="539" y="75"/>
                    </a:lnTo>
                    <a:lnTo>
                      <a:pt x="562" y="97"/>
                    </a:lnTo>
                    <a:lnTo>
                      <a:pt x="584" y="121"/>
                    </a:lnTo>
                    <a:lnTo>
                      <a:pt x="602" y="145"/>
                    </a:lnTo>
                    <a:lnTo>
                      <a:pt x="618" y="173"/>
                    </a:lnTo>
                    <a:lnTo>
                      <a:pt x="633" y="202"/>
                    </a:lnTo>
                    <a:lnTo>
                      <a:pt x="644" y="232"/>
                    </a:lnTo>
                    <a:lnTo>
                      <a:pt x="648" y="247"/>
                    </a:lnTo>
                    <a:lnTo>
                      <a:pt x="652" y="263"/>
                    </a:lnTo>
                    <a:lnTo>
                      <a:pt x="655" y="279"/>
                    </a:lnTo>
                    <a:lnTo>
                      <a:pt x="656" y="296"/>
                    </a:lnTo>
                    <a:lnTo>
                      <a:pt x="657" y="313"/>
                    </a:lnTo>
                    <a:lnTo>
                      <a:pt x="659" y="329"/>
                    </a:lnTo>
                    <a:lnTo>
                      <a:pt x="659" y="329"/>
                    </a:lnTo>
                    <a:lnTo>
                      <a:pt x="657" y="347"/>
                    </a:lnTo>
                    <a:lnTo>
                      <a:pt x="656" y="363"/>
                    </a:lnTo>
                    <a:lnTo>
                      <a:pt x="655" y="379"/>
                    </a:lnTo>
                    <a:lnTo>
                      <a:pt x="652" y="396"/>
                    </a:lnTo>
                    <a:lnTo>
                      <a:pt x="648" y="411"/>
                    </a:lnTo>
                    <a:lnTo>
                      <a:pt x="644" y="427"/>
                    </a:lnTo>
                    <a:lnTo>
                      <a:pt x="633" y="457"/>
                    </a:lnTo>
                    <a:lnTo>
                      <a:pt x="618" y="486"/>
                    </a:lnTo>
                    <a:lnTo>
                      <a:pt x="602" y="513"/>
                    </a:lnTo>
                    <a:lnTo>
                      <a:pt x="584" y="539"/>
                    </a:lnTo>
                    <a:lnTo>
                      <a:pt x="562" y="562"/>
                    </a:lnTo>
                    <a:lnTo>
                      <a:pt x="539" y="583"/>
                    </a:lnTo>
                    <a:lnTo>
                      <a:pt x="514" y="602"/>
                    </a:lnTo>
                    <a:lnTo>
                      <a:pt x="487" y="618"/>
                    </a:lnTo>
                    <a:lnTo>
                      <a:pt x="457" y="633"/>
                    </a:lnTo>
                    <a:lnTo>
                      <a:pt x="428" y="644"/>
                    </a:lnTo>
                    <a:lnTo>
                      <a:pt x="412" y="648"/>
                    </a:lnTo>
                    <a:lnTo>
                      <a:pt x="395" y="652"/>
                    </a:lnTo>
                    <a:lnTo>
                      <a:pt x="379" y="654"/>
                    </a:lnTo>
                    <a:lnTo>
                      <a:pt x="363" y="657"/>
                    </a:lnTo>
                    <a:lnTo>
                      <a:pt x="347" y="658"/>
                    </a:lnTo>
                    <a:lnTo>
                      <a:pt x="330" y="658"/>
                    </a:lnTo>
                    <a:lnTo>
                      <a:pt x="330" y="658"/>
                    </a:lnTo>
                    <a:close/>
                    <a:moveTo>
                      <a:pt x="330" y="38"/>
                    </a:moveTo>
                    <a:lnTo>
                      <a:pt x="330" y="38"/>
                    </a:lnTo>
                    <a:lnTo>
                      <a:pt x="300" y="40"/>
                    </a:lnTo>
                    <a:lnTo>
                      <a:pt x="271" y="44"/>
                    </a:lnTo>
                    <a:lnTo>
                      <a:pt x="244" y="51"/>
                    </a:lnTo>
                    <a:lnTo>
                      <a:pt x="217" y="62"/>
                    </a:lnTo>
                    <a:lnTo>
                      <a:pt x="191" y="74"/>
                    </a:lnTo>
                    <a:lnTo>
                      <a:pt x="167" y="89"/>
                    </a:lnTo>
                    <a:lnTo>
                      <a:pt x="144" y="105"/>
                    </a:lnTo>
                    <a:lnTo>
                      <a:pt x="124" y="124"/>
                    </a:lnTo>
                    <a:lnTo>
                      <a:pt x="105" y="144"/>
                    </a:lnTo>
                    <a:lnTo>
                      <a:pt x="88" y="167"/>
                    </a:lnTo>
                    <a:lnTo>
                      <a:pt x="73" y="191"/>
                    </a:lnTo>
                    <a:lnTo>
                      <a:pt x="61" y="216"/>
                    </a:lnTo>
                    <a:lnTo>
                      <a:pt x="52" y="243"/>
                    </a:lnTo>
                    <a:lnTo>
                      <a:pt x="45" y="271"/>
                    </a:lnTo>
                    <a:lnTo>
                      <a:pt x="39" y="300"/>
                    </a:lnTo>
                    <a:lnTo>
                      <a:pt x="38" y="329"/>
                    </a:lnTo>
                    <a:lnTo>
                      <a:pt x="38" y="329"/>
                    </a:lnTo>
                    <a:lnTo>
                      <a:pt x="39" y="359"/>
                    </a:lnTo>
                    <a:lnTo>
                      <a:pt x="45" y="388"/>
                    </a:lnTo>
                    <a:lnTo>
                      <a:pt x="52" y="416"/>
                    </a:lnTo>
                    <a:lnTo>
                      <a:pt x="61" y="443"/>
                    </a:lnTo>
                    <a:lnTo>
                      <a:pt x="73" y="468"/>
                    </a:lnTo>
                    <a:lnTo>
                      <a:pt x="88" y="492"/>
                    </a:lnTo>
                    <a:lnTo>
                      <a:pt x="105" y="515"/>
                    </a:lnTo>
                    <a:lnTo>
                      <a:pt x="124" y="535"/>
                    </a:lnTo>
                    <a:lnTo>
                      <a:pt x="144" y="553"/>
                    </a:lnTo>
                    <a:lnTo>
                      <a:pt x="167" y="571"/>
                    </a:lnTo>
                    <a:lnTo>
                      <a:pt x="191" y="586"/>
                    </a:lnTo>
                    <a:lnTo>
                      <a:pt x="217" y="598"/>
                    </a:lnTo>
                    <a:lnTo>
                      <a:pt x="244" y="607"/>
                    </a:lnTo>
                    <a:lnTo>
                      <a:pt x="271" y="615"/>
                    </a:lnTo>
                    <a:lnTo>
                      <a:pt x="300" y="619"/>
                    </a:lnTo>
                    <a:lnTo>
                      <a:pt x="330" y="621"/>
                    </a:lnTo>
                    <a:lnTo>
                      <a:pt x="330" y="621"/>
                    </a:lnTo>
                    <a:lnTo>
                      <a:pt x="359" y="619"/>
                    </a:lnTo>
                    <a:lnTo>
                      <a:pt x="389" y="615"/>
                    </a:lnTo>
                    <a:lnTo>
                      <a:pt x="416" y="607"/>
                    </a:lnTo>
                    <a:lnTo>
                      <a:pt x="442" y="598"/>
                    </a:lnTo>
                    <a:lnTo>
                      <a:pt x="468" y="586"/>
                    </a:lnTo>
                    <a:lnTo>
                      <a:pt x="492" y="571"/>
                    </a:lnTo>
                    <a:lnTo>
                      <a:pt x="515" y="553"/>
                    </a:lnTo>
                    <a:lnTo>
                      <a:pt x="535" y="535"/>
                    </a:lnTo>
                    <a:lnTo>
                      <a:pt x="554" y="515"/>
                    </a:lnTo>
                    <a:lnTo>
                      <a:pt x="571" y="492"/>
                    </a:lnTo>
                    <a:lnTo>
                      <a:pt x="586" y="468"/>
                    </a:lnTo>
                    <a:lnTo>
                      <a:pt x="598" y="443"/>
                    </a:lnTo>
                    <a:lnTo>
                      <a:pt x="608" y="416"/>
                    </a:lnTo>
                    <a:lnTo>
                      <a:pt x="614" y="388"/>
                    </a:lnTo>
                    <a:lnTo>
                      <a:pt x="620" y="359"/>
                    </a:lnTo>
                    <a:lnTo>
                      <a:pt x="621" y="329"/>
                    </a:lnTo>
                    <a:lnTo>
                      <a:pt x="621" y="329"/>
                    </a:lnTo>
                    <a:lnTo>
                      <a:pt x="620" y="300"/>
                    </a:lnTo>
                    <a:lnTo>
                      <a:pt x="614" y="271"/>
                    </a:lnTo>
                    <a:lnTo>
                      <a:pt x="608" y="243"/>
                    </a:lnTo>
                    <a:lnTo>
                      <a:pt x="598" y="216"/>
                    </a:lnTo>
                    <a:lnTo>
                      <a:pt x="586" y="191"/>
                    </a:lnTo>
                    <a:lnTo>
                      <a:pt x="571" y="167"/>
                    </a:lnTo>
                    <a:lnTo>
                      <a:pt x="554" y="144"/>
                    </a:lnTo>
                    <a:lnTo>
                      <a:pt x="535" y="124"/>
                    </a:lnTo>
                    <a:lnTo>
                      <a:pt x="515" y="105"/>
                    </a:lnTo>
                    <a:lnTo>
                      <a:pt x="492" y="89"/>
                    </a:lnTo>
                    <a:lnTo>
                      <a:pt x="468" y="74"/>
                    </a:lnTo>
                    <a:lnTo>
                      <a:pt x="442" y="62"/>
                    </a:lnTo>
                    <a:lnTo>
                      <a:pt x="416" y="51"/>
                    </a:lnTo>
                    <a:lnTo>
                      <a:pt x="389" y="44"/>
                    </a:lnTo>
                    <a:lnTo>
                      <a:pt x="359" y="40"/>
                    </a:lnTo>
                    <a:lnTo>
                      <a:pt x="330" y="38"/>
                    </a:lnTo>
                    <a:lnTo>
                      <a:pt x="330" y="38"/>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sz="1800" b="0" i="0" u="none" strike="noStrike" kern="1200" cap="none" spc="0" normalizeH="0" baseline="0" noProof="0">
                  <a:ln>
                    <a:solidFill>
                      <a:sysClr val="windowText" lastClr="000000"/>
                    </a:solidFill>
                  </a:ln>
                  <a:solidFill>
                    <a:sysClr val="windowText" lastClr="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113" name="Freeform 174">
                <a:extLst>
                  <a:ext uri="{FF2B5EF4-FFF2-40B4-BE49-F238E27FC236}">
                    <a16:creationId xmlns:a16="http://schemas.microsoft.com/office/drawing/2014/main" id="{9593E80F-ADCB-4036-84E1-1DB49982E908}"/>
                  </a:ext>
                </a:extLst>
              </p:cNvPr>
              <p:cNvSpPr>
                <a:spLocks noEditPoints="1"/>
              </p:cNvSpPr>
              <p:nvPr/>
            </p:nvSpPr>
            <p:spPr bwMode="auto">
              <a:xfrm>
                <a:off x="6896101" y="960438"/>
                <a:ext cx="165100" cy="242888"/>
              </a:xfrm>
              <a:custGeom>
                <a:avLst/>
                <a:gdLst>
                  <a:gd name="T0" fmla="*/ 182 w 207"/>
                  <a:gd name="T1" fmla="*/ 305 h 305"/>
                  <a:gd name="T2" fmla="*/ 187 w 207"/>
                  <a:gd name="T3" fmla="*/ 303 h 305"/>
                  <a:gd name="T4" fmla="*/ 196 w 207"/>
                  <a:gd name="T5" fmla="*/ 301 h 305"/>
                  <a:gd name="T6" fmla="*/ 203 w 207"/>
                  <a:gd name="T7" fmla="*/ 294 h 305"/>
                  <a:gd name="T8" fmla="*/ 206 w 207"/>
                  <a:gd name="T9" fmla="*/ 284 h 305"/>
                  <a:gd name="T10" fmla="*/ 207 w 207"/>
                  <a:gd name="T11" fmla="*/ 24 h 305"/>
                  <a:gd name="T12" fmla="*/ 206 w 207"/>
                  <a:gd name="T13" fmla="*/ 20 h 305"/>
                  <a:gd name="T14" fmla="*/ 203 w 207"/>
                  <a:gd name="T15" fmla="*/ 10 h 305"/>
                  <a:gd name="T16" fmla="*/ 196 w 207"/>
                  <a:gd name="T17" fmla="*/ 4 h 305"/>
                  <a:gd name="T18" fmla="*/ 187 w 207"/>
                  <a:gd name="T19" fmla="*/ 1 h 305"/>
                  <a:gd name="T20" fmla="*/ 26 w 207"/>
                  <a:gd name="T21" fmla="*/ 0 h 305"/>
                  <a:gd name="T22" fmla="*/ 20 w 207"/>
                  <a:gd name="T23" fmla="*/ 1 h 305"/>
                  <a:gd name="T24" fmla="*/ 11 w 207"/>
                  <a:gd name="T25" fmla="*/ 4 h 305"/>
                  <a:gd name="T26" fmla="*/ 4 w 207"/>
                  <a:gd name="T27" fmla="*/ 10 h 305"/>
                  <a:gd name="T28" fmla="*/ 2 w 207"/>
                  <a:gd name="T29" fmla="*/ 20 h 305"/>
                  <a:gd name="T30" fmla="*/ 0 w 207"/>
                  <a:gd name="T31" fmla="*/ 279 h 305"/>
                  <a:gd name="T32" fmla="*/ 2 w 207"/>
                  <a:gd name="T33" fmla="*/ 284 h 305"/>
                  <a:gd name="T34" fmla="*/ 4 w 207"/>
                  <a:gd name="T35" fmla="*/ 294 h 305"/>
                  <a:gd name="T36" fmla="*/ 11 w 207"/>
                  <a:gd name="T37" fmla="*/ 301 h 305"/>
                  <a:gd name="T38" fmla="*/ 20 w 207"/>
                  <a:gd name="T39" fmla="*/ 303 h 305"/>
                  <a:gd name="T40" fmla="*/ 26 w 207"/>
                  <a:gd name="T41" fmla="*/ 305 h 305"/>
                  <a:gd name="T42" fmla="*/ 104 w 207"/>
                  <a:gd name="T43" fmla="*/ 294 h 305"/>
                  <a:gd name="T44" fmla="*/ 93 w 207"/>
                  <a:gd name="T45" fmla="*/ 290 h 305"/>
                  <a:gd name="T46" fmla="*/ 89 w 207"/>
                  <a:gd name="T47" fmla="*/ 279 h 305"/>
                  <a:gd name="T48" fmla="*/ 90 w 207"/>
                  <a:gd name="T49" fmla="*/ 274 h 305"/>
                  <a:gd name="T50" fmla="*/ 98 w 207"/>
                  <a:gd name="T51" fmla="*/ 266 h 305"/>
                  <a:gd name="T52" fmla="*/ 104 w 207"/>
                  <a:gd name="T53" fmla="*/ 266 h 305"/>
                  <a:gd name="T54" fmla="*/ 114 w 207"/>
                  <a:gd name="T55" fmla="*/ 270 h 305"/>
                  <a:gd name="T56" fmla="*/ 118 w 207"/>
                  <a:gd name="T57" fmla="*/ 279 h 305"/>
                  <a:gd name="T58" fmla="*/ 117 w 207"/>
                  <a:gd name="T59" fmla="*/ 286 h 305"/>
                  <a:gd name="T60" fmla="*/ 109 w 207"/>
                  <a:gd name="T61" fmla="*/ 294 h 305"/>
                  <a:gd name="T62" fmla="*/ 104 w 207"/>
                  <a:gd name="T63" fmla="*/ 294 h 305"/>
                  <a:gd name="T64" fmla="*/ 19 w 207"/>
                  <a:gd name="T65" fmla="*/ 22 h 305"/>
                  <a:gd name="T66" fmla="*/ 23 w 207"/>
                  <a:gd name="T67" fmla="*/ 18 h 305"/>
                  <a:gd name="T68" fmla="*/ 184 w 207"/>
                  <a:gd name="T69" fmla="*/ 18 h 305"/>
                  <a:gd name="T70" fmla="*/ 188 w 207"/>
                  <a:gd name="T71" fmla="*/ 22 h 305"/>
                  <a:gd name="T72" fmla="*/ 188 w 207"/>
                  <a:gd name="T73" fmla="*/ 241 h 305"/>
                  <a:gd name="T74" fmla="*/ 184 w 207"/>
                  <a:gd name="T75" fmla="*/ 245 h 305"/>
                  <a:gd name="T76" fmla="*/ 23 w 207"/>
                  <a:gd name="T77" fmla="*/ 245 h 305"/>
                  <a:gd name="T78" fmla="*/ 19 w 207"/>
                  <a:gd name="T79" fmla="*/ 241 h 3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07" h="305">
                    <a:moveTo>
                      <a:pt x="26" y="305"/>
                    </a:moveTo>
                    <a:lnTo>
                      <a:pt x="182" y="305"/>
                    </a:lnTo>
                    <a:lnTo>
                      <a:pt x="182" y="305"/>
                    </a:lnTo>
                    <a:lnTo>
                      <a:pt x="187" y="303"/>
                    </a:lnTo>
                    <a:lnTo>
                      <a:pt x="192" y="302"/>
                    </a:lnTo>
                    <a:lnTo>
                      <a:pt x="196" y="301"/>
                    </a:lnTo>
                    <a:lnTo>
                      <a:pt x="199" y="297"/>
                    </a:lnTo>
                    <a:lnTo>
                      <a:pt x="203" y="294"/>
                    </a:lnTo>
                    <a:lnTo>
                      <a:pt x="204" y="290"/>
                    </a:lnTo>
                    <a:lnTo>
                      <a:pt x="206" y="284"/>
                    </a:lnTo>
                    <a:lnTo>
                      <a:pt x="207" y="279"/>
                    </a:lnTo>
                    <a:lnTo>
                      <a:pt x="207" y="24"/>
                    </a:lnTo>
                    <a:lnTo>
                      <a:pt x="207" y="24"/>
                    </a:lnTo>
                    <a:lnTo>
                      <a:pt x="206" y="20"/>
                    </a:lnTo>
                    <a:lnTo>
                      <a:pt x="204" y="14"/>
                    </a:lnTo>
                    <a:lnTo>
                      <a:pt x="203" y="10"/>
                    </a:lnTo>
                    <a:lnTo>
                      <a:pt x="199" y="8"/>
                    </a:lnTo>
                    <a:lnTo>
                      <a:pt x="196" y="4"/>
                    </a:lnTo>
                    <a:lnTo>
                      <a:pt x="192" y="2"/>
                    </a:lnTo>
                    <a:lnTo>
                      <a:pt x="187" y="1"/>
                    </a:lnTo>
                    <a:lnTo>
                      <a:pt x="182" y="0"/>
                    </a:lnTo>
                    <a:lnTo>
                      <a:pt x="26" y="0"/>
                    </a:lnTo>
                    <a:lnTo>
                      <a:pt x="26" y="0"/>
                    </a:lnTo>
                    <a:lnTo>
                      <a:pt x="20" y="1"/>
                    </a:lnTo>
                    <a:lnTo>
                      <a:pt x="15" y="2"/>
                    </a:lnTo>
                    <a:lnTo>
                      <a:pt x="11" y="4"/>
                    </a:lnTo>
                    <a:lnTo>
                      <a:pt x="8" y="8"/>
                    </a:lnTo>
                    <a:lnTo>
                      <a:pt x="4" y="10"/>
                    </a:lnTo>
                    <a:lnTo>
                      <a:pt x="3" y="14"/>
                    </a:lnTo>
                    <a:lnTo>
                      <a:pt x="2" y="20"/>
                    </a:lnTo>
                    <a:lnTo>
                      <a:pt x="0" y="24"/>
                    </a:lnTo>
                    <a:lnTo>
                      <a:pt x="0" y="279"/>
                    </a:lnTo>
                    <a:lnTo>
                      <a:pt x="0" y="279"/>
                    </a:lnTo>
                    <a:lnTo>
                      <a:pt x="2" y="284"/>
                    </a:lnTo>
                    <a:lnTo>
                      <a:pt x="3" y="290"/>
                    </a:lnTo>
                    <a:lnTo>
                      <a:pt x="4" y="294"/>
                    </a:lnTo>
                    <a:lnTo>
                      <a:pt x="8" y="297"/>
                    </a:lnTo>
                    <a:lnTo>
                      <a:pt x="11" y="301"/>
                    </a:lnTo>
                    <a:lnTo>
                      <a:pt x="15" y="302"/>
                    </a:lnTo>
                    <a:lnTo>
                      <a:pt x="20" y="303"/>
                    </a:lnTo>
                    <a:lnTo>
                      <a:pt x="26" y="305"/>
                    </a:lnTo>
                    <a:lnTo>
                      <a:pt x="26" y="305"/>
                    </a:lnTo>
                    <a:close/>
                    <a:moveTo>
                      <a:pt x="104" y="294"/>
                    </a:moveTo>
                    <a:lnTo>
                      <a:pt x="104" y="294"/>
                    </a:lnTo>
                    <a:lnTo>
                      <a:pt x="98" y="294"/>
                    </a:lnTo>
                    <a:lnTo>
                      <a:pt x="93" y="290"/>
                    </a:lnTo>
                    <a:lnTo>
                      <a:pt x="90" y="286"/>
                    </a:lnTo>
                    <a:lnTo>
                      <a:pt x="89" y="279"/>
                    </a:lnTo>
                    <a:lnTo>
                      <a:pt x="89" y="279"/>
                    </a:lnTo>
                    <a:lnTo>
                      <a:pt x="90" y="274"/>
                    </a:lnTo>
                    <a:lnTo>
                      <a:pt x="93" y="270"/>
                    </a:lnTo>
                    <a:lnTo>
                      <a:pt x="98" y="266"/>
                    </a:lnTo>
                    <a:lnTo>
                      <a:pt x="104" y="266"/>
                    </a:lnTo>
                    <a:lnTo>
                      <a:pt x="104" y="266"/>
                    </a:lnTo>
                    <a:lnTo>
                      <a:pt x="109" y="266"/>
                    </a:lnTo>
                    <a:lnTo>
                      <a:pt x="114" y="270"/>
                    </a:lnTo>
                    <a:lnTo>
                      <a:pt x="117" y="274"/>
                    </a:lnTo>
                    <a:lnTo>
                      <a:pt x="118" y="279"/>
                    </a:lnTo>
                    <a:lnTo>
                      <a:pt x="118" y="279"/>
                    </a:lnTo>
                    <a:lnTo>
                      <a:pt x="117" y="286"/>
                    </a:lnTo>
                    <a:lnTo>
                      <a:pt x="114" y="290"/>
                    </a:lnTo>
                    <a:lnTo>
                      <a:pt x="109" y="294"/>
                    </a:lnTo>
                    <a:lnTo>
                      <a:pt x="104" y="294"/>
                    </a:lnTo>
                    <a:lnTo>
                      <a:pt x="104" y="294"/>
                    </a:lnTo>
                    <a:close/>
                    <a:moveTo>
                      <a:pt x="19" y="22"/>
                    </a:moveTo>
                    <a:lnTo>
                      <a:pt x="19" y="22"/>
                    </a:lnTo>
                    <a:lnTo>
                      <a:pt x="20" y="20"/>
                    </a:lnTo>
                    <a:lnTo>
                      <a:pt x="23" y="18"/>
                    </a:lnTo>
                    <a:lnTo>
                      <a:pt x="184" y="18"/>
                    </a:lnTo>
                    <a:lnTo>
                      <a:pt x="184" y="18"/>
                    </a:lnTo>
                    <a:lnTo>
                      <a:pt x="187" y="20"/>
                    </a:lnTo>
                    <a:lnTo>
                      <a:pt x="188" y="22"/>
                    </a:lnTo>
                    <a:lnTo>
                      <a:pt x="188" y="241"/>
                    </a:lnTo>
                    <a:lnTo>
                      <a:pt x="188" y="241"/>
                    </a:lnTo>
                    <a:lnTo>
                      <a:pt x="187" y="244"/>
                    </a:lnTo>
                    <a:lnTo>
                      <a:pt x="184" y="245"/>
                    </a:lnTo>
                    <a:lnTo>
                      <a:pt x="23" y="245"/>
                    </a:lnTo>
                    <a:lnTo>
                      <a:pt x="23" y="245"/>
                    </a:lnTo>
                    <a:lnTo>
                      <a:pt x="20" y="244"/>
                    </a:lnTo>
                    <a:lnTo>
                      <a:pt x="19" y="241"/>
                    </a:lnTo>
                    <a:lnTo>
                      <a:pt x="19" y="22"/>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sz="1800" b="0" i="0" u="none" strike="noStrike" kern="1200" cap="none" spc="0" normalizeH="0" baseline="0" noProof="0">
                  <a:ln>
                    <a:solidFill>
                      <a:sysClr val="windowText" lastClr="000000"/>
                    </a:solidFill>
                  </a:ln>
                  <a:solidFill>
                    <a:sysClr val="windowText" lastClr="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grpSp>
      </p:grpSp>
      <p:grpSp>
        <p:nvGrpSpPr>
          <p:cNvPr id="135" name="Group 134">
            <a:extLst>
              <a:ext uri="{FF2B5EF4-FFF2-40B4-BE49-F238E27FC236}">
                <a16:creationId xmlns:a16="http://schemas.microsoft.com/office/drawing/2014/main" id="{A0B9AA74-1712-475F-B709-C1E51D3B63CA}"/>
              </a:ext>
            </a:extLst>
          </p:cNvPr>
          <p:cNvGrpSpPr/>
          <p:nvPr/>
        </p:nvGrpSpPr>
        <p:grpSpPr>
          <a:xfrm>
            <a:off x="7406435" y="3280682"/>
            <a:ext cx="582128" cy="260118"/>
            <a:chOff x="9938637" y="3278689"/>
            <a:chExt cx="582128" cy="260118"/>
          </a:xfrm>
        </p:grpSpPr>
        <p:grpSp>
          <p:nvGrpSpPr>
            <p:cNvPr id="137" name="Group 166">
              <a:extLst>
                <a:ext uri="{FF2B5EF4-FFF2-40B4-BE49-F238E27FC236}">
                  <a16:creationId xmlns:a16="http://schemas.microsoft.com/office/drawing/2014/main" id="{1FFA1BFA-F811-43D7-933A-CAAF67322509}"/>
                </a:ext>
              </a:extLst>
            </p:cNvPr>
            <p:cNvGrpSpPr>
              <a:grpSpLocks noChangeAspect="1"/>
            </p:cNvGrpSpPr>
            <p:nvPr/>
          </p:nvGrpSpPr>
          <p:grpSpPr>
            <a:xfrm>
              <a:off x="9938637" y="3278689"/>
              <a:ext cx="252000" cy="252000"/>
              <a:chOff x="9353551" y="823913"/>
              <a:chExt cx="522288" cy="522288"/>
            </a:xfrm>
          </p:grpSpPr>
          <p:sp>
            <p:nvSpPr>
              <p:cNvPr id="149" name="Freeform 40">
                <a:extLst>
                  <a:ext uri="{FF2B5EF4-FFF2-40B4-BE49-F238E27FC236}">
                    <a16:creationId xmlns:a16="http://schemas.microsoft.com/office/drawing/2014/main" id="{6EC7C40D-55EE-4675-8484-27A889534479}"/>
                  </a:ext>
                </a:extLst>
              </p:cNvPr>
              <p:cNvSpPr>
                <a:spLocks noEditPoints="1"/>
              </p:cNvSpPr>
              <p:nvPr/>
            </p:nvSpPr>
            <p:spPr bwMode="auto">
              <a:xfrm>
                <a:off x="9353551" y="823913"/>
                <a:ext cx="522288" cy="522288"/>
              </a:xfrm>
              <a:custGeom>
                <a:avLst/>
                <a:gdLst>
                  <a:gd name="T0" fmla="*/ 311 w 656"/>
                  <a:gd name="T1" fmla="*/ 657 h 659"/>
                  <a:gd name="T2" fmla="*/ 262 w 656"/>
                  <a:gd name="T3" fmla="*/ 652 h 659"/>
                  <a:gd name="T4" fmla="*/ 200 w 656"/>
                  <a:gd name="T5" fmla="*/ 633 h 659"/>
                  <a:gd name="T6" fmla="*/ 119 w 656"/>
                  <a:gd name="T7" fmla="*/ 583 h 659"/>
                  <a:gd name="T8" fmla="*/ 56 w 656"/>
                  <a:gd name="T9" fmla="*/ 514 h 659"/>
                  <a:gd name="T10" fmla="*/ 14 w 656"/>
                  <a:gd name="T11" fmla="*/ 428 h 659"/>
                  <a:gd name="T12" fmla="*/ 4 w 656"/>
                  <a:gd name="T13" fmla="*/ 379 h 659"/>
                  <a:gd name="T14" fmla="*/ 0 w 656"/>
                  <a:gd name="T15" fmla="*/ 329 h 659"/>
                  <a:gd name="T16" fmla="*/ 1 w 656"/>
                  <a:gd name="T17" fmla="*/ 296 h 659"/>
                  <a:gd name="T18" fmla="*/ 9 w 656"/>
                  <a:gd name="T19" fmla="*/ 248 h 659"/>
                  <a:gd name="T20" fmla="*/ 39 w 656"/>
                  <a:gd name="T21" fmla="*/ 172 h 659"/>
                  <a:gd name="T22" fmla="*/ 96 w 656"/>
                  <a:gd name="T23" fmla="*/ 97 h 659"/>
                  <a:gd name="T24" fmla="*/ 172 w 656"/>
                  <a:gd name="T25" fmla="*/ 41 h 659"/>
                  <a:gd name="T26" fmla="*/ 245 w 656"/>
                  <a:gd name="T27" fmla="*/ 11 h 659"/>
                  <a:gd name="T28" fmla="*/ 295 w 656"/>
                  <a:gd name="T29" fmla="*/ 3 h 659"/>
                  <a:gd name="T30" fmla="*/ 329 w 656"/>
                  <a:gd name="T31" fmla="*/ 0 h 659"/>
                  <a:gd name="T32" fmla="*/ 378 w 656"/>
                  <a:gd name="T33" fmla="*/ 4 h 659"/>
                  <a:gd name="T34" fmla="*/ 425 w 656"/>
                  <a:gd name="T35" fmla="*/ 15 h 659"/>
                  <a:gd name="T36" fmla="*/ 511 w 656"/>
                  <a:gd name="T37" fmla="*/ 57 h 659"/>
                  <a:gd name="T38" fmla="*/ 581 w 656"/>
                  <a:gd name="T39" fmla="*/ 120 h 659"/>
                  <a:gd name="T40" fmla="*/ 631 w 656"/>
                  <a:gd name="T41" fmla="*/ 202 h 659"/>
                  <a:gd name="T42" fmla="*/ 650 w 656"/>
                  <a:gd name="T43" fmla="*/ 264 h 659"/>
                  <a:gd name="T44" fmla="*/ 656 w 656"/>
                  <a:gd name="T45" fmla="*/ 312 h 659"/>
                  <a:gd name="T46" fmla="*/ 656 w 656"/>
                  <a:gd name="T47" fmla="*/ 347 h 659"/>
                  <a:gd name="T48" fmla="*/ 650 w 656"/>
                  <a:gd name="T49" fmla="*/ 395 h 659"/>
                  <a:gd name="T50" fmla="*/ 631 w 656"/>
                  <a:gd name="T51" fmla="*/ 457 h 659"/>
                  <a:gd name="T52" fmla="*/ 581 w 656"/>
                  <a:gd name="T53" fmla="*/ 539 h 659"/>
                  <a:gd name="T54" fmla="*/ 511 w 656"/>
                  <a:gd name="T55" fmla="*/ 602 h 659"/>
                  <a:gd name="T56" fmla="*/ 425 w 656"/>
                  <a:gd name="T57" fmla="*/ 644 h 659"/>
                  <a:gd name="T58" fmla="*/ 378 w 656"/>
                  <a:gd name="T59" fmla="*/ 655 h 659"/>
                  <a:gd name="T60" fmla="*/ 329 w 656"/>
                  <a:gd name="T61" fmla="*/ 659 h 659"/>
                  <a:gd name="T62" fmla="*/ 329 w 656"/>
                  <a:gd name="T63" fmla="*/ 38 h 659"/>
                  <a:gd name="T64" fmla="*/ 241 w 656"/>
                  <a:gd name="T65" fmla="*/ 51 h 659"/>
                  <a:gd name="T66" fmla="*/ 165 w 656"/>
                  <a:gd name="T67" fmla="*/ 88 h 659"/>
                  <a:gd name="T68" fmla="*/ 103 w 656"/>
                  <a:gd name="T69" fmla="*/ 144 h 659"/>
                  <a:gd name="T70" fmla="*/ 60 w 656"/>
                  <a:gd name="T71" fmla="*/ 217 h 659"/>
                  <a:gd name="T72" fmla="*/ 39 w 656"/>
                  <a:gd name="T73" fmla="*/ 300 h 659"/>
                  <a:gd name="T74" fmla="*/ 39 w 656"/>
                  <a:gd name="T75" fmla="*/ 359 h 659"/>
                  <a:gd name="T76" fmla="*/ 60 w 656"/>
                  <a:gd name="T77" fmla="*/ 442 h 659"/>
                  <a:gd name="T78" fmla="*/ 103 w 656"/>
                  <a:gd name="T79" fmla="*/ 515 h 659"/>
                  <a:gd name="T80" fmla="*/ 165 w 656"/>
                  <a:gd name="T81" fmla="*/ 571 h 659"/>
                  <a:gd name="T82" fmla="*/ 241 w 656"/>
                  <a:gd name="T83" fmla="*/ 608 h 659"/>
                  <a:gd name="T84" fmla="*/ 329 w 656"/>
                  <a:gd name="T85" fmla="*/ 621 h 659"/>
                  <a:gd name="T86" fmla="*/ 386 w 656"/>
                  <a:gd name="T87" fmla="*/ 614 h 659"/>
                  <a:gd name="T88" fmla="*/ 467 w 656"/>
                  <a:gd name="T89" fmla="*/ 586 h 659"/>
                  <a:gd name="T90" fmla="*/ 534 w 656"/>
                  <a:gd name="T91" fmla="*/ 535 h 659"/>
                  <a:gd name="T92" fmla="*/ 584 w 656"/>
                  <a:gd name="T93" fmla="*/ 468 h 659"/>
                  <a:gd name="T94" fmla="*/ 613 w 656"/>
                  <a:gd name="T95" fmla="*/ 389 h 659"/>
                  <a:gd name="T96" fmla="*/ 619 w 656"/>
                  <a:gd name="T97" fmla="*/ 329 h 659"/>
                  <a:gd name="T98" fmla="*/ 607 w 656"/>
                  <a:gd name="T99" fmla="*/ 244 h 659"/>
                  <a:gd name="T100" fmla="*/ 569 w 656"/>
                  <a:gd name="T101" fmla="*/ 167 h 659"/>
                  <a:gd name="T102" fmla="*/ 513 w 656"/>
                  <a:gd name="T103" fmla="*/ 105 h 659"/>
                  <a:gd name="T104" fmla="*/ 442 w 656"/>
                  <a:gd name="T105" fmla="*/ 61 h 659"/>
                  <a:gd name="T106" fmla="*/ 358 w 656"/>
                  <a:gd name="T107" fmla="*/ 39 h 6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56" h="659">
                    <a:moveTo>
                      <a:pt x="329" y="659"/>
                    </a:moveTo>
                    <a:lnTo>
                      <a:pt x="329" y="659"/>
                    </a:lnTo>
                    <a:lnTo>
                      <a:pt x="311" y="657"/>
                    </a:lnTo>
                    <a:lnTo>
                      <a:pt x="295" y="657"/>
                    </a:lnTo>
                    <a:lnTo>
                      <a:pt x="278" y="655"/>
                    </a:lnTo>
                    <a:lnTo>
                      <a:pt x="262" y="652"/>
                    </a:lnTo>
                    <a:lnTo>
                      <a:pt x="245" y="648"/>
                    </a:lnTo>
                    <a:lnTo>
                      <a:pt x="231" y="644"/>
                    </a:lnTo>
                    <a:lnTo>
                      <a:pt x="200" y="633"/>
                    </a:lnTo>
                    <a:lnTo>
                      <a:pt x="172" y="618"/>
                    </a:lnTo>
                    <a:lnTo>
                      <a:pt x="145" y="602"/>
                    </a:lnTo>
                    <a:lnTo>
                      <a:pt x="119" y="583"/>
                    </a:lnTo>
                    <a:lnTo>
                      <a:pt x="96" y="562"/>
                    </a:lnTo>
                    <a:lnTo>
                      <a:pt x="75" y="539"/>
                    </a:lnTo>
                    <a:lnTo>
                      <a:pt x="56" y="514"/>
                    </a:lnTo>
                    <a:lnTo>
                      <a:pt x="39" y="487"/>
                    </a:lnTo>
                    <a:lnTo>
                      <a:pt x="25" y="457"/>
                    </a:lnTo>
                    <a:lnTo>
                      <a:pt x="14" y="428"/>
                    </a:lnTo>
                    <a:lnTo>
                      <a:pt x="9" y="411"/>
                    </a:lnTo>
                    <a:lnTo>
                      <a:pt x="6" y="395"/>
                    </a:lnTo>
                    <a:lnTo>
                      <a:pt x="4" y="379"/>
                    </a:lnTo>
                    <a:lnTo>
                      <a:pt x="1" y="363"/>
                    </a:lnTo>
                    <a:lnTo>
                      <a:pt x="0" y="347"/>
                    </a:lnTo>
                    <a:lnTo>
                      <a:pt x="0" y="329"/>
                    </a:lnTo>
                    <a:lnTo>
                      <a:pt x="0" y="329"/>
                    </a:lnTo>
                    <a:lnTo>
                      <a:pt x="0" y="312"/>
                    </a:lnTo>
                    <a:lnTo>
                      <a:pt x="1" y="296"/>
                    </a:lnTo>
                    <a:lnTo>
                      <a:pt x="4" y="280"/>
                    </a:lnTo>
                    <a:lnTo>
                      <a:pt x="6" y="264"/>
                    </a:lnTo>
                    <a:lnTo>
                      <a:pt x="9" y="248"/>
                    </a:lnTo>
                    <a:lnTo>
                      <a:pt x="14" y="231"/>
                    </a:lnTo>
                    <a:lnTo>
                      <a:pt x="25" y="202"/>
                    </a:lnTo>
                    <a:lnTo>
                      <a:pt x="39" y="172"/>
                    </a:lnTo>
                    <a:lnTo>
                      <a:pt x="56" y="145"/>
                    </a:lnTo>
                    <a:lnTo>
                      <a:pt x="75" y="120"/>
                    </a:lnTo>
                    <a:lnTo>
                      <a:pt x="96" y="97"/>
                    </a:lnTo>
                    <a:lnTo>
                      <a:pt x="119" y="76"/>
                    </a:lnTo>
                    <a:lnTo>
                      <a:pt x="145" y="57"/>
                    </a:lnTo>
                    <a:lnTo>
                      <a:pt x="172" y="41"/>
                    </a:lnTo>
                    <a:lnTo>
                      <a:pt x="200" y="27"/>
                    </a:lnTo>
                    <a:lnTo>
                      <a:pt x="231" y="15"/>
                    </a:lnTo>
                    <a:lnTo>
                      <a:pt x="245" y="11"/>
                    </a:lnTo>
                    <a:lnTo>
                      <a:pt x="262" y="7"/>
                    </a:lnTo>
                    <a:lnTo>
                      <a:pt x="278" y="4"/>
                    </a:lnTo>
                    <a:lnTo>
                      <a:pt x="295" y="3"/>
                    </a:lnTo>
                    <a:lnTo>
                      <a:pt x="311" y="2"/>
                    </a:lnTo>
                    <a:lnTo>
                      <a:pt x="329" y="0"/>
                    </a:lnTo>
                    <a:lnTo>
                      <a:pt x="329" y="0"/>
                    </a:lnTo>
                    <a:lnTo>
                      <a:pt x="345" y="2"/>
                    </a:lnTo>
                    <a:lnTo>
                      <a:pt x="362" y="3"/>
                    </a:lnTo>
                    <a:lnTo>
                      <a:pt x="378" y="4"/>
                    </a:lnTo>
                    <a:lnTo>
                      <a:pt x="395" y="7"/>
                    </a:lnTo>
                    <a:lnTo>
                      <a:pt x="411" y="11"/>
                    </a:lnTo>
                    <a:lnTo>
                      <a:pt x="425" y="15"/>
                    </a:lnTo>
                    <a:lnTo>
                      <a:pt x="456" y="27"/>
                    </a:lnTo>
                    <a:lnTo>
                      <a:pt x="485" y="41"/>
                    </a:lnTo>
                    <a:lnTo>
                      <a:pt x="511" y="57"/>
                    </a:lnTo>
                    <a:lnTo>
                      <a:pt x="537" y="76"/>
                    </a:lnTo>
                    <a:lnTo>
                      <a:pt x="561" y="97"/>
                    </a:lnTo>
                    <a:lnTo>
                      <a:pt x="581" y="120"/>
                    </a:lnTo>
                    <a:lnTo>
                      <a:pt x="600" y="145"/>
                    </a:lnTo>
                    <a:lnTo>
                      <a:pt x="618" y="172"/>
                    </a:lnTo>
                    <a:lnTo>
                      <a:pt x="631" y="202"/>
                    </a:lnTo>
                    <a:lnTo>
                      <a:pt x="642" y="231"/>
                    </a:lnTo>
                    <a:lnTo>
                      <a:pt x="647" y="248"/>
                    </a:lnTo>
                    <a:lnTo>
                      <a:pt x="650" y="264"/>
                    </a:lnTo>
                    <a:lnTo>
                      <a:pt x="652" y="280"/>
                    </a:lnTo>
                    <a:lnTo>
                      <a:pt x="655" y="296"/>
                    </a:lnTo>
                    <a:lnTo>
                      <a:pt x="656" y="312"/>
                    </a:lnTo>
                    <a:lnTo>
                      <a:pt x="656" y="329"/>
                    </a:lnTo>
                    <a:lnTo>
                      <a:pt x="656" y="329"/>
                    </a:lnTo>
                    <a:lnTo>
                      <a:pt x="656" y="347"/>
                    </a:lnTo>
                    <a:lnTo>
                      <a:pt x="655" y="363"/>
                    </a:lnTo>
                    <a:lnTo>
                      <a:pt x="652" y="379"/>
                    </a:lnTo>
                    <a:lnTo>
                      <a:pt x="650" y="395"/>
                    </a:lnTo>
                    <a:lnTo>
                      <a:pt x="647" y="411"/>
                    </a:lnTo>
                    <a:lnTo>
                      <a:pt x="642" y="428"/>
                    </a:lnTo>
                    <a:lnTo>
                      <a:pt x="631" y="457"/>
                    </a:lnTo>
                    <a:lnTo>
                      <a:pt x="618" y="487"/>
                    </a:lnTo>
                    <a:lnTo>
                      <a:pt x="600" y="514"/>
                    </a:lnTo>
                    <a:lnTo>
                      <a:pt x="581" y="539"/>
                    </a:lnTo>
                    <a:lnTo>
                      <a:pt x="561" y="562"/>
                    </a:lnTo>
                    <a:lnTo>
                      <a:pt x="537" y="583"/>
                    </a:lnTo>
                    <a:lnTo>
                      <a:pt x="511" y="602"/>
                    </a:lnTo>
                    <a:lnTo>
                      <a:pt x="485" y="618"/>
                    </a:lnTo>
                    <a:lnTo>
                      <a:pt x="456" y="633"/>
                    </a:lnTo>
                    <a:lnTo>
                      <a:pt x="425" y="644"/>
                    </a:lnTo>
                    <a:lnTo>
                      <a:pt x="411" y="648"/>
                    </a:lnTo>
                    <a:lnTo>
                      <a:pt x="395" y="652"/>
                    </a:lnTo>
                    <a:lnTo>
                      <a:pt x="378" y="655"/>
                    </a:lnTo>
                    <a:lnTo>
                      <a:pt x="362" y="657"/>
                    </a:lnTo>
                    <a:lnTo>
                      <a:pt x="345" y="657"/>
                    </a:lnTo>
                    <a:lnTo>
                      <a:pt x="329" y="659"/>
                    </a:lnTo>
                    <a:lnTo>
                      <a:pt x="329" y="659"/>
                    </a:lnTo>
                    <a:close/>
                    <a:moveTo>
                      <a:pt x="329" y="38"/>
                    </a:moveTo>
                    <a:lnTo>
                      <a:pt x="329" y="38"/>
                    </a:lnTo>
                    <a:lnTo>
                      <a:pt x="298" y="39"/>
                    </a:lnTo>
                    <a:lnTo>
                      <a:pt x="270" y="45"/>
                    </a:lnTo>
                    <a:lnTo>
                      <a:pt x="241" y="51"/>
                    </a:lnTo>
                    <a:lnTo>
                      <a:pt x="215" y="61"/>
                    </a:lnTo>
                    <a:lnTo>
                      <a:pt x="189" y="73"/>
                    </a:lnTo>
                    <a:lnTo>
                      <a:pt x="165" y="88"/>
                    </a:lnTo>
                    <a:lnTo>
                      <a:pt x="143" y="105"/>
                    </a:lnTo>
                    <a:lnTo>
                      <a:pt x="122" y="124"/>
                    </a:lnTo>
                    <a:lnTo>
                      <a:pt x="103" y="144"/>
                    </a:lnTo>
                    <a:lnTo>
                      <a:pt x="87" y="167"/>
                    </a:lnTo>
                    <a:lnTo>
                      <a:pt x="72" y="191"/>
                    </a:lnTo>
                    <a:lnTo>
                      <a:pt x="60" y="217"/>
                    </a:lnTo>
                    <a:lnTo>
                      <a:pt x="51" y="244"/>
                    </a:lnTo>
                    <a:lnTo>
                      <a:pt x="43" y="270"/>
                    </a:lnTo>
                    <a:lnTo>
                      <a:pt x="39" y="300"/>
                    </a:lnTo>
                    <a:lnTo>
                      <a:pt x="37" y="329"/>
                    </a:lnTo>
                    <a:lnTo>
                      <a:pt x="37" y="329"/>
                    </a:lnTo>
                    <a:lnTo>
                      <a:pt x="39" y="359"/>
                    </a:lnTo>
                    <a:lnTo>
                      <a:pt x="43" y="389"/>
                    </a:lnTo>
                    <a:lnTo>
                      <a:pt x="51" y="415"/>
                    </a:lnTo>
                    <a:lnTo>
                      <a:pt x="60" y="442"/>
                    </a:lnTo>
                    <a:lnTo>
                      <a:pt x="72" y="468"/>
                    </a:lnTo>
                    <a:lnTo>
                      <a:pt x="87" y="492"/>
                    </a:lnTo>
                    <a:lnTo>
                      <a:pt x="103" y="515"/>
                    </a:lnTo>
                    <a:lnTo>
                      <a:pt x="122" y="535"/>
                    </a:lnTo>
                    <a:lnTo>
                      <a:pt x="143" y="554"/>
                    </a:lnTo>
                    <a:lnTo>
                      <a:pt x="165" y="571"/>
                    </a:lnTo>
                    <a:lnTo>
                      <a:pt x="189" y="586"/>
                    </a:lnTo>
                    <a:lnTo>
                      <a:pt x="215" y="598"/>
                    </a:lnTo>
                    <a:lnTo>
                      <a:pt x="241" y="608"/>
                    </a:lnTo>
                    <a:lnTo>
                      <a:pt x="270" y="614"/>
                    </a:lnTo>
                    <a:lnTo>
                      <a:pt x="298" y="620"/>
                    </a:lnTo>
                    <a:lnTo>
                      <a:pt x="329" y="621"/>
                    </a:lnTo>
                    <a:lnTo>
                      <a:pt x="329" y="621"/>
                    </a:lnTo>
                    <a:lnTo>
                      <a:pt x="358" y="620"/>
                    </a:lnTo>
                    <a:lnTo>
                      <a:pt x="386" y="614"/>
                    </a:lnTo>
                    <a:lnTo>
                      <a:pt x="415" y="608"/>
                    </a:lnTo>
                    <a:lnTo>
                      <a:pt x="442" y="598"/>
                    </a:lnTo>
                    <a:lnTo>
                      <a:pt x="467" y="586"/>
                    </a:lnTo>
                    <a:lnTo>
                      <a:pt x="491" y="571"/>
                    </a:lnTo>
                    <a:lnTo>
                      <a:pt x="513" y="554"/>
                    </a:lnTo>
                    <a:lnTo>
                      <a:pt x="534" y="535"/>
                    </a:lnTo>
                    <a:lnTo>
                      <a:pt x="553" y="515"/>
                    </a:lnTo>
                    <a:lnTo>
                      <a:pt x="569" y="492"/>
                    </a:lnTo>
                    <a:lnTo>
                      <a:pt x="584" y="468"/>
                    </a:lnTo>
                    <a:lnTo>
                      <a:pt x="596" y="442"/>
                    </a:lnTo>
                    <a:lnTo>
                      <a:pt x="607" y="415"/>
                    </a:lnTo>
                    <a:lnTo>
                      <a:pt x="613" y="389"/>
                    </a:lnTo>
                    <a:lnTo>
                      <a:pt x="618" y="359"/>
                    </a:lnTo>
                    <a:lnTo>
                      <a:pt x="619" y="329"/>
                    </a:lnTo>
                    <a:lnTo>
                      <a:pt x="619" y="329"/>
                    </a:lnTo>
                    <a:lnTo>
                      <a:pt x="618" y="300"/>
                    </a:lnTo>
                    <a:lnTo>
                      <a:pt x="613" y="270"/>
                    </a:lnTo>
                    <a:lnTo>
                      <a:pt x="607" y="244"/>
                    </a:lnTo>
                    <a:lnTo>
                      <a:pt x="596" y="217"/>
                    </a:lnTo>
                    <a:lnTo>
                      <a:pt x="584" y="191"/>
                    </a:lnTo>
                    <a:lnTo>
                      <a:pt x="569" y="167"/>
                    </a:lnTo>
                    <a:lnTo>
                      <a:pt x="553" y="144"/>
                    </a:lnTo>
                    <a:lnTo>
                      <a:pt x="534" y="124"/>
                    </a:lnTo>
                    <a:lnTo>
                      <a:pt x="513" y="105"/>
                    </a:lnTo>
                    <a:lnTo>
                      <a:pt x="491" y="88"/>
                    </a:lnTo>
                    <a:lnTo>
                      <a:pt x="467" y="73"/>
                    </a:lnTo>
                    <a:lnTo>
                      <a:pt x="442" y="61"/>
                    </a:lnTo>
                    <a:lnTo>
                      <a:pt x="415" y="51"/>
                    </a:lnTo>
                    <a:lnTo>
                      <a:pt x="386" y="45"/>
                    </a:lnTo>
                    <a:lnTo>
                      <a:pt x="358" y="39"/>
                    </a:lnTo>
                    <a:lnTo>
                      <a:pt x="329" y="38"/>
                    </a:lnTo>
                    <a:lnTo>
                      <a:pt x="329"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sz="1800" b="0" i="0" u="none" strike="noStrike" kern="1200" cap="none" spc="0" normalizeH="0" baseline="0" noProof="0">
                  <a:ln>
                    <a:noFill/>
                  </a:ln>
                  <a:solidFill>
                    <a:srgbClr val="000000"/>
                  </a:solidFill>
                  <a:effectLst/>
                  <a:uLnTx/>
                  <a:uFillTx/>
                  <a:latin typeface="Open Sans"/>
                  <a:ea typeface="+mn-ea"/>
                  <a:cs typeface="+mn-cs"/>
                </a:endParaRPr>
              </a:p>
            </p:txBody>
          </p:sp>
          <p:sp>
            <p:nvSpPr>
              <p:cNvPr id="150" name="Freeform 178">
                <a:extLst>
                  <a:ext uri="{FF2B5EF4-FFF2-40B4-BE49-F238E27FC236}">
                    <a16:creationId xmlns:a16="http://schemas.microsoft.com/office/drawing/2014/main" id="{B3DDFCC6-2E5D-4018-9DDC-B4767553863E}"/>
                  </a:ext>
                </a:extLst>
              </p:cNvPr>
              <p:cNvSpPr>
                <a:spLocks/>
              </p:cNvSpPr>
              <p:nvPr/>
            </p:nvSpPr>
            <p:spPr bwMode="auto">
              <a:xfrm>
                <a:off x="9493251" y="1127125"/>
                <a:ext cx="250825" cy="66675"/>
              </a:xfrm>
              <a:custGeom>
                <a:avLst/>
                <a:gdLst>
                  <a:gd name="T0" fmla="*/ 314 w 315"/>
                  <a:gd name="T1" fmla="*/ 62 h 84"/>
                  <a:gd name="T2" fmla="*/ 288 w 315"/>
                  <a:gd name="T3" fmla="*/ 3 h 84"/>
                  <a:gd name="T4" fmla="*/ 288 w 315"/>
                  <a:gd name="T5" fmla="*/ 3 h 84"/>
                  <a:gd name="T6" fmla="*/ 286 w 315"/>
                  <a:gd name="T7" fmla="*/ 0 h 84"/>
                  <a:gd name="T8" fmla="*/ 283 w 315"/>
                  <a:gd name="T9" fmla="*/ 0 h 84"/>
                  <a:gd name="T10" fmla="*/ 32 w 315"/>
                  <a:gd name="T11" fmla="*/ 0 h 84"/>
                  <a:gd name="T12" fmla="*/ 32 w 315"/>
                  <a:gd name="T13" fmla="*/ 0 h 84"/>
                  <a:gd name="T14" fmla="*/ 29 w 315"/>
                  <a:gd name="T15" fmla="*/ 0 h 84"/>
                  <a:gd name="T16" fmla="*/ 26 w 315"/>
                  <a:gd name="T17" fmla="*/ 3 h 84"/>
                  <a:gd name="T18" fmla="*/ 1 w 315"/>
                  <a:gd name="T19" fmla="*/ 62 h 84"/>
                  <a:gd name="T20" fmla="*/ 1 w 315"/>
                  <a:gd name="T21" fmla="*/ 62 h 84"/>
                  <a:gd name="T22" fmla="*/ 0 w 315"/>
                  <a:gd name="T23" fmla="*/ 66 h 84"/>
                  <a:gd name="T24" fmla="*/ 0 w 315"/>
                  <a:gd name="T25" fmla="*/ 70 h 84"/>
                  <a:gd name="T26" fmla="*/ 1 w 315"/>
                  <a:gd name="T27" fmla="*/ 74 h 84"/>
                  <a:gd name="T28" fmla="*/ 2 w 315"/>
                  <a:gd name="T29" fmla="*/ 77 h 84"/>
                  <a:gd name="T30" fmla="*/ 2 w 315"/>
                  <a:gd name="T31" fmla="*/ 77 h 84"/>
                  <a:gd name="T32" fmla="*/ 5 w 315"/>
                  <a:gd name="T33" fmla="*/ 79 h 84"/>
                  <a:gd name="T34" fmla="*/ 8 w 315"/>
                  <a:gd name="T35" fmla="*/ 82 h 84"/>
                  <a:gd name="T36" fmla="*/ 12 w 315"/>
                  <a:gd name="T37" fmla="*/ 84 h 84"/>
                  <a:gd name="T38" fmla="*/ 16 w 315"/>
                  <a:gd name="T39" fmla="*/ 84 h 84"/>
                  <a:gd name="T40" fmla="*/ 299 w 315"/>
                  <a:gd name="T41" fmla="*/ 84 h 84"/>
                  <a:gd name="T42" fmla="*/ 299 w 315"/>
                  <a:gd name="T43" fmla="*/ 84 h 84"/>
                  <a:gd name="T44" fmla="*/ 303 w 315"/>
                  <a:gd name="T45" fmla="*/ 84 h 84"/>
                  <a:gd name="T46" fmla="*/ 307 w 315"/>
                  <a:gd name="T47" fmla="*/ 82 h 84"/>
                  <a:gd name="T48" fmla="*/ 310 w 315"/>
                  <a:gd name="T49" fmla="*/ 79 h 84"/>
                  <a:gd name="T50" fmla="*/ 313 w 315"/>
                  <a:gd name="T51" fmla="*/ 77 h 84"/>
                  <a:gd name="T52" fmla="*/ 313 w 315"/>
                  <a:gd name="T53" fmla="*/ 77 h 84"/>
                  <a:gd name="T54" fmla="*/ 314 w 315"/>
                  <a:gd name="T55" fmla="*/ 74 h 84"/>
                  <a:gd name="T56" fmla="*/ 315 w 315"/>
                  <a:gd name="T57" fmla="*/ 70 h 84"/>
                  <a:gd name="T58" fmla="*/ 315 w 315"/>
                  <a:gd name="T59" fmla="*/ 66 h 84"/>
                  <a:gd name="T60" fmla="*/ 314 w 315"/>
                  <a:gd name="T61" fmla="*/ 62 h 84"/>
                  <a:gd name="T62" fmla="*/ 314 w 315"/>
                  <a:gd name="T63" fmla="*/ 62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15" h="84">
                    <a:moveTo>
                      <a:pt x="314" y="62"/>
                    </a:moveTo>
                    <a:lnTo>
                      <a:pt x="288" y="3"/>
                    </a:lnTo>
                    <a:lnTo>
                      <a:pt x="288" y="3"/>
                    </a:lnTo>
                    <a:lnTo>
                      <a:pt x="286" y="0"/>
                    </a:lnTo>
                    <a:lnTo>
                      <a:pt x="283" y="0"/>
                    </a:lnTo>
                    <a:lnTo>
                      <a:pt x="32" y="0"/>
                    </a:lnTo>
                    <a:lnTo>
                      <a:pt x="32" y="0"/>
                    </a:lnTo>
                    <a:lnTo>
                      <a:pt x="29" y="0"/>
                    </a:lnTo>
                    <a:lnTo>
                      <a:pt x="26" y="3"/>
                    </a:lnTo>
                    <a:lnTo>
                      <a:pt x="1" y="62"/>
                    </a:lnTo>
                    <a:lnTo>
                      <a:pt x="1" y="62"/>
                    </a:lnTo>
                    <a:lnTo>
                      <a:pt x="0" y="66"/>
                    </a:lnTo>
                    <a:lnTo>
                      <a:pt x="0" y="70"/>
                    </a:lnTo>
                    <a:lnTo>
                      <a:pt x="1" y="74"/>
                    </a:lnTo>
                    <a:lnTo>
                      <a:pt x="2" y="77"/>
                    </a:lnTo>
                    <a:lnTo>
                      <a:pt x="2" y="77"/>
                    </a:lnTo>
                    <a:lnTo>
                      <a:pt x="5" y="79"/>
                    </a:lnTo>
                    <a:lnTo>
                      <a:pt x="8" y="82"/>
                    </a:lnTo>
                    <a:lnTo>
                      <a:pt x="12" y="84"/>
                    </a:lnTo>
                    <a:lnTo>
                      <a:pt x="16" y="84"/>
                    </a:lnTo>
                    <a:lnTo>
                      <a:pt x="299" y="84"/>
                    </a:lnTo>
                    <a:lnTo>
                      <a:pt x="299" y="84"/>
                    </a:lnTo>
                    <a:lnTo>
                      <a:pt x="303" y="84"/>
                    </a:lnTo>
                    <a:lnTo>
                      <a:pt x="307" y="82"/>
                    </a:lnTo>
                    <a:lnTo>
                      <a:pt x="310" y="79"/>
                    </a:lnTo>
                    <a:lnTo>
                      <a:pt x="313" y="77"/>
                    </a:lnTo>
                    <a:lnTo>
                      <a:pt x="313" y="77"/>
                    </a:lnTo>
                    <a:lnTo>
                      <a:pt x="314" y="74"/>
                    </a:lnTo>
                    <a:lnTo>
                      <a:pt x="315" y="70"/>
                    </a:lnTo>
                    <a:lnTo>
                      <a:pt x="315" y="66"/>
                    </a:lnTo>
                    <a:lnTo>
                      <a:pt x="314" y="62"/>
                    </a:lnTo>
                    <a:lnTo>
                      <a:pt x="314" y="6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sz="1800" b="0" i="0" u="none" strike="noStrike" kern="1200" cap="none" spc="0" normalizeH="0" baseline="0" noProof="0">
                  <a:ln>
                    <a:noFill/>
                  </a:ln>
                  <a:solidFill>
                    <a:srgbClr val="000000"/>
                  </a:solidFill>
                  <a:effectLst/>
                  <a:uLnTx/>
                  <a:uFillTx/>
                  <a:latin typeface="Open Sans"/>
                  <a:ea typeface="+mn-ea"/>
                  <a:cs typeface="+mn-cs"/>
                </a:endParaRPr>
              </a:p>
            </p:txBody>
          </p:sp>
          <p:sp>
            <p:nvSpPr>
              <p:cNvPr id="152" name="Freeform 179">
                <a:extLst>
                  <a:ext uri="{FF2B5EF4-FFF2-40B4-BE49-F238E27FC236}">
                    <a16:creationId xmlns:a16="http://schemas.microsoft.com/office/drawing/2014/main" id="{16E354BD-C73A-401F-BF66-8FE4A8E1B566}"/>
                  </a:ext>
                </a:extLst>
              </p:cNvPr>
              <p:cNvSpPr>
                <a:spLocks noEditPoints="1"/>
              </p:cNvSpPr>
              <p:nvPr/>
            </p:nvSpPr>
            <p:spPr bwMode="auto">
              <a:xfrm>
                <a:off x="9515476" y="969963"/>
                <a:ext cx="207963" cy="149225"/>
              </a:xfrm>
              <a:custGeom>
                <a:avLst/>
                <a:gdLst>
                  <a:gd name="T0" fmla="*/ 6 w 262"/>
                  <a:gd name="T1" fmla="*/ 188 h 188"/>
                  <a:gd name="T2" fmla="*/ 257 w 262"/>
                  <a:gd name="T3" fmla="*/ 188 h 188"/>
                  <a:gd name="T4" fmla="*/ 257 w 262"/>
                  <a:gd name="T5" fmla="*/ 188 h 188"/>
                  <a:gd name="T6" fmla="*/ 260 w 262"/>
                  <a:gd name="T7" fmla="*/ 188 h 188"/>
                  <a:gd name="T8" fmla="*/ 261 w 262"/>
                  <a:gd name="T9" fmla="*/ 187 h 188"/>
                  <a:gd name="T10" fmla="*/ 262 w 262"/>
                  <a:gd name="T11" fmla="*/ 186 h 188"/>
                  <a:gd name="T12" fmla="*/ 262 w 262"/>
                  <a:gd name="T13" fmla="*/ 183 h 188"/>
                  <a:gd name="T14" fmla="*/ 262 w 262"/>
                  <a:gd name="T15" fmla="*/ 26 h 188"/>
                  <a:gd name="T16" fmla="*/ 262 w 262"/>
                  <a:gd name="T17" fmla="*/ 26 h 188"/>
                  <a:gd name="T18" fmla="*/ 262 w 262"/>
                  <a:gd name="T19" fmla="*/ 21 h 188"/>
                  <a:gd name="T20" fmla="*/ 261 w 262"/>
                  <a:gd name="T21" fmla="*/ 15 h 188"/>
                  <a:gd name="T22" fmla="*/ 258 w 262"/>
                  <a:gd name="T23" fmla="*/ 11 h 188"/>
                  <a:gd name="T24" fmla="*/ 254 w 262"/>
                  <a:gd name="T25" fmla="*/ 7 h 188"/>
                  <a:gd name="T26" fmla="*/ 250 w 262"/>
                  <a:gd name="T27" fmla="*/ 4 h 188"/>
                  <a:gd name="T28" fmla="*/ 246 w 262"/>
                  <a:gd name="T29" fmla="*/ 2 h 188"/>
                  <a:gd name="T30" fmla="*/ 241 w 262"/>
                  <a:gd name="T31" fmla="*/ 0 h 188"/>
                  <a:gd name="T32" fmla="*/ 237 w 262"/>
                  <a:gd name="T33" fmla="*/ 0 h 188"/>
                  <a:gd name="T34" fmla="*/ 26 w 262"/>
                  <a:gd name="T35" fmla="*/ 0 h 188"/>
                  <a:gd name="T36" fmla="*/ 26 w 262"/>
                  <a:gd name="T37" fmla="*/ 0 h 188"/>
                  <a:gd name="T38" fmla="*/ 22 w 262"/>
                  <a:gd name="T39" fmla="*/ 0 h 188"/>
                  <a:gd name="T40" fmla="*/ 17 w 262"/>
                  <a:gd name="T41" fmla="*/ 2 h 188"/>
                  <a:gd name="T42" fmla="*/ 13 w 262"/>
                  <a:gd name="T43" fmla="*/ 4 h 188"/>
                  <a:gd name="T44" fmla="*/ 8 w 262"/>
                  <a:gd name="T45" fmla="*/ 7 h 188"/>
                  <a:gd name="T46" fmla="*/ 4 w 262"/>
                  <a:gd name="T47" fmla="*/ 11 h 188"/>
                  <a:gd name="T48" fmla="*/ 3 w 262"/>
                  <a:gd name="T49" fmla="*/ 15 h 188"/>
                  <a:gd name="T50" fmla="*/ 0 w 262"/>
                  <a:gd name="T51" fmla="*/ 21 h 188"/>
                  <a:gd name="T52" fmla="*/ 0 w 262"/>
                  <a:gd name="T53" fmla="*/ 26 h 188"/>
                  <a:gd name="T54" fmla="*/ 0 w 262"/>
                  <a:gd name="T55" fmla="*/ 183 h 188"/>
                  <a:gd name="T56" fmla="*/ 0 w 262"/>
                  <a:gd name="T57" fmla="*/ 183 h 188"/>
                  <a:gd name="T58" fmla="*/ 0 w 262"/>
                  <a:gd name="T59" fmla="*/ 186 h 188"/>
                  <a:gd name="T60" fmla="*/ 2 w 262"/>
                  <a:gd name="T61" fmla="*/ 187 h 188"/>
                  <a:gd name="T62" fmla="*/ 3 w 262"/>
                  <a:gd name="T63" fmla="*/ 188 h 188"/>
                  <a:gd name="T64" fmla="*/ 6 w 262"/>
                  <a:gd name="T65" fmla="*/ 188 h 188"/>
                  <a:gd name="T66" fmla="*/ 6 w 262"/>
                  <a:gd name="T67" fmla="*/ 188 h 188"/>
                  <a:gd name="T68" fmla="*/ 18 w 262"/>
                  <a:gd name="T69" fmla="*/ 25 h 188"/>
                  <a:gd name="T70" fmla="*/ 18 w 262"/>
                  <a:gd name="T71" fmla="*/ 25 h 188"/>
                  <a:gd name="T72" fmla="*/ 18 w 262"/>
                  <a:gd name="T73" fmla="*/ 22 h 188"/>
                  <a:gd name="T74" fmla="*/ 19 w 262"/>
                  <a:gd name="T75" fmla="*/ 21 h 188"/>
                  <a:gd name="T76" fmla="*/ 21 w 262"/>
                  <a:gd name="T77" fmla="*/ 19 h 188"/>
                  <a:gd name="T78" fmla="*/ 23 w 262"/>
                  <a:gd name="T79" fmla="*/ 19 h 188"/>
                  <a:gd name="T80" fmla="*/ 240 w 262"/>
                  <a:gd name="T81" fmla="*/ 19 h 188"/>
                  <a:gd name="T82" fmla="*/ 240 w 262"/>
                  <a:gd name="T83" fmla="*/ 19 h 188"/>
                  <a:gd name="T84" fmla="*/ 241 w 262"/>
                  <a:gd name="T85" fmla="*/ 19 h 188"/>
                  <a:gd name="T86" fmla="*/ 244 w 262"/>
                  <a:gd name="T87" fmla="*/ 21 h 188"/>
                  <a:gd name="T88" fmla="*/ 244 w 262"/>
                  <a:gd name="T89" fmla="*/ 22 h 188"/>
                  <a:gd name="T90" fmla="*/ 245 w 262"/>
                  <a:gd name="T91" fmla="*/ 25 h 188"/>
                  <a:gd name="T92" fmla="*/ 245 w 262"/>
                  <a:gd name="T93" fmla="*/ 166 h 188"/>
                  <a:gd name="T94" fmla="*/ 245 w 262"/>
                  <a:gd name="T95" fmla="*/ 166 h 188"/>
                  <a:gd name="T96" fmla="*/ 244 w 262"/>
                  <a:gd name="T97" fmla="*/ 167 h 188"/>
                  <a:gd name="T98" fmla="*/ 244 w 262"/>
                  <a:gd name="T99" fmla="*/ 170 h 188"/>
                  <a:gd name="T100" fmla="*/ 241 w 262"/>
                  <a:gd name="T101" fmla="*/ 170 h 188"/>
                  <a:gd name="T102" fmla="*/ 240 w 262"/>
                  <a:gd name="T103" fmla="*/ 171 h 188"/>
                  <a:gd name="T104" fmla="*/ 23 w 262"/>
                  <a:gd name="T105" fmla="*/ 171 h 188"/>
                  <a:gd name="T106" fmla="*/ 23 w 262"/>
                  <a:gd name="T107" fmla="*/ 171 h 188"/>
                  <a:gd name="T108" fmla="*/ 21 w 262"/>
                  <a:gd name="T109" fmla="*/ 170 h 188"/>
                  <a:gd name="T110" fmla="*/ 19 w 262"/>
                  <a:gd name="T111" fmla="*/ 170 h 188"/>
                  <a:gd name="T112" fmla="*/ 18 w 262"/>
                  <a:gd name="T113" fmla="*/ 167 h 188"/>
                  <a:gd name="T114" fmla="*/ 18 w 262"/>
                  <a:gd name="T115" fmla="*/ 166 h 188"/>
                  <a:gd name="T116" fmla="*/ 18 w 262"/>
                  <a:gd name="T117" fmla="*/ 25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62" h="188">
                    <a:moveTo>
                      <a:pt x="6" y="188"/>
                    </a:moveTo>
                    <a:lnTo>
                      <a:pt x="257" y="188"/>
                    </a:lnTo>
                    <a:lnTo>
                      <a:pt x="257" y="188"/>
                    </a:lnTo>
                    <a:lnTo>
                      <a:pt x="260" y="188"/>
                    </a:lnTo>
                    <a:lnTo>
                      <a:pt x="261" y="187"/>
                    </a:lnTo>
                    <a:lnTo>
                      <a:pt x="262" y="186"/>
                    </a:lnTo>
                    <a:lnTo>
                      <a:pt x="262" y="183"/>
                    </a:lnTo>
                    <a:lnTo>
                      <a:pt x="262" y="26"/>
                    </a:lnTo>
                    <a:lnTo>
                      <a:pt x="262" y="26"/>
                    </a:lnTo>
                    <a:lnTo>
                      <a:pt x="262" y="21"/>
                    </a:lnTo>
                    <a:lnTo>
                      <a:pt x="261" y="15"/>
                    </a:lnTo>
                    <a:lnTo>
                      <a:pt x="258" y="11"/>
                    </a:lnTo>
                    <a:lnTo>
                      <a:pt x="254" y="7"/>
                    </a:lnTo>
                    <a:lnTo>
                      <a:pt x="250" y="4"/>
                    </a:lnTo>
                    <a:lnTo>
                      <a:pt x="246" y="2"/>
                    </a:lnTo>
                    <a:lnTo>
                      <a:pt x="241" y="0"/>
                    </a:lnTo>
                    <a:lnTo>
                      <a:pt x="237" y="0"/>
                    </a:lnTo>
                    <a:lnTo>
                      <a:pt x="26" y="0"/>
                    </a:lnTo>
                    <a:lnTo>
                      <a:pt x="26" y="0"/>
                    </a:lnTo>
                    <a:lnTo>
                      <a:pt x="22" y="0"/>
                    </a:lnTo>
                    <a:lnTo>
                      <a:pt x="17" y="2"/>
                    </a:lnTo>
                    <a:lnTo>
                      <a:pt x="13" y="4"/>
                    </a:lnTo>
                    <a:lnTo>
                      <a:pt x="8" y="7"/>
                    </a:lnTo>
                    <a:lnTo>
                      <a:pt x="4" y="11"/>
                    </a:lnTo>
                    <a:lnTo>
                      <a:pt x="3" y="15"/>
                    </a:lnTo>
                    <a:lnTo>
                      <a:pt x="0" y="21"/>
                    </a:lnTo>
                    <a:lnTo>
                      <a:pt x="0" y="26"/>
                    </a:lnTo>
                    <a:lnTo>
                      <a:pt x="0" y="183"/>
                    </a:lnTo>
                    <a:lnTo>
                      <a:pt x="0" y="183"/>
                    </a:lnTo>
                    <a:lnTo>
                      <a:pt x="0" y="186"/>
                    </a:lnTo>
                    <a:lnTo>
                      <a:pt x="2" y="187"/>
                    </a:lnTo>
                    <a:lnTo>
                      <a:pt x="3" y="188"/>
                    </a:lnTo>
                    <a:lnTo>
                      <a:pt x="6" y="188"/>
                    </a:lnTo>
                    <a:lnTo>
                      <a:pt x="6" y="188"/>
                    </a:lnTo>
                    <a:close/>
                    <a:moveTo>
                      <a:pt x="18" y="25"/>
                    </a:moveTo>
                    <a:lnTo>
                      <a:pt x="18" y="25"/>
                    </a:lnTo>
                    <a:lnTo>
                      <a:pt x="18" y="22"/>
                    </a:lnTo>
                    <a:lnTo>
                      <a:pt x="19" y="21"/>
                    </a:lnTo>
                    <a:lnTo>
                      <a:pt x="21" y="19"/>
                    </a:lnTo>
                    <a:lnTo>
                      <a:pt x="23" y="19"/>
                    </a:lnTo>
                    <a:lnTo>
                      <a:pt x="240" y="19"/>
                    </a:lnTo>
                    <a:lnTo>
                      <a:pt x="240" y="19"/>
                    </a:lnTo>
                    <a:lnTo>
                      <a:pt x="241" y="19"/>
                    </a:lnTo>
                    <a:lnTo>
                      <a:pt x="244" y="21"/>
                    </a:lnTo>
                    <a:lnTo>
                      <a:pt x="244" y="22"/>
                    </a:lnTo>
                    <a:lnTo>
                      <a:pt x="245" y="25"/>
                    </a:lnTo>
                    <a:lnTo>
                      <a:pt x="245" y="166"/>
                    </a:lnTo>
                    <a:lnTo>
                      <a:pt x="245" y="166"/>
                    </a:lnTo>
                    <a:lnTo>
                      <a:pt x="244" y="167"/>
                    </a:lnTo>
                    <a:lnTo>
                      <a:pt x="244" y="170"/>
                    </a:lnTo>
                    <a:lnTo>
                      <a:pt x="241" y="170"/>
                    </a:lnTo>
                    <a:lnTo>
                      <a:pt x="240" y="171"/>
                    </a:lnTo>
                    <a:lnTo>
                      <a:pt x="23" y="171"/>
                    </a:lnTo>
                    <a:lnTo>
                      <a:pt x="23" y="171"/>
                    </a:lnTo>
                    <a:lnTo>
                      <a:pt x="21" y="170"/>
                    </a:lnTo>
                    <a:lnTo>
                      <a:pt x="19" y="170"/>
                    </a:lnTo>
                    <a:lnTo>
                      <a:pt x="18" y="167"/>
                    </a:lnTo>
                    <a:lnTo>
                      <a:pt x="18" y="166"/>
                    </a:lnTo>
                    <a:lnTo>
                      <a:pt x="18"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sz="1800" b="0" i="0" u="none" strike="noStrike" kern="1200" cap="none" spc="0" normalizeH="0" baseline="0" noProof="0">
                  <a:ln>
                    <a:noFill/>
                  </a:ln>
                  <a:solidFill>
                    <a:srgbClr val="000000"/>
                  </a:solidFill>
                  <a:effectLst/>
                  <a:uLnTx/>
                  <a:uFillTx/>
                  <a:latin typeface="Open Sans"/>
                  <a:ea typeface="+mn-ea"/>
                  <a:cs typeface="+mn-cs"/>
                </a:endParaRPr>
              </a:p>
            </p:txBody>
          </p:sp>
        </p:grpSp>
        <p:grpSp>
          <p:nvGrpSpPr>
            <p:cNvPr id="140" name="Group 61">
              <a:extLst>
                <a:ext uri="{FF2B5EF4-FFF2-40B4-BE49-F238E27FC236}">
                  <a16:creationId xmlns:a16="http://schemas.microsoft.com/office/drawing/2014/main" id="{9FCD4742-A4CD-4863-9249-4A36E775AD3E}"/>
                </a:ext>
              </a:extLst>
            </p:cNvPr>
            <p:cNvGrpSpPr>
              <a:grpSpLocks noChangeAspect="1"/>
            </p:cNvGrpSpPr>
            <p:nvPr/>
          </p:nvGrpSpPr>
          <p:grpSpPr>
            <a:xfrm>
              <a:off x="10268765" y="3286807"/>
              <a:ext cx="252000" cy="252000"/>
              <a:chOff x="6716713" y="822325"/>
              <a:chExt cx="522288" cy="522288"/>
            </a:xfrm>
            <a:solidFill>
              <a:schemeClr val="tx1"/>
            </a:solidFill>
          </p:grpSpPr>
          <p:sp>
            <p:nvSpPr>
              <p:cNvPr id="145" name="Freeform 34">
                <a:extLst>
                  <a:ext uri="{FF2B5EF4-FFF2-40B4-BE49-F238E27FC236}">
                    <a16:creationId xmlns:a16="http://schemas.microsoft.com/office/drawing/2014/main" id="{D4C61B06-A922-4268-A223-070C3CAAD020}"/>
                  </a:ext>
                </a:extLst>
              </p:cNvPr>
              <p:cNvSpPr>
                <a:spLocks noEditPoints="1"/>
              </p:cNvSpPr>
              <p:nvPr/>
            </p:nvSpPr>
            <p:spPr bwMode="auto">
              <a:xfrm>
                <a:off x="6716713" y="822325"/>
                <a:ext cx="522288" cy="522288"/>
              </a:xfrm>
              <a:custGeom>
                <a:avLst/>
                <a:gdLst>
                  <a:gd name="T0" fmla="*/ 312 w 659"/>
                  <a:gd name="T1" fmla="*/ 658 h 658"/>
                  <a:gd name="T2" fmla="*/ 264 w 659"/>
                  <a:gd name="T3" fmla="*/ 652 h 658"/>
                  <a:gd name="T4" fmla="*/ 202 w 659"/>
                  <a:gd name="T5" fmla="*/ 633 h 658"/>
                  <a:gd name="T6" fmla="*/ 120 w 659"/>
                  <a:gd name="T7" fmla="*/ 583 h 658"/>
                  <a:gd name="T8" fmla="*/ 57 w 659"/>
                  <a:gd name="T9" fmla="*/ 513 h 658"/>
                  <a:gd name="T10" fmla="*/ 15 w 659"/>
                  <a:gd name="T11" fmla="*/ 427 h 658"/>
                  <a:gd name="T12" fmla="*/ 5 w 659"/>
                  <a:gd name="T13" fmla="*/ 379 h 658"/>
                  <a:gd name="T14" fmla="*/ 0 w 659"/>
                  <a:gd name="T15" fmla="*/ 329 h 658"/>
                  <a:gd name="T16" fmla="*/ 3 w 659"/>
                  <a:gd name="T17" fmla="*/ 296 h 658"/>
                  <a:gd name="T18" fmla="*/ 11 w 659"/>
                  <a:gd name="T19" fmla="*/ 247 h 658"/>
                  <a:gd name="T20" fmla="*/ 41 w 659"/>
                  <a:gd name="T21" fmla="*/ 173 h 658"/>
                  <a:gd name="T22" fmla="*/ 97 w 659"/>
                  <a:gd name="T23" fmla="*/ 97 h 658"/>
                  <a:gd name="T24" fmla="*/ 172 w 659"/>
                  <a:gd name="T25" fmla="*/ 40 h 658"/>
                  <a:gd name="T26" fmla="*/ 248 w 659"/>
                  <a:gd name="T27" fmla="*/ 11 h 658"/>
                  <a:gd name="T28" fmla="*/ 296 w 659"/>
                  <a:gd name="T29" fmla="*/ 3 h 658"/>
                  <a:gd name="T30" fmla="*/ 330 w 659"/>
                  <a:gd name="T31" fmla="*/ 0 h 658"/>
                  <a:gd name="T32" fmla="*/ 379 w 659"/>
                  <a:gd name="T33" fmla="*/ 4 h 658"/>
                  <a:gd name="T34" fmla="*/ 428 w 659"/>
                  <a:gd name="T35" fmla="*/ 15 h 658"/>
                  <a:gd name="T36" fmla="*/ 514 w 659"/>
                  <a:gd name="T37" fmla="*/ 56 h 658"/>
                  <a:gd name="T38" fmla="*/ 584 w 659"/>
                  <a:gd name="T39" fmla="*/ 121 h 658"/>
                  <a:gd name="T40" fmla="*/ 633 w 659"/>
                  <a:gd name="T41" fmla="*/ 202 h 658"/>
                  <a:gd name="T42" fmla="*/ 652 w 659"/>
                  <a:gd name="T43" fmla="*/ 263 h 658"/>
                  <a:gd name="T44" fmla="*/ 657 w 659"/>
                  <a:gd name="T45" fmla="*/ 313 h 658"/>
                  <a:gd name="T46" fmla="*/ 657 w 659"/>
                  <a:gd name="T47" fmla="*/ 347 h 658"/>
                  <a:gd name="T48" fmla="*/ 652 w 659"/>
                  <a:gd name="T49" fmla="*/ 396 h 658"/>
                  <a:gd name="T50" fmla="*/ 633 w 659"/>
                  <a:gd name="T51" fmla="*/ 457 h 658"/>
                  <a:gd name="T52" fmla="*/ 584 w 659"/>
                  <a:gd name="T53" fmla="*/ 539 h 658"/>
                  <a:gd name="T54" fmla="*/ 514 w 659"/>
                  <a:gd name="T55" fmla="*/ 602 h 658"/>
                  <a:gd name="T56" fmla="*/ 428 w 659"/>
                  <a:gd name="T57" fmla="*/ 644 h 658"/>
                  <a:gd name="T58" fmla="*/ 379 w 659"/>
                  <a:gd name="T59" fmla="*/ 654 h 658"/>
                  <a:gd name="T60" fmla="*/ 330 w 659"/>
                  <a:gd name="T61" fmla="*/ 658 h 658"/>
                  <a:gd name="T62" fmla="*/ 330 w 659"/>
                  <a:gd name="T63" fmla="*/ 38 h 658"/>
                  <a:gd name="T64" fmla="*/ 244 w 659"/>
                  <a:gd name="T65" fmla="*/ 51 h 658"/>
                  <a:gd name="T66" fmla="*/ 167 w 659"/>
                  <a:gd name="T67" fmla="*/ 89 h 658"/>
                  <a:gd name="T68" fmla="*/ 105 w 659"/>
                  <a:gd name="T69" fmla="*/ 144 h 658"/>
                  <a:gd name="T70" fmla="*/ 61 w 659"/>
                  <a:gd name="T71" fmla="*/ 216 h 658"/>
                  <a:gd name="T72" fmla="*/ 39 w 659"/>
                  <a:gd name="T73" fmla="*/ 300 h 658"/>
                  <a:gd name="T74" fmla="*/ 39 w 659"/>
                  <a:gd name="T75" fmla="*/ 359 h 658"/>
                  <a:gd name="T76" fmla="*/ 61 w 659"/>
                  <a:gd name="T77" fmla="*/ 443 h 658"/>
                  <a:gd name="T78" fmla="*/ 105 w 659"/>
                  <a:gd name="T79" fmla="*/ 515 h 658"/>
                  <a:gd name="T80" fmla="*/ 167 w 659"/>
                  <a:gd name="T81" fmla="*/ 571 h 658"/>
                  <a:gd name="T82" fmla="*/ 244 w 659"/>
                  <a:gd name="T83" fmla="*/ 607 h 658"/>
                  <a:gd name="T84" fmla="*/ 330 w 659"/>
                  <a:gd name="T85" fmla="*/ 621 h 658"/>
                  <a:gd name="T86" fmla="*/ 389 w 659"/>
                  <a:gd name="T87" fmla="*/ 615 h 658"/>
                  <a:gd name="T88" fmla="*/ 468 w 659"/>
                  <a:gd name="T89" fmla="*/ 586 h 658"/>
                  <a:gd name="T90" fmla="*/ 535 w 659"/>
                  <a:gd name="T91" fmla="*/ 535 h 658"/>
                  <a:gd name="T92" fmla="*/ 586 w 659"/>
                  <a:gd name="T93" fmla="*/ 468 h 658"/>
                  <a:gd name="T94" fmla="*/ 614 w 659"/>
                  <a:gd name="T95" fmla="*/ 388 h 658"/>
                  <a:gd name="T96" fmla="*/ 621 w 659"/>
                  <a:gd name="T97" fmla="*/ 329 h 658"/>
                  <a:gd name="T98" fmla="*/ 608 w 659"/>
                  <a:gd name="T99" fmla="*/ 243 h 658"/>
                  <a:gd name="T100" fmla="*/ 571 w 659"/>
                  <a:gd name="T101" fmla="*/ 167 h 658"/>
                  <a:gd name="T102" fmla="*/ 515 w 659"/>
                  <a:gd name="T103" fmla="*/ 105 h 658"/>
                  <a:gd name="T104" fmla="*/ 442 w 659"/>
                  <a:gd name="T105" fmla="*/ 62 h 658"/>
                  <a:gd name="T106" fmla="*/ 359 w 659"/>
                  <a:gd name="T107" fmla="*/ 40 h 6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59" h="658">
                    <a:moveTo>
                      <a:pt x="330" y="658"/>
                    </a:moveTo>
                    <a:lnTo>
                      <a:pt x="330" y="658"/>
                    </a:lnTo>
                    <a:lnTo>
                      <a:pt x="312" y="658"/>
                    </a:lnTo>
                    <a:lnTo>
                      <a:pt x="296" y="657"/>
                    </a:lnTo>
                    <a:lnTo>
                      <a:pt x="280" y="654"/>
                    </a:lnTo>
                    <a:lnTo>
                      <a:pt x="264" y="652"/>
                    </a:lnTo>
                    <a:lnTo>
                      <a:pt x="248" y="648"/>
                    </a:lnTo>
                    <a:lnTo>
                      <a:pt x="232" y="644"/>
                    </a:lnTo>
                    <a:lnTo>
                      <a:pt x="202" y="633"/>
                    </a:lnTo>
                    <a:lnTo>
                      <a:pt x="172" y="618"/>
                    </a:lnTo>
                    <a:lnTo>
                      <a:pt x="146" y="602"/>
                    </a:lnTo>
                    <a:lnTo>
                      <a:pt x="120" y="583"/>
                    </a:lnTo>
                    <a:lnTo>
                      <a:pt x="97" y="562"/>
                    </a:lnTo>
                    <a:lnTo>
                      <a:pt x="76" y="539"/>
                    </a:lnTo>
                    <a:lnTo>
                      <a:pt x="57" y="513"/>
                    </a:lnTo>
                    <a:lnTo>
                      <a:pt x="41" y="486"/>
                    </a:lnTo>
                    <a:lnTo>
                      <a:pt x="26" y="457"/>
                    </a:lnTo>
                    <a:lnTo>
                      <a:pt x="15" y="427"/>
                    </a:lnTo>
                    <a:lnTo>
                      <a:pt x="11" y="411"/>
                    </a:lnTo>
                    <a:lnTo>
                      <a:pt x="7" y="396"/>
                    </a:lnTo>
                    <a:lnTo>
                      <a:pt x="5" y="379"/>
                    </a:lnTo>
                    <a:lnTo>
                      <a:pt x="3" y="363"/>
                    </a:lnTo>
                    <a:lnTo>
                      <a:pt x="2" y="347"/>
                    </a:lnTo>
                    <a:lnTo>
                      <a:pt x="0" y="329"/>
                    </a:lnTo>
                    <a:lnTo>
                      <a:pt x="0" y="329"/>
                    </a:lnTo>
                    <a:lnTo>
                      <a:pt x="2" y="313"/>
                    </a:lnTo>
                    <a:lnTo>
                      <a:pt x="3" y="296"/>
                    </a:lnTo>
                    <a:lnTo>
                      <a:pt x="5" y="279"/>
                    </a:lnTo>
                    <a:lnTo>
                      <a:pt x="7" y="263"/>
                    </a:lnTo>
                    <a:lnTo>
                      <a:pt x="11" y="247"/>
                    </a:lnTo>
                    <a:lnTo>
                      <a:pt x="15" y="232"/>
                    </a:lnTo>
                    <a:lnTo>
                      <a:pt x="26" y="202"/>
                    </a:lnTo>
                    <a:lnTo>
                      <a:pt x="41" y="173"/>
                    </a:lnTo>
                    <a:lnTo>
                      <a:pt x="57" y="145"/>
                    </a:lnTo>
                    <a:lnTo>
                      <a:pt x="76" y="121"/>
                    </a:lnTo>
                    <a:lnTo>
                      <a:pt x="97" y="97"/>
                    </a:lnTo>
                    <a:lnTo>
                      <a:pt x="120" y="75"/>
                    </a:lnTo>
                    <a:lnTo>
                      <a:pt x="146" y="56"/>
                    </a:lnTo>
                    <a:lnTo>
                      <a:pt x="172" y="40"/>
                    </a:lnTo>
                    <a:lnTo>
                      <a:pt x="202" y="27"/>
                    </a:lnTo>
                    <a:lnTo>
                      <a:pt x="232" y="15"/>
                    </a:lnTo>
                    <a:lnTo>
                      <a:pt x="248" y="11"/>
                    </a:lnTo>
                    <a:lnTo>
                      <a:pt x="264" y="7"/>
                    </a:lnTo>
                    <a:lnTo>
                      <a:pt x="280" y="4"/>
                    </a:lnTo>
                    <a:lnTo>
                      <a:pt x="296" y="3"/>
                    </a:lnTo>
                    <a:lnTo>
                      <a:pt x="312" y="1"/>
                    </a:lnTo>
                    <a:lnTo>
                      <a:pt x="330" y="0"/>
                    </a:lnTo>
                    <a:lnTo>
                      <a:pt x="330" y="0"/>
                    </a:lnTo>
                    <a:lnTo>
                      <a:pt x="347" y="1"/>
                    </a:lnTo>
                    <a:lnTo>
                      <a:pt x="363" y="3"/>
                    </a:lnTo>
                    <a:lnTo>
                      <a:pt x="379" y="4"/>
                    </a:lnTo>
                    <a:lnTo>
                      <a:pt x="395" y="7"/>
                    </a:lnTo>
                    <a:lnTo>
                      <a:pt x="412" y="11"/>
                    </a:lnTo>
                    <a:lnTo>
                      <a:pt x="428" y="15"/>
                    </a:lnTo>
                    <a:lnTo>
                      <a:pt x="457" y="27"/>
                    </a:lnTo>
                    <a:lnTo>
                      <a:pt x="487" y="40"/>
                    </a:lnTo>
                    <a:lnTo>
                      <a:pt x="514" y="56"/>
                    </a:lnTo>
                    <a:lnTo>
                      <a:pt x="539" y="75"/>
                    </a:lnTo>
                    <a:lnTo>
                      <a:pt x="562" y="97"/>
                    </a:lnTo>
                    <a:lnTo>
                      <a:pt x="584" y="121"/>
                    </a:lnTo>
                    <a:lnTo>
                      <a:pt x="602" y="145"/>
                    </a:lnTo>
                    <a:lnTo>
                      <a:pt x="618" y="173"/>
                    </a:lnTo>
                    <a:lnTo>
                      <a:pt x="633" y="202"/>
                    </a:lnTo>
                    <a:lnTo>
                      <a:pt x="644" y="232"/>
                    </a:lnTo>
                    <a:lnTo>
                      <a:pt x="648" y="247"/>
                    </a:lnTo>
                    <a:lnTo>
                      <a:pt x="652" y="263"/>
                    </a:lnTo>
                    <a:lnTo>
                      <a:pt x="655" y="279"/>
                    </a:lnTo>
                    <a:lnTo>
                      <a:pt x="656" y="296"/>
                    </a:lnTo>
                    <a:lnTo>
                      <a:pt x="657" y="313"/>
                    </a:lnTo>
                    <a:lnTo>
                      <a:pt x="659" y="329"/>
                    </a:lnTo>
                    <a:lnTo>
                      <a:pt x="659" y="329"/>
                    </a:lnTo>
                    <a:lnTo>
                      <a:pt x="657" y="347"/>
                    </a:lnTo>
                    <a:lnTo>
                      <a:pt x="656" y="363"/>
                    </a:lnTo>
                    <a:lnTo>
                      <a:pt x="655" y="379"/>
                    </a:lnTo>
                    <a:lnTo>
                      <a:pt x="652" y="396"/>
                    </a:lnTo>
                    <a:lnTo>
                      <a:pt x="648" y="411"/>
                    </a:lnTo>
                    <a:lnTo>
                      <a:pt x="644" y="427"/>
                    </a:lnTo>
                    <a:lnTo>
                      <a:pt x="633" y="457"/>
                    </a:lnTo>
                    <a:lnTo>
                      <a:pt x="618" y="486"/>
                    </a:lnTo>
                    <a:lnTo>
                      <a:pt x="602" y="513"/>
                    </a:lnTo>
                    <a:lnTo>
                      <a:pt x="584" y="539"/>
                    </a:lnTo>
                    <a:lnTo>
                      <a:pt x="562" y="562"/>
                    </a:lnTo>
                    <a:lnTo>
                      <a:pt x="539" y="583"/>
                    </a:lnTo>
                    <a:lnTo>
                      <a:pt x="514" y="602"/>
                    </a:lnTo>
                    <a:lnTo>
                      <a:pt x="487" y="618"/>
                    </a:lnTo>
                    <a:lnTo>
                      <a:pt x="457" y="633"/>
                    </a:lnTo>
                    <a:lnTo>
                      <a:pt x="428" y="644"/>
                    </a:lnTo>
                    <a:lnTo>
                      <a:pt x="412" y="648"/>
                    </a:lnTo>
                    <a:lnTo>
                      <a:pt x="395" y="652"/>
                    </a:lnTo>
                    <a:lnTo>
                      <a:pt x="379" y="654"/>
                    </a:lnTo>
                    <a:lnTo>
                      <a:pt x="363" y="657"/>
                    </a:lnTo>
                    <a:lnTo>
                      <a:pt x="347" y="658"/>
                    </a:lnTo>
                    <a:lnTo>
                      <a:pt x="330" y="658"/>
                    </a:lnTo>
                    <a:lnTo>
                      <a:pt x="330" y="658"/>
                    </a:lnTo>
                    <a:close/>
                    <a:moveTo>
                      <a:pt x="330" y="38"/>
                    </a:moveTo>
                    <a:lnTo>
                      <a:pt x="330" y="38"/>
                    </a:lnTo>
                    <a:lnTo>
                      <a:pt x="300" y="40"/>
                    </a:lnTo>
                    <a:lnTo>
                      <a:pt x="271" y="44"/>
                    </a:lnTo>
                    <a:lnTo>
                      <a:pt x="244" y="51"/>
                    </a:lnTo>
                    <a:lnTo>
                      <a:pt x="217" y="62"/>
                    </a:lnTo>
                    <a:lnTo>
                      <a:pt x="191" y="74"/>
                    </a:lnTo>
                    <a:lnTo>
                      <a:pt x="167" y="89"/>
                    </a:lnTo>
                    <a:lnTo>
                      <a:pt x="144" y="105"/>
                    </a:lnTo>
                    <a:lnTo>
                      <a:pt x="124" y="124"/>
                    </a:lnTo>
                    <a:lnTo>
                      <a:pt x="105" y="144"/>
                    </a:lnTo>
                    <a:lnTo>
                      <a:pt x="88" y="167"/>
                    </a:lnTo>
                    <a:lnTo>
                      <a:pt x="73" y="191"/>
                    </a:lnTo>
                    <a:lnTo>
                      <a:pt x="61" y="216"/>
                    </a:lnTo>
                    <a:lnTo>
                      <a:pt x="52" y="243"/>
                    </a:lnTo>
                    <a:lnTo>
                      <a:pt x="45" y="271"/>
                    </a:lnTo>
                    <a:lnTo>
                      <a:pt x="39" y="300"/>
                    </a:lnTo>
                    <a:lnTo>
                      <a:pt x="38" y="329"/>
                    </a:lnTo>
                    <a:lnTo>
                      <a:pt x="38" y="329"/>
                    </a:lnTo>
                    <a:lnTo>
                      <a:pt x="39" y="359"/>
                    </a:lnTo>
                    <a:lnTo>
                      <a:pt x="45" y="388"/>
                    </a:lnTo>
                    <a:lnTo>
                      <a:pt x="52" y="416"/>
                    </a:lnTo>
                    <a:lnTo>
                      <a:pt x="61" y="443"/>
                    </a:lnTo>
                    <a:lnTo>
                      <a:pt x="73" y="468"/>
                    </a:lnTo>
                    <a:lnTo>
                      <a:pt x="88" y="492"/>
                    </a:lnTo>
                    <a:lnTo>
                      <a:pt x="105" y="515"/>
                    </a:lnTo>
                    <a:lnTo>
                      <a:pt x="124" y="535"/>
                    </a:lnTo>
                    <a:lnTo>
                      <a:pt x="144" y="553"/>
                    </a:lnTo>
                    <a:lnTo>
                      <a:pt x="167" y="571"/>
                    </a:lnTo>
                    <a:lnTo>
                      <a:pt x="191" y="586"/>
                    </a:lnTo>
                    <a:lnTo>
                      <a:pt x="217" y="598"/>
                    </a:lnTo>
                    <a:lnTo>
                      <a:pt x="244" y="607"/>
                    </a:lnTo>
                    <a:lnTo>
                      <a:pt x="271" y="615"/>
                    </a:lnTo>
                    <a:lnTo>
                      <a:pt x="300" y="619"/>
                    </a:lnTo>
                    <a:lnTo>
                      <a:pt x="330" y="621"/>
                    </a:lnTo>
                    <a:lnTo>
                      <a:pt x="330" y="621"/>
                    </a:lnTo>
                    <a:lnTo>
                      <a:pt x="359" y="619"/>
                    </a:lnTo>
                    <a:lnTo>
                      <a:pt x="389" y="615"/>
                    </a:lnTo>
                    <a:lnTo>
                      <a:pt x="416" y="607"/>
                    </a:lnTo>
                    <a:lnTo>
                      <a:pt x="442" y="598"/>
                    </a:lnTo>
                    <a:lnTo>
                      <a:pt x="468" y="586"/>
                    </a:lnTo>
                    <a:lnTo>
                      <a:pt x="492" y="571"/>
                    </a:lnTo>
                    <a:lnTo>
                      <a:pt x="515" y="553"/>
                    </a:lnTo>
                    <a:lnTo>
                      <a:pt x="535" y="535"/>
                    </a:lnTo>
                    <a:lnTo>
                      <a:pt x="554" y="515"/>
                    </a:lnTo>
                    <a:lnTo>
                      <a:pt x="571" y="492"/>
                    </a:lnTo>
                    <a:lnTo>
                      <a:pt x="586" y="468"/>
                    </a:lnTo>
                    <a:lnTo>
                      <a:pt x="598" y="443"/>
                    </a:lnTo>
                    <a:lnTo>
                      <a:pt x="608" y="416"/>
                    </a:lnTo>
                    <a:lnTo>
                      <a:pt x="614" y="388"/>
                    </a:lnTo>
                    <a:lnTo>
                      <a:pt x="620" y="359"/>
                    </a:lnTo>
                    <a:lnTo>
                      <a:pt x="621" y="329"/>
                    </a:lnTo>
                    <a:lnTo>
                      <a:pt x="621" y="329"/>
                    </a:lnTo>
                    <a:lnTo>
                      <a:pt x="620" y="300"/>
                    </a:lnTo>
                    <a:lnTo>
                      <a:pt x="614" y="271"/>
                    </a:lnTo>
                    <a:lnTo>
                      <a:pt x="608" y="243"/>
                    </a:lnTo>
                    <a:lnTo>
                      <a:pt x="598" y="216"/>
                    </a:lnTo>
                    <a:lnTo>
                      <a:pt x="586" y="191"/>
                    </a:lnTo>
                    <a:lnTo>
                      <a:pt x="571" y="167"/>
                    </a:lnTo>
                    <a:lnTo>
                      <a:pt x="554" y="144"/>
                    </a:lnTo>
                    <a:lnTo>
                      <a:pt x="535" y="124"/>
                    </a:lnTo>
                    <a:lnTo>
                      <a:pt x="515" y="105"/>
                    </a:lnTo>
                    <a:lnTo>
                      <a:pt x="492" y="89"/>
                    </a:lnTo>
                    <a:lnTo>
                      <a:pt x="468" y="74"/>
                    </a:lnTo>
                    <a:lnTo>
                      <a:pt x="442" y="62"/>
                    </a:lnTo>
                    <a:lnTo>
                      <a:pt x="416" y="51"/>
                    </a:lnTo>
                    <a:lnTo>
                      <a:pt x="389" y="44"/>
                    </a:lnTo>
                    <a:lnTo>
                      <a:pt x="359" y="40"/>
                    </a:lnTo>
                    <a:lnTo>
                      <a:pt x="330" y="38"/>
                    </a:lnTo>
                    <a:lnTo>
                      <a:pt x="330" y="38"/>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sz="1800" b="0" i="0" u="none" strike="noStrike" kern="1200" cap="none" spc="0" normalizeH="0" baseline="0" noProof="0">
                  <a:ln>
                    <a:solidFill>
                      <a:sysClr val="windowText" lastClr="000000"/>
                    </a:solidFill>
                  </a:ln>
                  <a:solidFill>
                    <a:sysClr val="windowText" lastClr="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146" name="Freeform 174">
                <a:extLst>
                  <a:ext uri="{FF2B5EF4-FFF2-40B4-BE49-F238E27FC236}">
                    <a16:creationId xmlns:a16="http://schemas.microsoft.com/office/drawing/2014/main" id="{8DFCCBDC-5A8E-421C-95EA-033A1F463F9A}"/>
                  </a:ext>
                </a:extLst>
              </p:cNvPr>
              <p:cNvSpPr>
                <a:spLocks noEditPoints="1"/>
              </p:cNvSpPr>
              <p:nvPr/>
            </p:nvSpPr>
            <p:spPr bwMode="auto">
              <a:xfrm>
                <a:off x="6896101" y="960438"/>
                <a:ext cx="165100" cy="242888"/>
              </a:xfrm>
              <a:custGeom>
                <a:avLst/>
                <a:gdLst>
                  <a:gd name="T0" fmla="*/ 182 w 207"/>
                  <a:gd name="T1" fmla="*/ 305 h 305"/>
                  <a:gd name="T2" fmla="*/ 187 w 207"/>
                  <a:gd name="T3" fmla="*/ 303 h 305"/>
                  <a:gd name="T4" fmla="*/ 196 w 207"/>
                  <a:gd name="T5" fmla="*/ 301 h 305"/>
                  <a:gd name="T6" fmla="*/ 203 w 207"/>
                  <a:gd name="T7" fmla="*/ 294 h 305"/>
                  <a:gd name="T8" fmla="*/ 206 w 207"/>
                  <a:gd name="T9" fmla="*/ 284 h 305"/>
                  <a:gd name="T10" fmla="*/ 207 w 207"/>
                  <a:gd name="T11" fmla="*/ 24 h 305"/>
                  <a:gd name="T12" fmla="*/ 206 w 207"/>
                  <a:gd name="T13" fmla="*/ 20 h 305"/>
                  <a:gd name="T14" fmla="*/ 203 w 207"/>
                  <a:gd name="T15" fmla="*/ 10 h 305"/>
                  <a:gd name="T16" fmla="*/ 196 w 207"/>
                  <a:gd name="T17" fmla="*/ 4 h 305"/>
                  <a:gd name="T18" fmla="*/ 187 w 207"/>
                  <a:gd name="T19" fmla="*/ 1 h 305"/>
                  <a:gd name="T20" fmla="*/ 26 w 207"/>
                  <a:gd name="T21" fmla="*/ 0 h 305"/>
                  <a:gd name="T22" fmla="*/ 20 w 207"/>
                  <a:gd name="T23" fmla="*/ 1 h 305"/>
                  <a:gd name="T24" fmla="*/ 11 w 207"/>
                  <a:gd name="T25" fmla="*/ 4 h 305"/>
                  <a:gd name="T26" fmla="*/ 4 w 207"/>
                  <a:gd name="T27" fmla="*/ 10 h 305"/>
                  <a:gd name="T28" fmla="*/ 2 w 207"/>
                  <a:gd name="T29" fmla="*/ 20 h 305"/>
                  <a:gd name="T30" fmla="*/ 0 w 207"/>
                  <a:gd name="T31" fmla="*/ 279 h 305"/>
                  <a:gd name="T32" fmla="*/ 2 w 207"/>
                  <a:gd name="T33" fmla="*/ 284 h 305"/>
                  <a:gd name="T34" fmla="*/ 4 w 207"/>
                  <a:gd name="T35" fmla="*/ 294 h 305"/>
                  <a:gd name="T36" fmla="*/ 11 w 207"/>
                  <a:gd name="T37" fmla="*/ 301 h 305"/>
                  <a:gd name="T38" fmla="*/ 20 w 207"/>
                  <a:gd name="T39" fmla="*/ 303 h 305"/>
                  <a:gd name="T40" fmla="*/ 26 w 207"/>
                  <a:gd name="T41" fmla="*/ 305 h 305"/>
                  <a:gd name="T42" fmla="*/ 104 w 207"/>
                  <a:gd name="T43" fmla="*/ 294 h 305"/>
                  <a:gd name="T44" fmla="*/ 93 w 207"/>
                  <a:gd name="T45" fmla="*/ 290 h 305"/>
                  <a:gd name="T46" fmla="*/ 89 w 207"/>
                  <a:gd name="T47" fmla="*/ 279 h 305"/>
                  <a:gd name="T48" fmla="*/ 90 w 207"/>
                  <a:gd name="T49" fmla="*/ 274 h 305"/>
                  <a:gd name="T50" fmla="*/ 98 w 207"/>
                  <a:gd name="T51" fmla="*/ 266 h 305"/>
                  <a:gd name="T52" fmla="*/ 104 w 207"/>
                  <a:gd name="T53" fmla="*/ 266 h 305"/>
                  <a:gd name="T54" fmla="*/ 114 w 207"/>
                  <a:gd name="T55" fmla="*/ 270 h 305"/>
                  <a:gd name="T56" fmla="*/ 118 w 207"/>
                  <a:gd name="T57" fmla="*/ 279 h 305"/>
                  <a:gd name="T58" fmla="*/ 117 w 207"/>
                  <a:gd name="T59" fmla="*/ 286 h 305"/>
                  <a:gd name="T60" fmla="*/ 109 w 207"/>
                  <a:gd name="T61" fmla="*/ 294 h 305"/>
                  <a:gd name="T62" fmla="*/ 104 w 207"/>
                  <a:gd name="T63" fmla="*/ 294 h 305"/>
                  <a:gd name="T64" fmla="*/ 19 w 207"/>
                  <a:gd name="T65" fmla="*/ 22 h 305"/>
                  <a:gd name="T66" fmla="*/ 23 w 207"/>
                  <a:gd name="T67" fmla="*/ 18 h 305"/>
                  <a:gd name="T68" fmla="*/ 184 w 207"/>
                  <a:gd name="T69" fmla="*/ 18 h 305"/>
                  <a:gd name="T70" fmla="*/ 188 w 207"/>
                  <a:gd name="T71" fmla="*/ 22 h 305"/>
                  <a:gd name="T72" fmla="*/ 188 w 207"/>
                  <a:gd name="T73" fmla="*/ 241 h 305"/>
                  <a:gd name="T74" fmla="*/ 184 w 207"/>
                  <a:gd name="T75" fmla="*/ 245 h 305"/>
                  <a:gd name="T76" fmla="*/ 23 w 207"/>
                  <a:gd name="T77" fmla="*/ 245 h 305"/>
                  <a:gd name="T78" fmla="*/ 19 w 207"/>
                  <a:gd name="T79" fmla="*/ 241 h 3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07" h="305">
                    <a:moveTo>
                      <a:pt x="26" y="305"/>
                    </a:moveTo>
                    <a:lnTo>
                      <a:pt x="182" y="305"/>
                    </a:lnTo>
                    <a:lnTo>
                      <a:pt x="182" y="305"/>
                    </a:lnTo>
                    <a:lnTo>
                      <a:pt x="187" y="303"/>
                    </a:lnTo>
                    <a:lnTo>
                      <a:pt x="192" y="302"/>
                    </a:lnTo>
                    <a:lnTo>
                      <a:pt x="196" y="301"/>
                    </a:lnTo>
                    <a:lnTo>
                      <a:pt x="199" y="297"/>
                    </a:lnTo>
                    <a:lnTo>
                      <a:pt x="203" y="294"/>
                    </a:lnTo>
                    <a:lnTo>
                      <a:pt x="204" y="290"/>
                    </a:lnTo>
                    <a:lnTo>
                      <a:pt x="206" y="284"/>
                    </a:lnTo>
                    <a:lnTo>
                      <a:pt x="207" y="279"/>
                    </a:lnTo>
                    <a:lnTo>
                      <a:pt x="207" y="24"/>
                    </a:lnTo>
                    <a:lnTo>
                      <a:pt x="207" y="24"/>
                    </a:lnTo>
                    <a:lnTo>
                      <a:pt x="206" y="20"/>
                    </a:lnTo>
                    <a:lnTo>
                      <a:pt x="204" y="14"/>
                    </a:lnTo>
                    <a:lnTo>
                      <a:pt x="203" y="10"/>
                    </a:lnTo>
                    <a:lnTo>
                      <a:pt x="199" y="8"/>
                    </a:lnTo>
                    <a:lnTo>
                      <a:pt x="196" y="4"/>
                    </a:lnTo>
                    <a:lnTo>
                      <a:pt x="192" y="2"/>
                    </a:lnTo>
                    <a:lnTo>
                      <a:pt x="187" y="1"/>
                    </a:lnTo>
                    <a:lnTo>
                      <a:pt x="182" y="0"/>
                    </a:lnTo>
                    <a:lnTo>
                      <a:pt x="26" y="0"/>
                    </a:lnTo>
                    <a:lnTo>
                      <a:pt x="26" y="0"/>
                    </a:lnTo>
                    <a:lnTo>
                      <a:pt x="20" y="1"/>
                    </a:lnTo>
                    <a:lnTo>
                      <a:pt x="15" y="2"/>
                    </a:lnTo>
                    <a:lnTo>
                      <a:pt x="11" y="4"/>
                    </a:lnTo>
                    <a:lnTo>
                      <a:pt x="8" y="8"/>
                    </a:lnTo>
                    <a:lnTo>
                      <a:pt x="4" y="10"/>
                    </a:lnTo>
                    <a:lnTo>
                      <a:pt x="3" y="14"/>
                    </a:lnTo>
                    <a:lnTo>
                      <a:pt x="2" y="20"/>
                    </a:lnTo>
                    <a:lnTo>
                      <a:pt x="0" y="24"/>
                    </a:lnTo>
                    <a:lnTo>
                      <a:pt x="0" y="279"/>
                    </a:lnTo>
                    <a:lnTo>
                      <a:pt x="0" y="279"/>
                    </a:lnTo>
                    <a:lnTo>
                      <a:pt x="2" y="284"/>
                    </a:lnTo>
                    <a:lnTo>
                      <a:pt x="3" y="290"/>
                    </a:lnTo>
                    <a:lnTo>
                      <a:pt x="4" y="294"/>
                    </a:lnTo>
                    <a:lnTo>
                      <a:pt x="8" y="297"/>
                    </a:lnTo>
                    <a:lnTo>
                      <a:pt x="11" y="301"/>
                    </a:lnTo>
                    <a:lnTo>
                      <a:pt x="15" y="302"/>
                    </a:lnTo>
                    <a:lnTo>
                      <a:pt x="20" y="303"/>
                    </a:lnTo>
                    <a:lnTo>
                      <a:pt x="26" y="305"/>
                    </a:lnTo>
                    <a:lnTo>
                      <a:pt x="26" y="305"/>
                    </a:lnTo>
                    <a:close/>
                    <a:moveTo>
                      <a:pt x="104" y="294"/>
                    </a:moveTo>
                    <a:lnTo>
                      <a:pt x="104" y="294"/>
                    </a:lnTo>
                    <a:lnTo>
                      <a:pt x="98" y="294"/>
                    </a:lnTo>
                    <a:lnTo>
                      <a:pt x="93" y="290"/>
                    </a:lnTo>
                    <a:lnTo>
                      <a:pt x="90" y="286"/>
                    </a:lnTo>
                    <a:lnTo>
                      <a:pt x="89" y="279"/>
                    </a:lnTo>
                    <a:lnTo>
                      <a:pt x="89" y="279"/>
                    </a:lnTo>
                    <a:lnTo>
                      <a:pt x="90" y="274"/>
                    </a:lnTo>
                    <a:lnTo>
                      <a:pt x="93" y="270"/>
                    </a:lnTo>
                    <a:lnTo>
                      <a:pt x="98" y="266"/>
                    </a:lnTo>
                    <a:lnTo>
                      <a:pt x="104" y="266"/>
                    </a:lnTo>
                    <a:lnTo>
                      <a:pt x="104" y="266"/>
                    </a:lnTo>
                    <a:lnTo>
                      <a:pt x="109" y="266"/>
                    </a:lnTo>
                    <a:lnTo>
                      <a:pt x="114" y="270"/>
                    </a:lnTo>
                    <a:lnTo>
                      <a:pt x="117" y="274"/>
                    </a:lnTo>
                    <a:lnTo>
                      <a:pt x="118" y="279"/>
                    </a:lnTo>
                    <a:lnTo>
                      <a:pt x="118" y="279"/>
                    </a:lnTo>
                    <a:lnTo>
                      <a:pt x="117" y="286"/>
                    </a:lnTo>
                    <a:lnTo>
                      <a:pt x="114" y="290"/>
                    </a:lnTo>
                    <a:lnTo>
                      <a:pt x="109" y="294"/>
                    </a:lnTo>
                    <a:lnTo>
                      <a:pt x="104" y="294"/>
                    </a:lnTo>
                    <a:lnTo>
                      <a:pt x="104" y="294"/>
                    </a:lnTo>
                    <a:close/>
                    <a:moveTo>
                      <a:pt x="19" y="22"/>
                    </a:moveTo>
                    <a:lnTo>
                      <a:pt x="19" y="22"/>
                    </a:lnTo>
                    <a:lnTo>
                      <a:pt x="20" y="20"/>
                    </a:lnTo>
                    <a:lnTo>
                      <a:pt x="23" y="18"/>
                    </a:lnTo>
                    <a:lnTo>
                      <a:pt x="184" y="18"/>
                    </a:lnTo>
                    <a:lnTo>
                      <a:pt x="184" y="18"/>
                    </a:lnTo>
                    <a:lnTo>
                      <a:pt x="187" y="20"/>
                    </a:lnTo>
                    <a:lnTo>
                      <a:pt x="188" y="22"/>
                    </a:lnTo>
                    <a:lnTo>
                      <a:pt x="188" y="241"/>
                    </a:lnTo>
                    <a:lnTo>
                      <a:pt x="188" y="241"/>
                    </a:lnTo>
                    <a:lnTo>
                      <a:pt x="187" y="244"/>
                    </a:lnTo>
                    <a:lnTo>
                      <a:pt x="184" y="245"/>
                    </a:lnTo>
                    <a:lnTo>
                      <a:pt x="23" y="245"/>
                    </a:lnTo>
                    <a:lnTo>
                      <a:pt x="23" y="245"/>
                    </a:lnTo>
                    <a:lnTo>
                      <a:pt x="20" y="244"/>
                    </a:lnTo>
                    <a:lnTo>
                      <a:pt x="19" y="241"/>
                    </a:lnTo>
                    <a:lnTo>
                      <a:pt x="19" y="22"/>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sz="1800" b="0" i="0" u="none" strike="noStrike" kern="1200" cap="none" spc="0" normalizeH="0" baseline="0" noProof="0">
                  <a:ln>
                    <a:solidFill>
                      <a:sysClr val="windowText" lastClr="000000"/>
                    </a:solidFill>
                  </a:ln>
                  <a:solidFill>
                    <a:sysClr val="windowText" lastClr="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grpSp>
      </p:grpSp>
      <p:grpSp>
        <p:nvGrpSpPr>
          <p:cNvPr id="154" name="Group 153">
            <a:extLst>
              <a:ext uri="{FF2B5EF4-FFF2-40B4-BE49-F238E27FC236}">
                <a16:creationId xmlns:a16="http://schemas.microsoft.com/office/drawing/2014/main" id="{598C6A71-2B48-48FC-9002-C48C4994C231}"/>
              </a:ext>
            </a:extLst>
          </p:cNvPr>
          <p:cNvGrpSpPr/>
          <p:nvPr/>
        </p:nvGrpSpPr>
        <p:grpSpPr>
          <a:xfrm>
            <a:off x="9969128" y="3287610"/>
            <a:ext cx="582128" cy="260118"/>
            <a:chOff x="9938637" y="3278689"/>
            <a:chExt cx="582128" cy="260118"/>
          </a:xfrm>
        </p:grpSpPr>
        <p:grpSp>
          <p:nvGrpSpPr>
            <p:cNvPr id="155" name="Group 166">
              <a:extLst>
                <a:ext uri="{FF2B5EF4-FFF2-40B4-BE49-F238E27FC236}">
                  <a16:creationId xmlns:a16="http://schemas.microsoft.com/office/drawing/2014/main" id="{568E581E-229F-4917-9F52-23B340442FED}"/>
                </a:ext>
              </a:extLst>
            </p:cNvPr>
            <p:cNvGrpSpPr>
              <a:grpSpLocks noChangeAspect="1"/>
            </p:cNvGrpSpPr>
            <p:nvPr/>
          </p:nvGrpSpPr>
          <p:grpSpPr>
            <a:xfrm>
              <a:off x="9938637" y="3278689"/>
              <a:ext cx="252000" cy="252000"/>
              <a:chOff x="9353551" y="823913"/>
              <a:chExt cx="522288" cy="522288"/>
            </a:xfrm>
          </p:grpSpPr>
          <p:sp>
            <p:nvSpPr>
              <p:cNvPr id="169" name="Freeform 40">
                <a:extLst>
                  <a:ext uri="{FF2B5EF4-FFF2-40B4-BE49-F238E27FC236}">
                    <a16:creationId xmlns:a16="http://schemas.microsoft.com/office/drawing/2014/main" id="{8CA45046-EA61-49E0-83E7-7137263DFCC0}"/>
                  </a:ext>
                </a:extLst>
              </p:cNvPr>
              <p:cNvSpPr>
                <a:spLocks noEditPoints="1"/>
              </p:cNvSpPr>
              <p:nvPr/>
            </p:nvSpPr>
            <p:spPr bwMode="auto">
              <a:xfrm>
                <a:off x="9353551" y="823913"/>
                <a:ext cx="522288" cy="522288"/>
              </a:xfrm>
              <a:custGeom>
                <a:avLst/>
                <a:gdLst>
                  <a:gd name="T0" fmla="*/ 311 w 656"/>
                  <a:gd name="T1" fmla="*/ 657 h 659"/>
                  <a:gd name="T2" fmla="*/ 262 w 656"/>
                  <a:gd name="T3" fmla="*/ 652 h 659"/>
                  <a:gd name="T4" fmla="*/ 200 w 656"/>
                  <a:gd name="T5" fmla="*/ 633 h 659"/>
                  <a:gd name="T6" fmla="*/ 119 w 656"/>
                  <a:gd name="T7" fmla="*/ 583 h 659"/>
                  <a:gd name="T8" fmla="*/ 56 w 656"/>
                  <a:gd name="T9" fmla="*/ 514 h 659"/>
                  <a:gd name="T10" fmla="*/ 14 w 656"/>
                  <a:gd name="T11" fmla="*/ 428 h 659"/>
                  <a:gd name="T12" fmla="*/ 4 w 656"/>
                  <a:gd name="T13" fmla="*/ 379 h 659"/>
                  <a:gd name="T14" fmla="*/ 0 w 656"/>
                  <a:gd name="T15" fmla="*/ 329 h 659"/>
                  <a:gd name="T16" fmla="*/ 1 w 656"/>
                  <a:gd name="T17" fmla="*/ 296 h 659"/>
                  <a:gd name="T18" fmla="*/ 9 w 656"/>
                  <a:gd name="T19" fmla="*/ 248 h 659"/>
                  <a:gd name="T20" fmla="*/ 39 w 656"/>
                  <a:gd name="T21" fmla="*/ 172 h 659"/>
                  <a:gd name="T22" fmla="*/ 96 w 656"/>
                  <a:gd name="T23" fmla="*/ 97 h 659"/>
                  <a:gd name="T24" fmla="*/ 172 w 656"/>
                  <a:gd name="T25" fmla="*/ 41 h 659"/>
                  <a:gd name="T26" fmla="*/ 245 w 656"/>
                  <a:gd name="T27" fmla="*/ 11 h 659"/>
                  <a:gd name="T28" fmla="*/ 295 w 656"/>
                  <a:gd name="T29" fmla="*/ 3 h 659"/>
                  <a:gd name="T30" fmla="*/ 329 w 656"/>
                  <a:gd name="T31" fmla="*/ 0 h 659"/>
                  <a:gd name="T32" fmla="*/ 378 w 656"/>
                  <a:gd name="T33" fmla="*/ 4 h 659"/>
                  <a:gd name="T34" fmla="*/ 425 w 656"/>
                  <a:gd name="T35" fmla="*/ 15 h 659"/>
                  <a:gd name="T36" fmla="*/ 511 w 656"/>
                  <a:gd name="T37" fmla="*/ 57 h 659"/>
                  <a:gd name="T38" fmla="*/ 581 w 656"/>
                  <a:gd name="T39" fmla="*/ 120 h 659"/>
                  <a:gd name="T40" fmla="*/ 631 w 656"/>
                  <a:gd name="T41" fmla="*/ 202 h 659"/>
                  <a:gd name="T42" fmla="*/ 650 w 656"/>
                  <a:gd name="T43" fmla="*/ 264 h 659"/>
                  <a:gd name="T44" fmla="*/ 656 w 656"/>
                  <a:gd name="T45" fmla="*/ 312 h 659"/>
                  <a:gd name="T46" fmla="*/ 656 w 656"/>
                  <a:gd name="T47" fmla="*/ 347 h 659"/>
                  <a:gd name="T48" fmla="*/ 650 w 656"/>
                  <a:gd name="T49" fmla="*/ 395 h 659"/>
                  <a:gd name="T50" fmla="*/ 631 w 656"/>
                  <a:gd name="T51" fmla="*/ 457 h 659"/>
                  <a:gd name="T52" fmla="*/ 581 w 656"/>
                  <a:gd name="T53" fmla="*/ 539 h 659"/>
                  <a:gd name="T54" fmla="*/ 511 w 656"/>
                  <a:gd name="T55" fmla="*/ 602 h 659"/>
                  <a:gd name="T56" fmla="*/ 425 w 656"/>
                  <a:gd name="T57" fmla="*/ 644 h 659"/>
                  <a:gd name="T58" fmla="*/ 378 w 656"/>
                  <a:gd name="T59" fmla="*/ 655 h 659"/>
                  <a:gd name="T60" fmla="*/ 329 w 656"/>
                  <a:gd name="T61" fmla="*/ 659 h 659"/>
                  <a:gd name="T62" fmla="*/ 329 w 656"/>
                  <a:gd name="T63" fmla="*/ 38 h 659"/>
                  <a:gd name="T64" fmla="*/ 241 w 656"/>
                  <a:gd name="T65" fmla="*/ 51 h 659"/>
                  <a:gd name="T66" fmla="*/ 165 w 656"/>
                  <a:gd name="T67" fmla="*/ 88 h 659"/>
                  <a:gd name="T68" fmla="*/ 103 w 656"/>
                  <a:gd name="T69" fmla="*/ 144 h 659"/>
                  <a:gd name="T70" fmla="*/ 60 w 656"/>
                  <a:gd name="T71" fmla="*/ 217 h 659"/>
                  <a:gd name="T72" fmla="*/ 39 w 656"/>
                  <a:gd name="T73" fmla="*/ 300 h 659"/>
                  <a:gd name="T74" fmla="*/ 39 w 656"/>
                  <a:gd name="T75" fmla="*/ 359 h 659"/>
                  <a:gd name="T76" fmla="*/ 60 w 656"/>
                  <a:gd name="T77" fmla="*/ 442 h 659"/>
                  <a:gd name="T78" fmla="*/ 103 w 656"/>
                  <a:gd name="T79" fmla="*/ 515 h 659"/>
                  <a:gd name="T80" fmla="*/ 165 w 656"/>
                  <a:gd name="T81" fmla="*/ 571 h 659"/>
                  <a:gd name="T82" fmla="*/ 241 w 656"/>
                  <a:gd name="T83" fmla="*/ 608 h 659"/>
                  <a:gd name="T84" fmla="*/ 329 w 656"/>
                  <a:gd name="T85" fmla="*/ 621 h 659"/>
                  <a:gd name="T86" fmla="*/ 386 w 656"/>
                  <a:gd name="T87" fmla="*/ 614 h 659"/>
                  <a:gd name="T88" fmla="*/ 467 w 656"/>
                  <a:gd name="T89" fmla="*/ 586 h 659"/>
                  <a:gd name="T90" fmla="*/ 534 w 656"/>
                  <a:gd name="T91" fmla="*/ 535 h 659"/>
                  <a:gd name="T92" fmla="*/ 584 w 656"/>
                  <a:gd name="T93" fmla="*/ 468 h 659"/>
                  <a:gd name="T94" fmla="*/ 613 w 656"/>
                  <a:gd name="T95" fmla="*/ 389 h 659"/>
                  <a:gd name="T96" fmla="*/ 619 w 656"/>
                  <a:gd name="T97" fmla="*/ 329 h 659"/>
                  <a:gd name="T98" fmla="*/ 607 w 656"/>
                  <a:gd name="T99" fmla="*/ 244 h 659"/>
                  <a:gd name="T100" fmla="*/ 569 w 656"/>
                  <a:gd name="T101" fmla="*/ 167 h 659"/>
                  <a:gd name="T102" fmla="*/ 513 w 656"/>
                  <a:gd name="T103" fmla="*/ 105 h 659"/>
                  <a:gd name="T104" fmla="*/ 442 w 656"/>
                  <a:gd name="T105" fmla="*/ 61 h 659"/>
                  <a:gd name="T106" fmla="*/ 358 w 656"/>
                  <a:gd name="T107" fmla="*/ 39 h 6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56" h="659">
                    <a:moveTo>
                      <a:pt x="329" y="659"/>
                    </a:moveTo>
                    <a:lnTo>
                      <a:pt x="329" y="659"/>
                    </a:lnTo>
                    <a:lnTo>
                      <a:pt x="311" y="657"/>
                    </a:lnTo>
                    <a:lnTo>
                      <a:pt x="295" y="657"/>
                    </a:lnTo>
                    <a:lnTo>
                      <a:pt x="278" y="655"/>
                    </a:lnTo>
                    <a:lnTo>
                      <a:pt x="262" y="652"/>
                    </a:lnTo>
                    <a:lnTo>
                      <a:pt x="245" y="648"/>
                    </a:lnTo>
                    <a:lnTo>
                      <a:pt x="231" y="644"/>
                    </a:lnTo>
                    <a:lnTo>
                      <a:pt x="200" y="633"/>
                    </a:lnTo>
                    <a:lnTo>
                      <a:pt x="172" y="618"/>
                    </a:lnTo>
                    <a:lnTo>
                      <a:pt x="145" y="602"/>
                    </a:lnTo>
                    <a:lnTo>
                      <a:pt x="119" y="583"/>
                    </a:lnTo>
                    <a:lnTo>
                      <a:pt x="96" y="562"/>
                    </a:lnTo>
                    <a:lnTo>
                      <a:pt x="75" y="539"/>
                    </a:lnTo>
                    <a:lnTo>
                      <a:pt x="56" y="514"/>
                    </a:lnTo>
                    <a:lnTo>
                      <a:pt x="39" y="487"/>
                    </a:lnTo>
                    <a:lnTo>
                      <a:pt x="25" y="457"/>
                    </a:lnTo>
                    <a:lnTo>
                      <a:pt x="14" y="428"/>
                    </a:lnTo>
                    <a:lnTo>
                      <a:pt x="9" y="411"/>
                    </a:lnTo>
                    <a:lnTo>
                      <a:pt x="6" y="395"/>
                    </a:lnTo>
                    <a:lnTo>
                      <a:pt x="4" y="379"/>
                    </a:lnTo>
                    <a:lnTo>
                      <a:pt x="1" y="363"/>
                    </a:lnTo>
                    <a:lnTo>
                      <a:pt x="0" y="347"/>
                    </a:lnTo>
                    <a:lnTo>
                      <a:pt x="0" y="329"/>
                    </a:lnTo>
                    <a:lnTo>
                      <a:pt x="0" y="329"/>
                    </a:lnTo>
                    <a:lnTo>
                      <a:pt x="0" y="312"/>
                    </a:lnTo>
                    <a:lnTo>
                      <a:pt x="1" y="296"/>
                    </a:lnTo>
                    <a:lnTo>
                      <a:pt x="4" y="280"/>
                    </a:lnTo>
                    <a:lnTo>
                      <a:pt x="6" y="264"/>
                    </a:lnTo>
                    <a:lnTo>
                      <a:pt x="9" y="248"/>
                    </a:lnTo>
                    <a:lnTo>
                      <a:pt x="14" y="231"/>
                    </a:lnTo>
                    <a:lnTo>
                      <a:pt x="25" y="202"/>
                    </a:lnTo>
                    <a:lnTo>
                      <a:pt x="39" y="172"/>
                    </a:lnTo>
                    <a:lnTo>
                      <a:pt x="56" y="145"/>
                    </a:lnTo>
                    <a:lnTo>
                      <a:pt x="75" y="120"/>
                    </a:lnTo>
                    <a:lnTo>
                      <a:pt x="96" y="97"/>
                    </a:lnTo>
                    <a:lnTo>
                      <a:pt x="119" y="76"/>
                    </a:lnTo>
                    <a:lnTo>
                      <a:pt x="145" y="57"/>
                    </a:lnTo>
                    <a:lnTo>
                      <a:pt x="172" y="41"/>
                    </a:lnTo>
                    <a:lnTo>
                      <a:pt x="200" y="27"/>
                    </a:lnTo>
                    <a:lnTo>
                      <a:pt x="231" y="15"/>
                    </a:lnTo>
                    <a:lnTo>
                      <a:pt x="245" y="11"/>
                    </a:lnTo>
                    <a:lnTo>
                      <a:pt x="262" y="7"/>
                    </a:lnTo>
                    <a:lnTo>
                      <a:pt x="278" y="4"/>
                    </a:lnTo>
                    <a:lnTo>
                      <a:pt x="295" y="3"/>
                    </a:lnTo>
                    <a:lnTo>
                      <a:pt x="311" y="2"/>
                    </a:lnTo>
                    <a:lnTo>
                      <a:pt x="329" y="0"/>
                    </a:lnTo>
                    <a:lnTo>
                      <a:pt x="329" y="0"/>
                    </a:lnTo>
                    <a:lnTo>
                      <a:pt x="345" y="2"/>
                    </a:lnTo>
                    <a:lnTo>
                      <a:pt x="362" y="3"/>
                    </a:lnTo>
                    <a:lnTo>
                      <a:pt x="378" y="4"/>
                    </a:lnTo>
                    <a:lnTo>
                      <a:pt x="395" y="7"/>
                    </a:lnTo>
                    <a:lnTo>
                      <a:pt x="411" y="11"/>
                    </a:lnTo>
                    <a:lnTo>
                      <a:pt x="425" y="15"/>
                    </a:lnTo>
                    <a:lnTo>
                      <a:pt x="456" y="27"/>
                    </a:lnTo>
                    <a:lnTo>
                      <a:pt x="485" y="41"/>
                    </a:lnTo>
                    <a:lnTo>
                      <a:pt x="511" y="57"/>
                    </a:lnTo>
                    <a:lnTo>
                      <a:pt x="537" y="76"/>
                    </a:lnTo>
                    <a:lnTo>
                      <a:pt x="561" y="97"/>
                    </a:lnTo>
                    <a:lnTo>
                      <a:pt x="581" y="120"/>
                    </a:lnTo>
                    <a:lnTo>
                      <a:pt x="600" y="145"/>
                    </a:lnTo>
                    <a:lnTo>
                      <a:pt x="618" y="172"/>
                    </a:lnTo>
                    <a:lnTo>
                      <a:pt x="631" y="202"/>
                    </a:lnTo>
                    <a:lnTo>
                      <a:pt x="642" y="231"/>
                    </a:lnTo>
                    <a:lnTo>
                      <a:pt x="647" y="248"/>
                    </a:lnTo>
                    <a:lnTo>
                      <a:pt x="650" y="264"/>
                    </a:lnTo>
                    <a:lnTo>
                      <a:pt x="652" y="280"/>
                    </a:lnTo>
                    <a:lnTo>
                      <a:pt x="655" y="296"/>
                    </a:lnTo>
                    <a:lnTo>
                      <a:pt x="656" y="312"/>
                    </a:lnTo>
                    <a:lnTo>
                      <a:pt x="656" y="329"/>
                    </a:lnTo>
                    <a:lnTo>
                      <a:pt x="656" y="329"/>
                    </a:lnTo>
                    <a:lnTo>
                      <a:pt x="656" y="347"/>
                    </a:lnTo>
                    <a:lnTo>
                      <a:pt x="655" y="363"/>
                    </a:lnTo>
                    <a:lnTo>
                      <a:pt x="652" y="379"/>
                    </a:lnTo>
                    <a:lnTo>
                      <a:pt x="650" y="395"/>
                    </a:lnTo>
                    <a:lnTo>
                      <a:pt x="647" y="411"/>
                    </a:lnTo>
                    <a:lnTo>
                      <a:pt x="642" y="428"/>
                    </a:lnTo>
                    <a:lnTo>
                      <a:pt x="631" y="457"/>
                    </a:lnTo>
                    <a:lnTo>
                      <a:pt x="618" y="487"/>
                    </a:lnTo>
                    <a:lnTo>
                      <a:pt x="600" y="514"/>
                    </a:lnTo>
                    <a:lnTo>
                      <a:pt x="581" y="539"/>
                    </a:lnTo>
                    <a:lnTo>
                      <a:pt x="561" y="562"/>
                    </a:lnTo>
                    <a:lnTo>
                      <a:pt x="537" y="583"/>
                    </a:lnTo>
                    <a:lnTo>
                      <a:pt x="511" y="602"/>
                    </a:lnTo>
                    <a:lnTo>
                      <a:pt x="485" y="618"/>
                    </a:lnTo>
                    <a:lnTo>
                      <a:pt x="456" y="633"/>
                    </a:lnTo>
                    <a:lnTo>
                      <a:pt x="425" y="644"/>
                    </a:lnTo>
                    <a:lnTo>
                      <a:pt x="411" y="648"/>
                    </a:lnTo>
                    <a:lnTo>
                      <a:pt x="395" y="652"/>
                    </a:lnTo>
                    <a:lnTo>
                      <a:pt x="378" y="655"/>
                    </a:lnTo>
                    <a:lnTo>
                      <a:pt x="362" y="657"/>
                    </a:lnTo>
                    <a:lnTo>
                      <a:pt x="345" y="657"/>
                    </a:lnTo>
                    <a:lnTo>
                      <a:pt x="329" y="659"/>
                    </a:lnTo>
                    <a:lnTo>
                      <a:pt x="329" y="659"/>
                    </a:lnTo>
                    <a:close/>
                    <a:moveTo>
                      <a:pt x="329" y="38"/>
                    </a:moveTo>
                    <a:lnTo>
                      <a:pt x="329" y="38"/>
                    </a:lnTo>
                    <a:lnTo>
                      <a:pt x="298" y="39"/>
                    </a:lnTo>
                    <a:lnTo>
                      <a:pt x="270" y="45"/>
                    </a:lnTo>
                    <a:lnTo>
                      <a:pt x="241" y="51"/>
                    </a:lnTo>
                    <a:lnTo>
                      <a:pt x="215" y="61"/>
                    </a:lnTo>
                    <a:lnTo>
                      <a:pt x="189" y="73"/>
                    </a:lnTo>
                    <a:lnTo>
                      <a:pt x="165" y="88"/>
                    </a:lnTo>
                    <a:lnTo>
                      <a:pt x="143" y="105"/>
                    </a:lnTo>
                    <a:lnTo>
                      <a:pt x="122" y="124"/>
                    </a:lnTo>
                    <a:lnTo>
                      <a:pt x="103" y="144"/>
                    </a:lnTo>
                    <a:lnTo>
                      <a:pt x="87" y="167"/>
                    </a:lnTo>
                    <a:lnTo>
                      <a:pt x="72" y="191"/>
                    </a:lnTo>
                    <a:lnTo>
                      <a:pt x="60" y="217"/>
                    </a:lnTo>
                    <a:lnTo>
                      <a:pt x="51" y="244"/>
                    </a:lnTo>
                    <a:lnTo>
                      <a:pt x="43" y="270"/>
                    </a:lnTo>
                    <a:lnTo>
                      <a:pt x="39" y="300"/>
                    </a:lnTo>
                    <a:lnTo>
                      <a:pt x="37" y="329"/>
                    </a:lnTo>
                    <a:lnTo>
                      <a:pt x="37" y="329"/>
                    </a:lnTo>
                    <a:lnTo>
                      <a:pt x="39" y="359"/>
                    </a:lnTo>
                    <a:lnTo>
                      <a:pt x="43" y="389"/>
                    </a:lnTo>
                    <a:lnTo>
                      <a:pt x="51" y="415"/>
                    </a:lnTo>
                    <a:lnTo>
                      <a:pt x="60" y="442"/>
                    </a:lnTo>
                    <a:lnTo>
                      <a:pt x="72" y="468"/>
                    </a:lnTo>
                    <a:lnTo>
                      <a:pt x="87" y="492"/>
                    </a:lnTo>
                    <a:lnTo>
                      <a:pt x="103" y="515"/>
                    </a:lnTo>
                    <a:lnTo>
                      <a:pt x="122" y="535"/>
                    </a:lnTo>
                    <a:lnTo>
                      <a:pt x="143" y="554"/>
                    </a:lnTo>
                    <a:lnTo>
                      <a:pt x="165" y="571"/>
                    </a:lnTo>
                    <a:lnTo>
                      <a:pt x="189" y="586"/>
                    </a:lnTo>
                    <a:lnTo>
                      <a:pt x="215" y="598"/>
                    </a:lnTo>
                    <a:lnTo>
                      <a:pt x="241" y="608"/>
                    </a:lnTo>
                    <a:lnTo>
                      <a:pt x="270" y="614"/>
                    </a:lnTo>
                    <a:lnTo>
                      <a:pt x="298" y="620"/>
                    </a:lnTo>
                    <a:lnTo>
                      <a:pt x="329" y="621"/>
                    </a:lnTo>
                    <a:lnTo>
                      <a:pt x="329" y="621"/>
                    </a:lnTo>
                    <a:lnTo>
                      <a:pt x="358" y="620"/>
                    </a:lnTo>
                    <a:lnTo>
                      <a:pt x="386" y="614"/>
                    </a:lnTo>
                    <a:lnTo>
                      <a:pt x="415" y="608"/>
                    </a:lnTo>
                    <a:lnTo>
                      <a:pt x="442" y="598"/>
                    </a:lnTo>
                    <a:lnTo>
                      <a:pt x="467" y="586"/>
                    </a:lnTo>
                    <a:lnTo>
                      <a:pt x="491" y="571"/>
                    </a:lnTo>
                    <a:lnTo>
                      <a:pt x="513" y="554"/>
                    </a:lnTo>
                    <a:lnTo>
                      <a:pt x="534" y="535"/>
                    </a:lnTo>
                    <a:lnTo>
                      <a:pt x="553" y="515"/>
                    </a:lnTo>
                    <a:lnTo>
                      <a:pt x="569" y="492"/>
                    </a:lnTo>
                    <a:lnTo>
                      <a:pt x="584" y="468"/>
                    </a:lnTo>
                    <a:lnTo>
                      <a:pt x="596" y="442"/>
                    </a:lnTo>
                    <a:lnTo>
                      <a:pt x="607" y="415"/>
                    </a:lnTo>
                    <a:lnTo>
                      <a:pt x="613" y="389"/>
                    </a:lnTo>
                    <a:lnTo>
                      <a:pt x="618" y="359"/>
                    </a:lnTo>
                    <a:lnTo>
                      <a:pt x="619" y="329"/>
                    </a:lnTo>
                    <a:lnTo>
                      <a:pt x="619" y="329"/>
                    </a:lnTo>
                    <a:lnTo>
                      <a:pt x="618" y="300"/>
                    </a:lnTo>
                    <a:lnTo>
                      <a:pt x="613" y="270"/>
                    </a:lnTo>
                    <a:lnTo>
                      <a:pt x="607" y="244"/>
                    </a:lnTo>
                    <a:lnTo>
                      <a:pt x="596" y="217"/>
                    </a:lnTo>
                    <a:lnTo>
                      <a:pt x="584" y="191"/>
                    </a:lnTo>
                    <a:lnTo>
                      <a:pt x="569" y="167"/>
                    </a:lnTo>
                    <a:lnTo>
                      <a:pt x="553" y="144"/>
                    </a:lnTo>
                    <a:lnTo>
                      <a:pt x="534" y="124"/>
                    </a:lnTo>
                    <a:lnTo>
                      <a:pt x="513" y="105"/>
                    </a:lnTo>
                    <a:lnTo>
                      <a:pt x="491" y="88"/>
                    </a:lnTo>
                    <a:lnTo>
                      <a:pt x="467" y="73"/>
                    </a:lnTo>
                    <a:lnTo>
                      <a:pt x="442" y="61"/>
                    </a:lnTo>
                    <a:lnTo>
                      <a:pt x="415" y="51"/>
                    </a:lnTo>
                    <a:lnTo>
                      <a:pt x="386" y="45"/>
                    </a:lnTo>
                    <a:lnTo>
                      <a:pt x="358" y="39"/>
                    </a:lnTo>
                    <a:lnTo>
                      <a:pt x="329" y="38"/>
                    </a:lnTo>
                    <a:lnTo>
                      <a:pt x="329"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sz="1800" b="0" i="0" u="none" strike="noStrike" kern="1200" cap="none" spc="0" normalizeH="0" baseline="0" noProof="0">
                  <a:ln>
                    <a:noFill/>
                  </a:ln>
                  <a:solidFill>
                    <a:srgbClr val="000000"/>
                  </a:solidFill>
                  <a:effectLst/>
                  <a:uLnTx/>
                  <a:uFillTx/>
                  <a:latin typeface="Open Sans"/>
                  <a:ea typeface="+mn-ea"/>
                  <a:cs typeface="+mn-cs"/>
                </a:endParaRPr>
              </a:p>
            </p:txBody>
          </p:sp>
          <p:sp>
            <p:nvSpPr>
              <p:cNvPr id="170" name="Freeform 178">
                <a:extLst>
                  <a:ext uri="{FF2B5EF4-FFF2-40B4-BE49-F238E27FC236}">
                    <a16:creationId xmlns:a16="http://schemas.microsoft.com/office/drawing/2014/main" id="{D994079A-04DE-4E05-9B8C-B780F3BE5D13}"/>
                  </a:ext>
                </a:extLst>
              </p:cNvPr>
              <p:cNvSpPr>
                <a:spLocks/>
              </p:cNvSpPr>
              <p:nvPr/>
            </p:nvSpPr>
            <p:spPr bwMode="auto">
              <a:xfrm>
                <a:off x="9493251" y="1127125"/>
                <a:ext cx="250825" cy="66675"/>
              </a:xfrm>
              <a:custGeom>
                <a:avLst/>
                <a:gdLst>
                  <a:gd name="T0" fmla="*/ 314 w 315"/>
                  <a:gd name="T1" fmla="*/ 62 h 84"/>
                  <a:gd name="T2" fmla="*/ 288 w 315"/>
                  <a:gd name="T3" fmla="*/ 3 h 84"/>
                  <a:gd name="T4" fmla="*/ 288 w 315"/>
                  <a:gd name="T5" fmla="*/ 3 h 84"/>
                  <a:gd name="T6" fmla="*/ 286 w 315"/>
                  <a:gd name="T7" fmla="*/ 0 h 84"/>
                  <a:gd name="T8" fmla="*/ 283 w 315"/>
                  <a:gd name="T9" fmla="*/ 0 h 84"/>
                  <a:gd name="T10" fmla="*/ 32 w 315"/>
                  <a:gd name="T11" fmla="*/ 0 h 84"/>
                  <a:gd name="T12" fmla="*/ 32 w 315"/>
                  <a:gd name="T13" fmla="*/ 0 h 84"/>
                  <a:gd name="T14" fmla="*/ 29 w 315"/>
                  <a:gd name="T15" fmla="*/ 0 h 84"/>
                  <a:gd name="T16" fmla="*/ 26 w 315"/>
                  <a:gd name="T17" fmla="*/ 3 h 84"/>
                  <a:gd name="T18" fmla="*/ 1 w 315"/>
                  <a:gd name="T19" fmla="*/ 62 h 84"/>
                  <a:gd name="T20" fmla="*/ 1 w 315"/>
                  <a:gd name="T21" fmla="*/ 62 h 84"/>
                  <a:gd name="T22" fmla="*/ 0 w 315"/>
                  <a:gd name="T23" fmla="*/ 66 h 84"/>
                  <a:gd name="T24" fmla="*/ 0 w 315"/>
                  <a:gd name="T25" fmla="*/ 70 h 84"/>
                  <a:gd name="T26" fmla="*/ 1 w 315"/>
                  <a:gd name="T27" fmla="*/ 74 h 84"/>
                  <a:gd name="T28" fmla="*/ 2 w 315"/>
                  <a:gd name="T29" fmla="*/ 77 h 84"/>
                  <a:gd name="T30" fmla="*/ 2 w 315"/>
                  <a:gd name="T31" fmla="*/ 77 h 84"/>
                  <a:gd name="T32" fmla="*/ 5 w 315"/>
                  <a:gd name="T33" fmla="*/ 79 h 84"/>
                  <a:gd name="T34" fmla="*/ 8 w 315"/>
                  <a:gd name="T35" fmla="*/ 82 h 84"/>
                  <a:gd name="T36" fmla="*/ 12 w 315"/>
                  <a:gd name="T37" fmla="*/ 84 h 84"/>
                  <a:gd name="T38" fmla="*/ 16 w 315"/>
                  <a:gd name="T39" fmla="*/ 84 h 84"/>
                  <a:gd name="T40" fmla="*/ 299 w 315"/>
                  <a:gd name="T41" fmla="*/ 84 h 84"/>
                  <a:gd name="T42" fmla="*/ 299 w 315"/>
                  <a:gd name="T43" fmla="*/ 84 h 84"/>
                  <a:gd name="T44" fmla="*/ 303 w 315"/>
                  <a:gd name="T45" fmla="*/ 84 h 84"/>
                  <a:gd name="T46" fmla="*/ 307 w 315"/>
                  <a:gd name="T47" fmla="*/ 82 h 84"/>
                  <a:gd name="T48" fmla="*/ 310 w 315"/>
                  <a:gd name="T49" fmla="*/ 79 h 84"/>
                  <a:gd name="T50" fmla="*/ 313 w 315"/>
                  <a:gd name="T51" fmla="*/ 77 h 84"/>
                  <a:gd name="T52" fmla="*/ 313 w 315"/>
                  <a:gd name="T53" fmla="*/ 77 h 84"/>
                  <a:gd name="T54" fmla="*/ 314 w 315"/>
                  <a:gd name="T55" fmla="*/ 74 h 84"/>
                  <a:gd name="T56" fmla="*/ 315 w 315"/>
                  <a:gd name="T57" fmla="*/ 70 h 84"/>
                  <a:gd name="T58" fmla="*/ 315 w 315"/>
                  <a:gd name="T59" fmla="*/ 66 h 84"/>
                  <a:gd name="T60" fmla="*/ 314 w 315"/>
                  <a:gd name="T61" fmla="*/ 62 h 84"/>
                  <a:gd name="T62" fmla="*/ 314 w 315"/>
                  <a:gd name="T63" fmla="*/ 62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15" h="84">
                    <a:moveTo>
                      <a:pt x="314" y="62"/>
                    </a:moveTo>
                    <a:lnTo>
                      <a:pt x="288" y="3"/>
                    </a:lnTo>
                    <a:lnTo>
                      <a:pt x="288" y="3"/>
                    </a:lnTo>
                    <a:lnTo>
                      <a:pt x="286" y="0"/>
                    </a:lnTo>
                    <a:lnTo>
                      <a:pt x="283" y="0"/>
                    </a:lnTo>
                    <a:lnTo>
                      <a:pt x="32" y="0"/>
                    </a:lnTo>
                    <a:lnTo>
                      <a:pt x="32" y="0"/>
                    </a:lnTo>
                    <a:lnTo>
                      <a:pt x="29" y="0"/>
                    </a:lnTo>
                    <a:lnTo>
                      <a:pt x="26" y="3"/>
                    </a:lnTo>
                    <a:lnTo>
                      <a:pt x="1" y="62"/>
                    </a:lnTo>
                    <a:lnTo>
                      <a:pt x="1" y="62"/>
                    </a:lnTo>
                    <a:lnTo>
                      <a:pt x="0" y="66"/>
                    </a:lnTo>
                    <a:lnTo>
                      <a:pt x="0" y="70"/>
                    </a:lnTo>
                    <a:lnTo>
                      <a:pt x="1" y="74"/>
                    </a:lnTo>
                    <a:lnTo>
                      <a:pt x="2" y="77"/>
                    </a:lnTo>
                    <a:lnTo>
                      <a:pt x="2" y="77"/>
                    </a:lnTo>
                    <a:lnTo>
                      <a:pt x="5" y="79"/>
                    </a:lnTo>
                    <a:lnTo>
                      <a:pt x="8" y="82"/>
                    </a:lnTo>
                    <a:lnTo>
                      <a:pt x="12" y="84"/>
                    </a:lnTo>
                    <a:lnTo>
                      <a:pt x="16" y="84"/>
                    </a:lnTo>
                    <a:lnTo>
                      <a:pt x="299" y="84"/>
                    </a:lnTo>
                    <a:lnTo>
                      <a:pt x="299" y="84"/>
                    </a:lnTo>
                    <a:lnTo>
                      <a:pt x="303" y="84"/>
                    </a:lnTo>
                    <a:lnTo>
                      <a:pt x="307" y="82"/>
                    </a:lnTo>
                    <a:lnTo>
                      <a:pt x="310" y="79"/>
                    </a:lnTo>
                    <a:lnTo>
                      <a:pt x="313" y="77"/>
                    </a:lnTo>
                    <a:lnTo>
                      <a:pt x="313" y="77"/>
                    </a:lnTo>
                    <a:lnTo>
                      <a:pt x="314" y="74"/>
                    </a:lnTo>
                    <a:lnTo>
                      <a:pt x="315" y="70"/>
                    </a:lnTo>
                    <a:lnTo>
                      <a:pt x="315" y="66"/>
                    </a:lnTo>
                    <a:lnTo>
                      <a:pt x="314" y="62"/>
                    </a:lnTo>
                    <a:lnTo>
                      <a:pt x="314" y="6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sz="1800" b="0" i="0" u="none" strike="noStrike" kern="1200" cap="none" spc="0" normalizeH="0" baseline="0" noProof="0">
                  <a:ln>
                    <a:noFill/>
                  </a:ln>
                  <a:solidFill>
                    <a:srgbClr val="000000"/>
                  </a:solidFill>
                  <a:effectLst/>
                  <a:uLnTx/>
                  <a:uFillTx/>
                  <a:latin typeface="Open Sans"/>
                  <a:ea typeface="+mn-ea"/>
                  <a:cs typeface="+mn-cs"/>
                </a:endParaRPr>
              </a:p>
            </p:txBody>
          </p:sp>
          <p:sp>
            <p:nvSpPr>
              <p:cNvPr id="184" name="Freeform 179">
                <a:extLst>
                  <a:ext uri="{FF2B5EF4-FFF2-40B4-BE49-F238E27FC236}">
                    <a16:creationId xmlns:a16="http://schemas.microsoft.com/office/drawing/2014/main" id="{61DB8158-B075-409E-9E75-CA7542223472}"/>
                  </a:ext>
                </a:extLst>
              </p:cNvPr>
              <p:cNvSpPr>
                <a:spLocks noEditPoints="1"/>
              </p:cNvSpPr>
              <p:nvPr/>
            </p:nvSpPr>
            <p:spPr bwMode="auto">
              <a:xfrm>
                <a:off x="9515476" y="969963"/>
                <a:ext cx="207963" cy="149225"/>
              </a:xfrm>
              <a:custGeom>
                <a:avLst/>
                <a:gdLst>
                  <a:gd name="T0" fmla="*/ 6 w 262"/>
                  <a:gd name="T1" fmla="*/ 188 h 188"/>
                  <a:gd name="T2" fmla="*/ 257 w 262"/>
                  <a:gd name="T3" fmla="*/ 188 h 188"/>
                  <a:gd name="T4" fmla="*/ 257 w 262"/>
                  <a:gd name="T5" fmla="*/ 188 h 188"/>
                  <a:gd name="T6" fmla="*/ 260 w 262"/>
                  <a:gd name="T7" fmla="*/ 188 h 188"/>
                  <a:gd name="T8" fmla="*/ 261 w 262"/>
                  <a:gd name="T9" fmla="*/ 187 h 188"/>
                  <a:gd name="T10" fmla="*/ 262 w 262"/>
                  <a:gd name="T11" fmla="*/ 186 h 188"/>
                  <a:gd name="T12" fmla="*/ 262 w 262"/>
                  <a:gd name="T13" fmla="*/ 183 h 188"/>
                  <a:gd name="T14" fmla="*/ 262 w 262"/>
                  <a:gd name="T15" fmla="*/ 26 h 188"/>
                  <a:gd name="T16" fmla="*/ 262 w 262"/>
                  <a:gd name="T17" fmla="*/ 26 h 188"/>
                  <a:gd name="T18" fmla="*/ 262 w 262"/>
                  <a:gd name="T19" fmla="*/ 21 h 188"/>
                  <a:gd name="T20" fmla="*/ 261 w 262"/>
                  <a:gd name="T21" fmla="*/ 15 h 188"/>
                  <a:gd name="T22" fmla="*/ 258 w 262"/>
                  <a:gd name="T23" fmla="*/ 11 h 188"/>
                  <a:gd name="T24" fmla="*/ 254 w 262"/>
                  <a:gd name="T25" fmla="*/ 7 h 188"/>
                  <a:gd name="T26" fmla="*/ 250 w 262"/>
                  <a:gd name="T27" fmla="*/ 4 h 188"/>
                  <a:gd name="T28" fmla="*/ 246 w 262"/>
                  <a:gd name="T29" fmla="*/ 2 h 188"/>
                  <a:gd name="T30" fmla="*/ 241 w 262"/>
                  <a:gd name="T31" fmla="*/ 0 h 188"/>
                  <a:gd name="T32" fmla="*/ 237 w 262"/>
                  <a:gd name="T33" fmla="*/ 0 h 188"/>
                  <a:gd name="T34" fmla="*/ 26 w 262"/>
                  <a:gd name="T35" fmla="*/ 0 h 188"/>
                  <a:gd name="T36" fmla="*/ 26 w 262"/>
                  <a:gd name="T37" fmla="*/ 0 h 188"/>
                  <a:gd name="T38" fmla="*/ 22 w 262"/>
                  <a:gd name="T39" fmla="*/ 0 h 188"/>
                  <a:gd name="T40" fmla="*/ 17 w 262"/>
                  <a:gd name="T41" fmla="*/ 2 h 188"/>
                  <a:gd name="T42" fmla="*/ 13 w 262"/>
                  <a:gd name="T43" fmla="*/ 4 h 188"/>
                  <a:gd name="T44" fmla="*/ 8 w 262"/>
                  <a:gd name="T45" fmla="*/ 7 h 188"/>
                  <a:gd name="T46" fmla="*/ 4 w 262"/>
                  <a:gd name="T47" fmla="*/ 11 h 188"/>
                  <a:gd name="T48" fmla="*/ 3 w 262"/>
                  <a:gd name="T49" fmla="*/ 15 h 188"/>
                  <a:gd name="T50" fmla="*/ 0 w 262"/>
                  <a:gd name="T51" fmla="*/ 21 h 188"/>
                  <a:gd name="T52" fmla="*/ 0 w 262"/>
                  <a:gd name="T53" fmla="*/ 26 h 188"/>
                  <a:gd name="T54" fmla="*/ 0 w 262"/>
                  <a:gd name="T55" fmla="*/ 183 h 188"/>
                  <a:gd name="T56" fmla="*/ 0 w 262"/>
                  <a:gd name="T57" fmla="*/ 183 h 188"/>
                  <a:gd name="T58" fmla="*/ 0 w 262"/>
                  <a:gd name="T59" fmla="*/ 186 h 188"/>
                  <a:gd name="T60" fmla="*/ 2 w 262"/>
                  <a:gd name="T61" fmla="*/ 187 h 188"/>
                  <a:gd name="T62" fmla="*/ 3 w 262"/>
                  <a:gd name="T63" fmla="*/ 188 h 188"/>
                  <a:gd name="T64" fmla="*/ 6 w 262"/>
                  <a:gd name="T65" fmla="*/ 188 h 188"/>
                  <a:gd name="T66" fmla="*/ 6 w 262"/>
                  <a:gd name="T67" fmla="*/ 188 h 188"/>
                  <a:gd name="T68" fmla="*/ 18 w 262"/>
                  <a:gd name="T69" fmla="*/ 25 h 188"/>
                  <a:gd name="T70" fmla="*/ 18 w 262"/>
                  <a:gd name="T71" fmla="*/ 25 h 188"/>
                  <a:gd name="T72" fmla="*/ 18 w 262"/>
                  <a:gd name="T73" fmla="*/ 22 h 188"/>
                  <a:gd name="T74" fmla="*/ 19 w 262"/>
                  <a:gd name="T75" fmla="*/ 21 h 188"/>
                  <a:gd name="T76" fmla="*/ 21 w 262"/>
                  <a:gd name="T77" fmla="*/ 19 h 188"/>
                  <a:gd name="T78" fmla="*/ 23 w 262"/>
                  <a:gd name="T79" fmla="*/ 19 h 188"/>
                  <a:gd name="T80" fmla="*/ 240 w 262"/>
                  <a:gd name="T81" fmla="*/ 19 h 188"/>
                  <a:gd name="T82" fmla="*/ 240 w 262"/>
                  <a:gd name="T83" fmla="*/ 19 h 188"/>
                  <a:gd name="T84" fmla="*/ 241 w 262"/>
                  <a:gd name="T85" fmla="*/ 19 h 188"/>
                  <a:gd name="T86" fmla="*/ 244 w 262"/>
                  <a:gd name="T87" fmla="*/ 21 h 188"/>
                  <a:gd name="T88" fmla="*/ 244 w 262"/>
                  <a:gd name="T89" fmla="*/ 22 h 188"/>
                  <a:gd name="T90" fmla="*/ 245 w 262"/>
                  <a:gd name="T91" fmla="*/ 25 h 188"/>
                  <a:gd name="T92" fmla="*/ 245 w 262"/>
                  <a:gd name="T93" fmla="*/ 166 h 188"/>
                  <a:gd name="T94" fmla="*/ 245 w 262"/>
                  <a:gd name="T95" fmla="*/ 166 h 188"/>
                  <a:gd name="T96" fmla="*/ 244 w 262"/>
                  <a:gd name="T97" fmla="*/ 167 h 188"/>
                  <a:gd name="T98" fmla="*/ 244 w 262"/>
                  <a:gd name="T99" fmla="*/ 170 h 188"/>
                  <a:gd name="T100" fmla="*/ 241 w 262"/>
                  <a:gd name="T101" fmla="*/ 170 h 188"/>
                  <a:gd name="T102" fmla="*/ 240 w 262"/>
                  <a:gd name="T103" fmla="*/ 171 h 188"/>
                  <a:gd name="T104" fmla="*/ 23 w 262"/>
                  <a:gd name="T105" fmla="*/ 171 h 188"/>
                  <a:gd name="T106" fmla="*/ 23 w 262"/>
                  <a:gd name="T107" fmla="*/ 171 h 188"/>
                  <a:gd name="T108" fmla="*/ 21 w 262"/>
                  <a:gd name="T109" fmla="*/ 170 h 188"/>
                  <a:gd name="T110" fmla="*/ 19 w 262"/>
                  <a:gd name="T111" fmla="*/ 170 h 188"/>
                  <a:gd name="T112" fmla="*/ 18 w 262"/>
                  <a:gd name="T113" fmla="*/ 167 h 188"/>
                  <a:gd name="T114" fmla="*/ 18 w 262"/>
                  <a:gd name="T115" fmla="*/ 166 h 188"/>
                  <a:gd name="T116" fmla="*/ 18 w 262"/>
                  <a:gd name="T117" fmla="*/ 25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62" h="188">
                    <a:moveTo>
                      <a:pt x="6" y="188"/>
                    </a:moveTo>
                    <a:lnTo>
                      <a:pt x="257" y="188"/>
                    </a:lnTo>
                    <a:lnTo>
                      <a:pt x="257" y="188"/>
                    </a:lnTo>
                    <a:lnTo>
                      <a:pt x="260" y="188"/>
                    </a:lnTo>
                    <a:lnTo>
                      <a:pt x="261" y="187"/>
                    </a:lnTo>
                    <a:lnTo>
                      <a:pt x="262" y="186"/>
                    </a:lnTo>
                    <a:lnTo>
                      <a:pt x="262" y="183"/>
                    </a:lnTo>
                    <a:lnTo>
                      <a:pt x="262" y="26"/>
                    </a:lnTo>
                    <a:lnTo>
                      <a:pt x="262" y="26"/>
                    </a:lnTo>
                    <a:lnTo>
                      <a:pt x="262" y="21"/>
                    </a:lnTo>
                    <a:lnTo>
                      <a:pt x="261" y="15"/>
                    </a:lnTo>
                    <a:lnTo>
                      <a:pt x="258" y="11"/>
                    </a:lnTo>
                    <a:lnTo>
                      <a:pt x="254" y="7"/>
                    </a:lnTo>
                    <a:lnTo>
                      <a:pt x="250" y="4"/>
                    </a:lnTo>
                    <a:lnTo>
                      <a:pt x="246" y="2"/>
                    </a:lnTo>
                    <a:lnTo>
                      <a:pt x="241" y="0"/>
                    </a:lnTo>
                    <a:lnTo>
                      <a:pt x="237" y="0"/>
                    </a:lnTo>
                    <a:lnTo>
                      <a:pt x="26" y="0"/>
                    </a:lnTo>
                    <a:lnTo>
                      <a:pt x="26" y="0"/>
                    </a:lnTo>
                    <a:lnTo>
                      <a:pt x="22" y="0"/>
                    </a:lnTo>
                    <a:lnTo>
                      <a:pt x="17" y="2"/>
                    </a:lnTo>
                    <a:lnTo>
                      <a:pt x="13" y="4"/>
                    </a:lnTo>
                    <a:lnTo>
                      <a:pt x="8" y="7"/>
                    </a:lnTo>
                    <a:lnTo>
                      <a:pt x="4" y="11"/>
                    </a:lnTo>
                    <a:lnTo>
                      <a:pt x="3" y="15"/>
                    </a:lnTo>
                    <a:lnTo>
                      <a:pt x="0" y="21"/>
                    </a:lnTo>
                    <a:lnTo>
                      <a:pt x="0" y="26"/>
                    </a:lnTo>
                    <a:lnTo>
                      <a:pt x="0" y="183"/>
                    </a:lnTo>
                    <a:lnTo>
                      <a:pt x="0" y="183"/>
                    </a:lnTo>
                    <a:lnTo>
                      <a:pt x="0" y="186"/>
                    </a:lnTo>
                    <a:lnTo>
                      <a:pt x="2" y="187"/>
                    </a:lnTo>
                    <a:lnTo>
                      <a:pt x="3" y="188"/>
                    </a:lnTo>
                    <a:lnTo>
                      <a:pt x="6" y="188"/>
                    </a:lnTo>
                    <a:lnTo>
                      <a:pt x="6" y="188"/>
                    </a:lnTo>
                    <a:close/>
                    <a:moveTo>
                      <a:pt x="18" y="25"/>
                    </a:moveTo>
                    <a:lnTo>
                      <a:pt x="18" y="25"/>
                    </a:lnTo>
                    <a:lnTo>
                      <a:pt x="18" y="22"/>
                    </a:lnTo>
                    <a:lnTo>
                      <a:pt x="19" y="21"/>
                    </a:lnTo>
                    <a:lnTo>
                      <a:pt x="21" y="19"/>
                    </a:lnTo>
                    <a:lnTo>
                      <a:pt x="23" y="19"/>
                    </a:lnTo>
                    <a:lnTo>
                      <a:pt x="240" y="19"/>
                    </a:lnTo>
                    <a:lnTo>
                      <a:pt x="240" y="19"/>
                    </a:lnTo>
                    <a:lnTo>
                      <a:pt x="241" y="19"/>
                    </a:lnTo>
                    <a:lnTo>
                      <a:pt x="244" y="21"/>
                    </a:lnTo>
                    <a:lnTo>
                      <a:pt x="244" y="22"/>
                    </a:lnTo>
                    <a:lnTo>
                      <a:pt x="245" y="25"/>
                    </a:lnTo>
                    <a:lnTo>
                      <a:pt x="245" y="166"/>
                    </a:lnTo>
                    <a:lnTo>
                      <a:pt x="245" y="166"/>
                    </a:lnTo>
                    <a:lnTo>
                      <a:pt x="244" y="167"/>
                    </a:lnTo>
                    <a:lnTo>
                      <a:pt x="244" y="170"/>
                    </a:lnTo>
                    <a:lnTo>
                      <a:pt x="241" y="170"/>
                    </a:lnTo>
                    <a:lnTo>
                      <a:pt x="240" y="171"/>
                    </a:lnTo>
                    <a:lnTo>
                      <a:pt x="23" y="171"/>
                    </a:lnTo>
                    <a:lnTo>
                      <a:pt x="23" y="171"/>
                    </a:lnTo>
                    <a:lnTo>
                      <a:pt x="21" y="170"/>
                    </a:lnTo>
                    <a:lnTo>
                      <a:pt x="19" y="170"/>
                    </a:lnTo>
                    <a:lnTo>
                      <a:pt x="18" y="167"/>
                    </a:lnTo>
                    <a:lnTo>
                      <a:pt x="18" y="166"/>
                    </a:lnTo>
                    <a:lnTo>
                      <a:pt x="18"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sz="1800" b="0" i="0" u="none" strike="noStrike" kern="1200" cap="none" spc="0" normalizeH="0" baseline="0" noProof="0">
                  <a:ln>
                    <a:noFill/>
                  </a:ln>
                  <a:solidFill>
                    <a:srgbClr val="000000"/>
                  </a:solidFill>
                  <a:effectLst/>
                  <a:uLnTx/>
                  <a:uFillTx/>
                  <a:latin typeface="Open Sans"/>
                  <a:ea typeface="+mn-ea"/>
                  <a:cs typeface="+mn-cs"/>
                </a:endParaRPr>
              </a:p>
            </p:txBody>
          </p:sp>
        </p:grpSp>
        <p:grpSp>
          <p:nvGrpSpPr>
            <p:cNvPr id="163" name="Group 61">
              <a:extLst>
                <a:ext uri="{FF2B5EF4-FFF2-40B4-BE49-F238E27FC236}">
                  <a16:creationId xmlns:a16="http://schemas.microsoft.com/office/drawing/2014/main" id="{FCD7C16A-24A2-4A56-8D3A-1C164FC7E65A}"/>
                </a:ext>
              </a:extLst>
            </p:cNvPr>
            <p:cNvGrpSpPr>
              <a:grpSpLocks noChangeAspect="1"/>
            </p:cNvGrpSpPr>
            <p:nvPr/>
          </p:nvGrpSpPr>
          <p:grpSpPr>
            <a:xfrm>
              <a:off x="10268765" y="3286807"/>
              <a:ext cx="252000" cy="252000"/>
              <a:chOff x="6716713" y="822325"/>
              <a:chExt cx="522288" cy="522288"/>
            </a:xfrm>
            <a:solidFill>
              <a:schemeClr val="tx1"/>
            </a:solidFill>
          </p:grpSpPr>
          <p:sp>
            <p:nvSpPr>
              <p:cNvPr id="167" name="Freeform 34">
                <a:extLst>
                  <a:ext uri="{FF2B5EF4-FFF2-40B4-BE49-F238E27FC236}">
                    <a16:creationId xmlns:a16="http://schemas.microsoft.com/office/drawing/2014/main" id="{8ED02E91-A3A0-4BB6-BE20-F84D433D5858}"/>
                  </a:ext>
                </a:extLst>
              </p:cNvPr>
              <p:cNvSpPr>
                <a:spLocks noEditPoints="1"/>
              </p:cNvSpPr>
              <p:nvPr/>
            </p:nvSpPr>
            <p:spPr bwMode="auto">
              <a:xfrm>
                <a:off x="6716713" y="822325"/>
                <a:ext cx="522288" cy="522288"/>
              </a:xfrm>
              <a:custGeom>
                <a:avLst/>
                <a:gdLst>
                  <a:gd name="T0" fmla="*/ 312 w 659"/>
                  <a:gd name="T1" fmla="*/ 658 h 658"/>
                  <a:gd name="T2" fmla="*/ 264 w 659"/>
                  <a:gd name="T3" fmla="*/ 652 h 658"/>
                  <a:gd name="T4" fmla="*/ 202 w 659"/>
                  <a:gd name="T5" fmla="*/ 633 h 658"/>
                  <a:gd name="T6" fmla="*/ 120 w 659"/>
                  <a:gd name="T7" fmla="*/ 583 h 658"/>
                  <a:gd name="T8" fmla="*/ 57 w 659"/>
                  <a:gd name="T9" fmla="*/ 513 h 658"/>
                  <a:gd name="T10" fmla="*/ 15 w 659"/>
                  <a:gd name="T11" fmla="*/ 427 h 658"/>
                  <a:gd name="T12" fmla="*/ 5 w 659"/>
                  <a:gd name="T13" fmla="*/ 379 h 658"/>
                  <a:gd name="T14" fmla="*/ 0 w 659"/>
                  <a:gd name="T15" fmla="*/ 329 h 658"/>
                  <a:gd name="T16" fmla="*/ 3 w 659"/>
                  <a:gd name="T17" fmla="*/ 296 h 658"/>
                  <a:gd name="T18" fmla="*/ 11 w 659"/>
                  <a:gd name="T19" fmla="*/ 247 h 658"/>
                  <a:gd name="T20" fmla="*/ 41 w 659"/>
                  <a:gd name="T21" fmla="*/ 173 h 658"/>
                  <a:gd name="T22" fmla="*/ 97 w 659"/>
                  <a:gd name="T23" fmla="*/ 97 h 658"/>
                  <a:gd name="T24" fmla="*/ 172 w 659"/>
                  <a:gd name="T25" fmla="*/ 40 h 658"/>
                  <a:gd name="T26" fmla="*/ 248 w 659"/>
                  <a:gd name="T27" fmla="*/ 11 h 658"/>
                  <a:gd name="T28" fmla="*/ 296 w 659"/>
                  <a:gd name="T29" fmla="*/ 3 h 658"/>
                  <a:gd name="T30" fmla="*/ 330 w 659"/>
                  <a:gd name="T31" fmla="*/ 0 h 658"/>
                  <a:gd name="T32" fmla="*/ 379 w 659"/>
                  <a:gd name="T33" fmla="*/ 4 h 658"/>
                  <a:gd name="T34" fmla="*/ 428 w 659"/>
                  <a:gd name="T35" fmla="*/ 15 h 658"/>
                  <a:gd name="T36" fmla="*/ 514 w 659"/>
                  <a:gd name="T37" fmla="*/ 56 h 658"/>
                  <a:gd name="T38" fmla="*/ 584 w 659"/>
                  <a:gd name="T39" fmla="*/ 121 h 658"/>
                  <a:gd name="T40" fmla="*/ 633 w 659"/>
                  <a:gd name="T41" fmla="*/ 202 h 658"/>
                  <a:gd name="T42" fmla="*/ 652 w 659"/>
                  <a:gd name="T43" fmla="*/ 263 h 658"/>
                  <a:gd name="T44" fmla="*/ 657 w 659"/>
                  <a:gd name="T45" fmla="*/ 313 h 658"/>
                  <a:gd name="T46" fmla="*/ 657 w 659"/>
                  <a:gd name="T47" fmla="*/ 347 h 658"/>
                  <a:gd name="T48" fmla="*/ 652 w 659"/>
                  <a:gd name="T49" fmla="*/ 396 h 658"/>
                  <a:gd name="T50" fmla="*/ 633 w 659"/>
                  <a:gd name="T51" fmla="*/ 457 h 658"/>
                  <a:gd name="T52" fmla="*/ 584 w 659"/>
                  <a:gd name="T53" fmla="*/ 539 h 658"/>
                  <a:gd name="T54" fmla="*/ 514 w 659"/>
                  <a:gd name="T55" fmla="*/ 602 h 658"/>
                  <a:gd name="T56" fmla="*/ 428 w 659"/>
                  <a:gd name="T57" fmla="*/ 644 h 658"/>
                  <a:gd name="T58" fmla="*/ 379 w 659"/>
                  <a:gd name="T59" fmla="*/ 654 h 658"/>
                  <a:gd name="T60" fmla="*/ 330 w 659"/>
                  <a:gd name="T61" fmla="*/ 658 h 658"/>
                  <a:gd name="T62" fmla="*/ 330 w 659"/>
                  <a:gd name="T63" fmla="*/ 38 h 658"/>
                  <a:gd name="T64" fmla="*/ 244 w 659"/>
                  <a:gd name="T65" fmla="*/ 51 h 658"/>
                  <a:gd name="T66" fmla="*/ 167 w 659"/>
                  <a:gd name="T67" fmla="*/ 89 h 658"/>
                  <a:gd name="T68" fmla="*/ 105 w 659"/>
                  <a:gd name="T69" fmla="*/ 144 h 658"/>
                  <a:gd name="T70" fmla="*/ 61 w 659"/>
                  <a:gd name="T71" fmla="*/ 216 h 658"/>
                  <a:gd name="T72" fmla="*/ 39 w 659"/>
                  <a:gd name="T73" fmla="*/ 300 h 658"/>
                  <a:gd name="T74" fmla="*/ 39 w 659"/>
                  <a:gd name="T75" fmla="*/ 359 h 658"/>
                  <a:gd name="T76" fmla="*/ 61 w 659"/>
                  <a:gd name="T77" fmla="*/ 443 h 658"/>
                  <a:gd name="T78" fmla="*/ 105 w 659"/>
                  <a:gd name="T79" fmla="*/ 515 h 658"/>
                  <a:gd name="T80" fmla="*/ 167 w 659"/>
                  <a:gd name="T81" fmla="*/ 571 h 658"/>
                  <a:gd name="T82" fmla="*/ 244 w 659"/>
                  <a:gd name="T83" fmla="*/ 607 h 658"/>
                  <a:gd name="T84" fmla="*/ 330 w 659"/>
                  <a:gd name="T85" fmla="*/ 621 h 658"/>
                  <a:gd name="T86" fmla="*/ 389 w 659"/>
                  <a:gd name="T87" fmla="*/ 615 h 658"/>
                  <a:gd name="T88" fmla="*/ 468 w 659"/>
                  <a:gd name="T89" fmla="*/ 586 h 658"/>
                  <a:gd name="T90" fmla="*/ 535 w 659"/>
                  <a:gd name="T91" fmla="*/ 535 h 658"/>
                  <a:gd name="T92" fmla="*/ 586 w 659"/>
                  <a:gd name="T93" fmla="*/ 468 h 658"/>
                  <a:gd name="T94" fmla="*/ 614 w 659"/>
                  <a:gd name="T95" fmla="*/ 388 h 658"/>
                  <a:gd name="T96" fmla="*/ 621 w 659"/>
                  <a:gd name="T97" fmla="*/ 329 h 658"/>
                  <a:gd name="T98" fmla="*/ 608 w 659"/>
                  <a:gd name="T99" fmla="*/ 243 h 658"/>
                  <a:gd name="T100" fmla="*/ 571 w 659"/>
                  <a:gd name="T101" fmla="*/ 167 h 658"/>
                  <a:gd name="T102" fmla="*/ 515 w 659"/>
                  <a:gd name="T103" fmla="*/ 105 h 658"/>
                  <a:gd name="T104" fmla="*/ 442 w 659"/>
                  <a:gd name="T105" fmla="*/ 62 h 658"/>
                  <a:gd name="T106" fmla="*/ 359 w 659"/>
                  <a:gd name="T107" fmla="*/ 40 h 6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59" h="658">
                    <a:moveTo>
                      <a:pt x="330" y="658"/>
                    </a:moveTo>
                    <a:lnTo>
                      <a:pt x="330" y="658"/>
                    </a:lnTo>
                    <a:lnTo>
                      <a:pt x="312" y="658"/>
                    </a:lnTo>
                    <a:lnTo>
                      <a:pt x="296" y="657"/>
                    </a:lnTo>
                    <a:lnTo>
                      <a:pt x="280" y="654"/>
                    </a:lnTo>
                    <a:lnTo>
                      <a:pt x="264" y="652"/>
                    </a:lnTo>
                    <a:lnTo>
                      <a:pt x="248" y="648"/>
                    </a:lnTo>
                    <a:lnTo>
                      <a:pt x="232" y="644"/>
                    </a:lnTo>
                    <a:lnTo>
                      <a:pt x="202" y="633"/>
                    </a:lnTo>
                    <a:lnTo>
                      <a:pt x="172" y="618"/>
                    </a:lnTo>
                    <a:lnTo>
                      <a:pt x="146" y="602"/>
                    </a:lnTo>
                    <a:lnTo>
                      <a:pt x="120" y="583"/>
                    </a:lnTo>
                    <a:lnTo>
                      <a:pt x="97" y="562"/>
                    </a:lnTo>
                    <a:lnTo>
                      <a:pt x="76" y="539"/>
                    </a:lnTo>
                    <a:lnTo>
                      <a:pt x="57" y="513"/>
                    </a:lnTo>
                    <a:lnTo>
                      <a:pt x="41" y="486"/>
                    </a:lnTo>
                    <a:lnTo>
                      <a:pt x="26" y="457"/>
                    </a:lnTo>
                    <a:lnTo>
                      <a:pt x="15" y="427"/>
                    </a:lnTo>
                    <a:lnTo>
                      <a:pt x="11" y="411"/>
                    </a:lnTo>
                    <a:lnTo>
                      <a:pt x="7" y="396"/>
                    </a:lnTo>
                    <a:lnTo>
                      <a:pt x="5" y="379"/>
                    </a:lnTo>
                    <a:lnTo>
                      <a:pt x="3" y="363"/>
                    </a:lnTo>
                    <a:lnTo>
                      <a:pt x="2" y="347"/>
                    </a:lnTo>
                    <a:lnTo>
                      <a:pt x="0" y="329"/>
                    </a:lnTo>
                    <a:lnTo>
                      <a:pt x="0" y="329"/>
                    </a:lnTo>
                    <a:lnTo>
                      <a:pt x="2" y="313"/>
                    </a:lnTo>
                    <a:lnTo>
                      <a:pt x="3" y="296"/>
                    </a:lnTo>
                    <a:lnTo>
                      <a:pt x="5" y="279"/>
                    </a:lnTo>
                    <a:lnTo>
                      <a:pt x="7" y="263"/>
                    </a:lnTo>
                    <a:lnTo>
                      <a:pt x="11" y="247"/>
                    </a:lnTo>
                    <a:lnTo>
                      <a:pt x="15" y="232"/>
                    </a:lnTo>
                    <a:lnTo>
                      <a:pt x="26" y="202"/>
                    </a:lnTo>
                    <a:lnTo>
                      <a:pt x="41" y="173"/>
                    </a:lnTo>
                    <a:lnTo>
                      <a:pt x="57" y="145"/>
                    </a:lnTo>
                    <a:lnTo>
                      <a:pt x="76" y="121"/>
                    </a:lnTo>
                    <a:lnTo>
                      <a:pt x="97" y="97"/>
                    </a:lnTo>
                    <a:lnTo>
                      <a:pt x="120" y="75"/>
                    </a:lnTo>
                    <a:lnTo>
                      <a:pt x="146" y="56"/>
                    </a:lnTo>
                    <a:lnTo>
                      <a:pt x="172" y="40"/>
                    </a:lnTo>
                    <a:lnTo>
                      <a:pt x="202" y="27"/>
                    </a:lnTo>
                    <a:lnTo>
                      <a:pt x="232" y="15"/>
                    </a:lnTo>
                    <a:lnTo>
                      <a:pt x="248" y="11"/>
                    </a:lnTo>
                    <a:lnTo>
                      <a:pt x="264" y="7"/>
                    </a:lnTo>
                    <a:lnTo>
                      <a:pt x="280" y="4"/>
                    </a:lnTo>
                    <a:lnTo>
                      <a:pt x="296" y="3"/>
                    </a:lnTo>
                    <a:lnTo>
                      <a:pt x="312" y="1"/>
                    </a:lnTo>
                    <a:lnTo>
                      <a:pt x="330" y="0"/>
                    </a:lnTo>
                    <a:lnTo>
                      <a:pt x="330" y="0"/>
                    </a:lnTo>
                    <a:lnTo>
                      <a:pt x="347" y="1"/>
                    </a:lnTo>
                    <a:lnTo>
                      <a:pt x="363" y="3"/>
                    </a:lnTo>
                    <a:lnTo>
                      <a:pt x="379" y="4"/>
                    </a:lnTo>
                    <a:lnTo>
                      <a:pt x="395" y="7"/>
                    </a:lnTo>
                    <a:lnTo>
                      <a:pt x="412" y="11"/>
                    </a:lnTo>
                    <a:lnTo>
                      <a:pt x="428" y="15"/>
                    </a:lnTo>
                    <a:lnTo>
                      <a:pt x="457" y="27"/>
                    </a:lnTo>
                    <a:lnTo>
                      <a:pt x="487" y="40"/>
                    </a:lnTo>
                    <a:lnTo>
                      <a:pt x="514" y="56"/>
                    </a:lnTo>
                    <a:lnTo>
                      <a:pt x="539" y="75"/>
                    </a:lnTo>
                    <a:lnTo>
                      <a:pt x="562" y="97"/>
                    </a:lnTo>
                    <a:lnTo>
                      <a:pt x="584" y="121"/>
                    </a:lnTo>
                    <a:lnTo>
                      <a:pt x="602" y="145"/>
                    </a:lnTo>
                    <a:lnTo>
                      <a:pt x="618" y="173"/>
                    </a:lnTo>
                    <a:lnTo>
                      <a:pt x="633" y="202"/>
                    </a:lnTo>
                    <a:lnTo>
                      <a:pt x="644" y="232"/>
                    </a:lnTo>
                    <a:lnTo>
                      <a:pt x="648" y="247"/>
                    </a:lnTo>
                    <a:lnTo>
                      <a:pt x="652" y="263"/>
                    </a:lnTo>
                    <a:lnTo>
                      <a:pt x="655" y="279"/>
                    </a:lnTo>
                    <a:lnTo>
                      <a:pt x="656" y="296"/>
                    </a:lnTo>
                    <a:lnTo>
                      <a:pt x="657" y="313"/>
                    </a:lnTo>
                    <a:lnTo>
                      <a:pt x="659" y="329"/>
                    </a:lnTo>
                    <a:lnTo>
                      <a:pt x="659" y="329"/>
                    </a:lnTo>
                    <a:lnTo>
                      <a:pt x="657" y="347"/>
                    </a:lnTo>
                    <a:lnTo>
                      <a:pt x="656" y="363"/>
                    </a:lnTo>
                    <a:lnTo>
                      <a:pt x="655" y="379"/>
                    </a:lnTo>
                    <a:lnTo>
                      <a:pt x="652" y="396"/>
                    </a:lnTo>
                    <a:lnTo>
                      <a:pt x="648" y="411"/>
                    </a:lnTo>
                    <a:lnTo>
                      <a:pt x="644" y="427"/>
                    </a:lnTo>
                    <a:lnTo>
                      <a:pt x="633" y="457"/>
                    </a:lnTo>
                    <a:lnTo>
                      <a:pt x="618" y="486"/>
                    </a:lnTo>
                    <a:lnTo>
                      <a:pt x="602" y="513"/>
                    </a:lnTo>
                    <a:lnTo>
                      <a:pt x="584" y="539"/>
                    </a:lnTo>
                    <a:lnTo>
                      <a:pt x="562" y="562"/>
                    </a:lnTo>
                    <a:lnTo>
                      <a:pt x="539" y="583"/>
                    </a:lnTo>
                    <a:lnTo>
                      <a:pt x="514" y="602"/>
                    </a:lnTo>
                    <a:lnTo>
                      <a:pt x="487" y="618"/>
                    </a:lnTo>
                    <a:lnTo>
                      <a:pt x="457" y="633"/>
                    </a:lnTo>
                    <a:lnTo>
                      <a:pt x="428" y="644"/>
                    </a:lnTo>
                    <a:lnTo>
                      <a:pt x="412" y="648"/>
                    </a:lnTo>
                    <a:lnTo>
                      <a:pt x="395" y="652"/>
                    </a:lnTo>
                    <a:lnTo>
                      <a:pt x="379" y="654"/>
                    </a:lnTo>
                    <a:lnTo>
                      <a:pt x="363" y="657"/>
                    </a:lnTo>
                    <a:lnTo>
                      <a:pt x="347" y="658"/>
                    </a:lnTo>
                    <a:lnTo>
                      <a:pt x="330" y="658"/>
                    </a:lnTo>
                    <a:lnTo>
                      <a:pt x="330" y="658"/>
                    </a:lnTo>
                    <a:close/>
                    <a:moveTo>
                      <a:pt x="330" y="38"/>
                    </a:moveTo>
                    <a:lnTo>
                      <a:pt x="330" y="38"/>
                    </a:lnTo>
                    <a:lnTo>
                      <a:pt x="300" y="40"/>
                    </a:lnTo>
                    <a:lnTo>
                      <a:pt x="271" y="44"/>
                    </a:lnTo>
                    <a:lnTo>
                      <a:pt x="244" y="51"/>
                    </a:lnTo>
                    <a:lnTo>
                      <a:pt x="217" y="62"/>
                    </a:lnTo>
                    <a:lnTo>
                      <a:pt x="191" y="74"/>
                    </a:lnTo>
                    <a:lnTo>
                      <a:pt x="167" y="89"/>
                    </a:lnTo>
                    <a:lnTo>
                      <a:pt x="144" y="105"/>
                    </a:lnTo>
                    <a:lnTo>
                      <a:pt x="124" y="124"/>
                    </a:lnTo>
                    <a:lnTo>
                      <a:pt x="105" y="144"/>
                    </a:lnTo>
                    <a:lnTo>
                      <a:pt x="88" y="167"/>
                    </a:lnTo>
                    <a:lnTo>
                      <a:pt x="73" y="191"/>
                    </a:lnTo>
                    <a:lnTo>
                      <a:pt x="61" y="216"/>
                    </a:lnTo>
                    <a:lnTo>
                      <a:pt x="52" y="243"/>
                    </a:lnTo>
                    <a:lnTo>
                      <a:pt x="45" y="271"/>
                    </a:lnTo>
                    <a:lnTo>
                      <a:pt x="39" y="300"/>
                    </a:lnTo>
                    <a:lnTo>
                      <a:pt x="38" y="329"/>
                    </a:lnTo>
                    <a:lnTo>
                      <a:pt x="38" y="329"/>
                    </a:lnTo>
                    <a:lnTo>
                      <a:pt x="39" y="359"/>
                    </a:lnTo>
                    <a:lnTo>
                      <a:pt x="45" y="388"/>
                    </a:lnTo>
                    <a:lnTo>
                      <a:pt x="52" y="416"/>
                    </a:lnTo>
                    <a:lnTo>
                      <a:pt x="61" y="443"/>
                    </a:lnTo>
                    <a:lnTo>
                      <a:pt x="73" y="468"/>
                    </a:lnTo>
                    <a:lnTo>
                      <a:pt x="88" y="492"/>
                    </a:lnTo>
                    <a:lnTo>
                      <a:pt x="105" y="515"/>
                    </a:lnTo>
                    <a:lnTo>
                      <a:pt x="124" y="535"/>
                    </a:lnTo>
                    <a:lnTo>
                      <a:pt x="144" y="553"/>
                    </a:lnTo>
                    <a:lnTo>
                      <a:pt x="167" y="571"/>
                    </a:lnTo>
                    <a:lnTo>
                      <a:pt x="191" y="586"/>
                    </a:lnTo>
                    <a:lnTo>
                      <a:pt x="217" y="598"/>
                    </a:lnTo>
                    <a:lnTo>
                      <a:pt x="244" y="607"/>
                    </a:lnTo>
                    <a:lnTo>
                      <a:pt x="271" y="615"/>
                    </a:lnTo>
                    <a:lnTo>
                      <a:pt x="300" y="619"/>
                    </a:lnTo>
                    <a:lnTo>
                      <a:pt x="330" y="621"/>
                    </a:lnTo>
                    <a:lnTo>
                      <a:pt x="330" y="621"/>
                    </a:lnTo>
                    <a:lnTo>
                      <a:pt x="359" y="619"/>
                    </a:lnTo>
                    <a:lnTo>
                      <a:pt x="389" y="615"/>
                    </a:lnTo>
                    <a:lnTo>
                      <a:pt x="416" y="607"/>
                    </a:lnTo>
                    <a:lnTo>
                      <a:pt x="442" y="598"/>
                    </a:lnTo>
                    <a:lnTo>
                      <a:pt x="468" y="586"/>
                    </a:lnTo>
                    <a:lnTo>
                      <a:pt x="492" y="571"/>
                    </a:lnTo>
                    <a:lnTo>
                      <a:pt x="515" y="553"/>
                    </a:lnTo>
                    <a:lnTo>
                      <a:pt x="535" y="535"/>
                    </a:lnTo>
                    <a:lnTo>
                      <a:pt x="554" y="515"/>
                    </a:lnTo>
                    <a:lnTo>
                      <a:pt x="571" y="492"/>
                    </a:lnTo>
                    <a:lnTo>
                      <a:pt x="586" y="468"/>
                    </a:lnTo>
                    <a:lnTo>
                      <a:pt x="598" y="443"/>
                    </a:lnTo>
                    <a:lnTo>
                      <a:pt x="608" y="416"/>
                    </a:lnTo>
                    <a:lnTo>
                      <a:pt x="614" y="388"/>
                    </a:lnTo>
                    <a:lnTo>
                      <a:pt x="620" y="359"/>
                    </a:lnTo>
                    <a:lnTo>
                      <a:pt x="621" y="329"/>
                    </a:lnTo>
                    <a:lnTo>
                      <a:pt x="621" y="329"/>
                    </a:lnTo>
                    <a:lnTo>
                      <a:pt x="620" y="300"/>
                    </a:lnTo>
                    <a:lnTo>
                      <a:pt x="614" y="271"/>
                    </a:lnTo>
                    <a:lnTo>
                      <a:pt x="608" y="243"/>
                    </a:lnTo>
                    <a:lnTo>
                      <a:pt x="598" y="216"/>
                    </a:lnTo>
                    <a:lnTo>
                      <a:pt x="586" y="191"/>
                    </a:lnTo>
                    <a:lnTo>
                      <a:pt x="571" y="167"/>
                    </a:lnTo>
                    <a:lnTo>
                      <a:pt x="554" y="144"/>
                    </a:lnTo>
                    <a:lnTo>
                      <a:pt x="535" y="124"/>
                    </a:lnTo>
                    <a:lnTo>
                      <a:pt x="515" y="105"/>
                    </a:lnTo>
                    <a:lnTo>
                      <a:pt x="492" y="89"/>
                    </a:lnTo>
                    <a:lnTo>
                      <a:pt x="468" y="74"/>
                    </a:lnTo>
                    <a:lnTo>
                      <a:pt x="442" y="62"/>
                    </a:lnTo>
                    <a:lnTo>
                      <a:pt x="416" y="51"/>
                    </a:lnTo>
                    <a:lnTo>
                      <a:pt x="389" y="44"/>
                    </a:lnTo>
                    <a:lnTo>
                      <a:pt x="359" y="40"/>
                    </a:lnTo>
                    <a:lnTo>
                      <a:pt x="330" y="38"/>
                    </a:lnTo>
                    <a:lnTo>
                      <a:pt x="330" y="38"/>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sz="1800" b="0" i="0" u="none" strike="noStrike" kern="1200" cap="none" spc="0" normalizeH="0" baseline="0" noProof="0">
                  <a:ln>
                    <a:solidFill>
                      <a:sysClr val="windowText" lastClr="000000"/>
                    </a:solidFill>
                  </a:ln>
                  <a:solidFill>
                    <a:sysClr val="windowText" lastClr="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168" name="Freeform 174">
                <a:extLst>
                  <a:ext uri="{FF2B5EF4-FFF2-40B4-BE49-F238E27FC236}">
                    <a16:creationId xmlns:a16="http://schemas.microsoft.com/office/drawing/2014/main" id="{80A1B751-45E6-4A80-9214-EE7971AB5DD4}"/>
                  </a:ext>
                </a:extLst>
              </p:cNvPr>
              <p:cNvSpPr>
                <a:spLocks noEditPoints="1"/>
              </p:cNvSpPr>
              <p:nvPr/>
            </p:nvSpPr>
            <p:spPr bwMode="auto">
              <a:xfrm>
                <a:off x="6896101" y="960438"/>
                <a:ext cx="165100" cy="242888"/>
              </a:xfrm>
              <a:custGeom>
                <a:avLst/>
                <a:gdLst>
                  <a:gd name="T0" fmla="*/ 182 w 207"/>
                  <a:gd name="T1" fmla="*/ 305 h 305"/>
                  <a:gd name="T2" fmla="*/ 187 w 207"/>
                  <a:gd name="T3" fmla="*/ 303 h 305"/>
                  <a:gd name="T4" fmla="*/ 196 w 207"/>
                  <a:gd name="T5" fmla="*/ 301 h 305"/>
                  <a:gd name="T6" fmla="*/ 203 w 207"/>
                  <a:gd name="T7" fmla="*/ 294 h 305"/>
                  <a:gd name="T8" fmla="*/ 206 w 207"/>
                  <a:gd name="T9" fmla="*/ 284 h 305"/>
                  <a:gd name="T10" fmla="*/ 207 w 207"/>
                  <a:gd name="T11" fmla="*/ 24 h 305"/>
                  <a:gd name="T12" fmla="*/ 206 w 207"/>
                  <a:gd name="T13" fmla="*/ 20 h 305"/>
                  <a:gd name="T14" fmla="*/ 203 w 207"/>
                  <a:gd name="T15" fmla="*/ 10 h 305"/>
                  <a:gd name="T16" fmla="*/ 196 w 207"/>
                  <a:gd name="T17" fmla="*/ 4 h 305"/>
                  <a:gd name="T18" fmla="*/ 187 w 207"/>
                  <a:gd name="T19" fmla="*/ 1 h 305"/>
                  <a:gd name="T20" fmla="*/ 26 w 207"/>
                  <a:gd name="T21" fmla="*/ 0 h 305"/>
                  <a:gd name="T22" fmla="*/ 20 w 207"/>
                  <a:gd name="T23" fmla="*/ 1 h 305"/>
                  <a:gd name="T24" fmla="*/ 11 w 207"/>
                  <a:gd name="T25" fmla="*/ 4 h 305"/>
                  <a:gd name="T26" fmla="*/ 4 w 207"/>
                  <a:gd name="T27" fmla="*/ 10 h 305"/>
                  <a:gd name="T28" fmla="*/ 2 w 207"/>
                  <a:gd name="T29" fmla="*/ 20 h 305"/>
                  <a:gd name="T30" fmla="*/ 0 w 207"/>
                  <a:gd name="T31" fmla="*/ 279 h 305"/>
                  <a:gd name="T32" fmla="*/ 2 w 207"/>
                  <a:gd name="T33" fmla="*/ 284 h 305"/>
                  <a:gd name="T34" fmla="*/ 4 w 207"/>
                  <a:gd name="T35" fmla="*/ 294 h 305"/>
                  <a:gd name="T36" fmla="*/ 11 w 207"/>
                  <a:gd name="T37" fmla="*/ 301 h 305"/>
                  <a:gd name="T38" fmla="*/ 20 w 207"/>
                  <a:gd name="T39" fmla="*/ 303 h 305"/>
                  <a:gd name="T40" fmla="*/ 26 w 207"/>
                  <a:gd name="T41" fmla="*/ 305 h 305"/>
                  <a:gd name="T42" fmla="*/ 104 w 207"/>
                  <a:gd name="T43" fmla="*/ 294 h 305"/>
                  <a:gd name="T44" fmla="*/ 93 w 207"/>
                  <a:gd name="T45" fmla="*/ 290 h 305"/>
                  <a:gd name="T46" fmla="*/ 89 w 207"/>
                  <a:gd name="T47" fmla="*/ 279 h 305"/>
                  <a:gd name="T48" fmla="*/ 90 w 207"/>
                  <a:gd name="T49" fmla="*/ 274 h 305"/>
                  <a:gd name="T50" fmla="*/ 98 w 207"/>
                  <a:gd name="T51" fmla="*/ 266 h 305"/>
                  <a:gd name="T52" fmla="*/ 104 w 207"/>
                  <a:gd name="T53" fmla="*/ 266 h 305"/>
                  <a:gd name="T54" fmla="*/ 114 w 207"/>
                  <a:gd name="T55" fmla="*/ 270 h 305"/>
                  <a:gd name="T56" fmla="*/ 118 w 207"/>
                  <a:gd name="T57" fmla="*/ 279 h 305"/>
                  <a:gd name="T58" fmla="*/ 117 w 207"/>
                  <a:gd name="T59" fmla="*/ 286 h 305"/>
                  <a:gd name="T60" fmla="*/ 109 w 207"/>
                  <a:gd name="T61" fmla="*/ 294 h 305"/>
                  <a:gd name="T62" fmla="*/ 104 w 207"/>
                  <a:gd name="T63" fmla="*/ 294 h 305"/>
                  <a:gd name="T64" fmla="*/ 19 w 207"/>
                  <a:gd name="T65" fmla="*/ 22 h 305"/>
                  <a:gd name="T66" fmla="*/ 23 w 207"/>
                  <a:gd name="T67" fmla="*/ 18 h 305"/>
                  <a:gd name="T68" fmla="*/ 184 w 207"/>
                  <a:gd name="T69" fmla="*/ 18 h 305"/>
                  <a:gd name="T70" fmla="*/ 188 w 207"/>
                  <a:gd name="T71" fmla="*/ 22 h 305"/>
                  <a:gd name="T72" fmla="*/ 188 w 207"/>
                  <a:gd name="T73" fmla="*/ 241 h 305"/>
                  <a:gd name="T74" fmla="*/ 184 w 207"/>
                  <a:gd name="T75" fmla="*/ 245 h 305"/>
                  <a:gd name="T76" fmla="*/ 23 w 207"/>
                  <a:gd name="T77" fmla="*/ 245 h 305"/>
                  <a:gd name="T78" fmla="*/ 19 w 207"/>
                  <a:gd name="T79" fmla="*/ 241 h 3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07" h="305">
                    <a:moveTo>
                      <a:pt x="26" y="305"/>
                    </a:moveTo>
                    <a:lnTo>
                      <a:pt x="182" y="305"/>
                    </a:lnTo>
                    <a:lnTo>
                      <a:pt x="182" y="305"/>
                    </a:lnTo>
                    <a:lnTo>
                      <a:pt x="187" y="303"/>
                    </a:lnTo>
                    <a:lnTo>
                      <a:pt x="192" y="302"/>
                    </a:lnTo>
                    <a:lnTo>
                      <a:pt x="196" y="301"/>
                    </a:lnTo>
                    <a:lnTo>
                      <a:pt x="199" y="297"/>
                    </a:lnTo>
                    <a:lnTo>
                      <a:pt x="203" y="294"/>
                    </a:lnTo>
                    <a:lnTo>
                      <a:pt x="204" y="290"/>
                    </a:lnTo>
                    <a:lnTo>
                      <a:pt x="206" y="284"/>
                    </a:lnTo>
                    <a:lnTo>
                      <a:pt x="207" y="279"/>
                    </a:lnTo>
                    <a:lnTo>
                      <a:pt x="207" y="24"/>
                    </a:lnTo>
                    <a:lnTo>
                      <a:pt x="207" y="24"/>
                    </a:lnTo>
                    <a:lnTo>
                      <a:pt x="206" y="20"/>
                    </a:lnTo>
                    <a:lnTo>
                      <a:pt x="204" y="14"/>
                    </a:lnTo>
                    <a:lnTo>
                      <a:pt x="203" y="10"/>
                    </a:lnTo>
                    <a:lnTo>
                      <a:pt x="199" y="8"/>
                    </a:lnTo>
                    <a:lnTo>
                      <a:pt x="196" y="4"/>
                    </a:lnTo>
                    <a:lnTo>
                      <a:pt x="192" y="2"/>
                    </a:lnTo>
                    <a:lnTo>
                      <a:pt x="187" y="1"/>
                    </a:lnTo>
                    <a:lnTo>
                      <a:pt x="182" y="0"/>
                    </a:lnTo>
                    <a:lnTo>
                      <a:pt x="26" y="0"/>
                    </a:lnTo>
                    <a:lnTo>
                      <a:pt x="26" y="0"/>
                    </a:lnTo>
                    <a:lnTo>
                      <a:pt x="20" y="1"/>
                    </a:lnTo>
                    <a:lnTo>
                      <a:pt x="15" y="2"/>
                    </a:lnTo>
                    <a:lnTo>
                      <a:pt x="11" y="4"/>
                    </a:lnTo>
                    <a:lnTo>
                      <a:pt x="8" y="8"/>
                    </a:lnTo>
                    <a:lnTo>
                      <a:pt x="4" y="10"/>
                    </a:lnTo>
                    <a:lnTo>
                      <a:pt x="3" y="14"/>
                    </a:lnTo>
                    <a:lnTo>
                      <a:pt x="2" y="20"/>
                    </a:lnTo>
                    <a:lnTo>
                      <a:pt x="0" y="24"/>
                    </a:lnTo>
                    <a:lnTo>
                      <a:pt x="0" y="279"/>
                    </a:lnTo>
                    <a:lnTo>
                      <a:pt x="0" y="279"/>
                    </a:lnTo>
                    <a:lnTo>
                      <a:pt x="2" y="284"/>
                    </a:lnTo>
                    <a:lnTo>
                      <a:pt x="3" y="290"/>
                    </a:lnTo>
                    <a:lnTo>
                      <a:pt x="4" y="294"/>
                    </a:lnTo>
                    <a:lnTo>
                      <a:pt x="8" y="297"/>
                    </a:lnTo>
                    <a:lnTo>
                      <a:pt x="11" y="301"/>
                    </a:lnTo>
                    <a:lnTo>
                      <a:pt x="15" y="302"/>
                    </a:lnTo>
                    <a:lnTo>
                      <a:pt x="20" y="303"/>
                    </a:lnTo>
                    <a:lnTo>
                      <a:pt x="26" y="305"/>
                    </a:lnTo>
                    <a:lnTo>
                      <a:pt x="26" y="305"/>
                    </a:lnTo>
                    <a:close/>
                    <a:moveTo>
                      <a:pt x="104" y="294"/>
                    </a:moveTo>
                    <a:lnTo>
                      <a:pt x="104" y="294"/>
                    </a:lnTo>
                    <a:lnTo>
                      <a:pt x="98" y="294"/>
                    </a:lnTo>
                    <a:lnTo>
                      <a:pt x="93" y="290"/>
                    </a:lnTo>
                    <a:lnTo>
                      <a:pt x="90" y="286"/>
                    </a:lnTo>
                    <a:lnTo>
                      <a:pt x="89" y="279"/>
                    </a:lnTo>
                    <a:lnTo>
                      <a:pt x="89" y="279"/>
                    </a:lnTo>
                    <a:lnTo>
                      <a:pt x="90" y="274"/>
                    </a:lnTo>
                    <a:lnTo>
                      <a:pt x="93" y="270"/>
                    </a:lnTo>
                    <a:lnTo>
                      <a:pt x="98" y="266"/>
                    </a:lnTo>
                    <a:lnTo>
                      <a:pt x="104" y="266"/>
                    </a:lnTo>
                    <a:lnTo>
                      <a:pt x="104" y="266"/>
                    </a:lnTo>
                    <a:lnTo>
                      <a:pt x="109" y="266"/>
                    </a:lnTo>
                    <a:lnTo>
                      <a:pt x="114" y="270"/>
                    </a:lnTo>
                    <a:lnTo>
                      <a:pt x="117" y="274"/>
                    </a:lnTo>
                    <a:lnTo>
                      <a:pt x="118" y="279"/>
                    </a:lnTo>
                    <a:lnTo>
                      <a:pt x="118" y="279"/>
                    </a:lnTo>
                    <a:lnTo>
                      <a:pt x="117" y="286"/>
                    </a:lnTo>
                    <a:lnTo>
                      <a:pt x="114" y="290"/>
                    </a:lnTo>
                    <a:lnTo>
                      <a:pt x="109" y="294"/>
                    </a:lnTo>
                    <a:lnTo>
                      <a:pt x="104" y="294"/>
                    </a:lnTo>
                    <a:lnTo>
                      <a:pt x="104" y="294"/>
                    </a:lnTo>
                    <a:close/>
                    <a:moveTo>
                      <a:pt x="19" y="22"/>
                    </a:moveTo>
                    <a:lnTo>
                      <a:pt x="19" y="22"/>
                    </a:lnTo>
                    <a:lnTo>
                      <a:pt x="20" y="20"/>
                    </a:lnTo>
                    <a:lnTo>
                      <a:pt x="23" y="18"/>
                    </a:lnTo>
                    <a:lnTo>
                      <a:pt x="184" y="18"/>
                    </a:lnTo>
                    <a:lnTo>
                      <a:pt x="184" y="18"/>
                    </a:lnTo>
                    <a:lnTo>
                      <a:pt x="187" y="20"/>
                    </a:lnTo>
                    <a:lnTo>
                      <a:pt x="188" y="22"/>
                    </a:lnTo>
                    <a:lnTo>
                      <a:pt x="188" y="241"/>
                    </a:lnTo>
                    <a:lnTo>
                      <a:pt x="188" y="241"/>
                    </a:lnTo>
                    <a:lnTo>
                      <a:pt x="187" y="244"/>
                    </a:lnTo>
                    <a:lnTo>
                      <a:pt x="184" y="245"/>
                    </a:lnTo>
                    <a:lnTo>
                      <a:pt x="23" y="245"/>
                    </a:lnTo>
                    <a:lnTo>
                      <a:pt x="23" y="245"/>
                    </a:lnTo>
                    <a:lnTo>
                      <a:pt x="20" y="244"/>
                    </a:lnTo>
                    <a:lnTo>
                      <a:pt x="19" y="241"/>
                    </a:lnTo>
                    <a:lnTo>
                      <a:pt x="19" y="22"/>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BE" sz="1800" b="0" i="0" u="none" strike="noStrike" kern="1200" cap="none" spc="0" normalizeH="0" baseline="0" noProof="0">
                  <a:ln>
                    <a:solidFill>
                      <a:sysClr val="windowText" lastClr="000000"/>
                    </a:solidFill>
                  </a:ln>
                  <a:solidFill>
                    <a:sysClr val="windowText" lastClr="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grpSp>
      </p:grpSp>
      <p:cxnSp>
        <p:nvCxnSpPr>
          <p:cNvPr id="185" name="Straight Connector 17">
            <a:extLst>
              <a:ext uri="{FF2B5EF4-FFF2-40B4-BE49-F238E27FC236}">
                <a16:creationId xmlns:a16="http://schemas.microsoft.com/office/drawing/2014/main" id="{2A417D59-5E20-4ABD-929E-BF3A21A34E1E}"/>
              </a:ext>
            </a:extLst>
          </p:cNvPr>
          <p:cNvCxnSpPr>
            <a:cxnSpLocks/>
            <a:stCxn id="128" idx="1"/>
            <a:endCxn id="141" idx="0"/>
          </p:cNvCxnSpPr>
          <p:nvPr/>
        </p:nvCxnSpPr>
        <p:spPr>
          <a:xfrm rot="10800000" flipV="1">
            <a:off x="1876481" y="4026591"/>
            <a:ext cx="90000" cy="322395"/>
          </a:xfrm>
          <a:prstGeom prst="bentConnector2">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88" name="Straight Connector 17">
            <a:extLst>
              <a:ext uri="{FF2B5EF4-FFF2-40B4-BE49-F238E27FC236}">
                <a16:creationId xmlns:a16="http://schemas.microsoft.com/office/drawing/2014/main" id="{6AE74683-2B7E-49DA-B322-A94958F887EA}"/>
              </a:ext>
            </a:extLst>
          </p:cNvPr>
          <p:cNvCxnSpPr>
            <a:cxnSpLocks/>
            <a:stCxn id="142" idx="4"/>
            <a:endCxn id="115" idx="0"/>
          </p:cNvCxnSpPr>
          <p:nvPr/>
        </p:nvCxnSpPr>
        <p:spPr>
          <a:xfrm>
            <a:off x="2910670" y="4749584"/>
            <a:ext cx="1068" cy="205102"/>
          </a:xfrm>
          <a:prstGeom prst="straightConnector1">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89" name="Straight Connector 17">
            <a:extLst>
              <a:ext uri="{FF2B5EF4-FFF2-40B4-BE49-F238E27FC236}">
                <a16:creationId xmlns:a16="http://schemas.microsoft.com/office/drawing/2014/main" id="{26422394-3AE1-4EAE-A694-AE60A79F5DDB}"/>
              </a:ext>
            </a:extLst>
          </p:cNvPr>
          <p:cNvCxnSpPr>
            <a:cxnSpLocks/>
            <a:stCxn id="132" idx="4"/>
            <a:endCxn id="116" idx="0"/>
          </p:cNvCxnSpPr>
          <p:nvPr/>
        </p:nvCxnSpPr>
        <p:spPr>
          <a:xfrm>
            <a:off x="4179261" y="5166870"/>
            <a:ext cx="4773" cy="123679"/>
          </a:xfrm>
          <a:prstGeom prst="straightConnector1">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90" name="Straight Connector 17">
            <a:extLst>
              <a:ext uri="{FF2B5EF4-FFF2-40B4-BE49-F238E27FC236}">
                <a16:creationId xmlns:a16="http://schemas.microsoft.com/office/drawing/2014/main" id="{70017C8A-5498-4925-8535-25B5087E2B79}"/>
              </a:ext>
            </a:extLst>
          </p:cNvPr>
          <p:cNvCxnSpPr>
            <a:cxnSpLocks/>
            <a:stCxn id="136" idx="0"/>
            <a:endCxn id="117" idx="2"/>
          </p:cNvCxnSpPr>
          <p:nvPr/>
        </p:nvCxnSpPr>
        <p:spPr>
          <a:xfrm flipV="1">
            <a:off x="4598506" y="4331086"/>
            <a:ext cx="0" cy="105251"/>
          </a:xfrm>
          <a:prstGeom prst="straightConnector1">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95" name="Straight Connector 17">
            <a:extLst>
              <a:ext uri="{FF2B5EF4-FFF2-40B4-BE49-F238E27FC236}">
                <a16:creationId xmlns:a16="http://schemas.microsoft.com/office/drawing/2014/main" id="{B08D4167-80A9-49F2-A91B-022A232CF8DA}"/>
              </a:ext>
            </a:extLst>
          </p:cNvPr>
          <p:cNvCxnSpPr>
            <a:cxnSpLocks/>
            <a:stCxn id="144" idx="0"/>
            <a:endCxn id="134" idx="2"/>
          </p:cNvCxnSpPr>
          <p:nvPr/>
        </p:nvCxnSpPr>
        <p:spPr>
          <a:xfrm flipV="1">
            <a:off x="6299858" y="4301517"/>
            <a:ext cx="0" cy="144126"/>
          </a:xfrm>
          <a:prstGeom prst="straightConnector1">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97" name="Straight Connector 17">
            <a:extLst>
              <a:ext uri="{FF2B5EF4-FFF2-40B4-BE49-F238E27FC236}">
                <a16:creationId xmlns:a16="http://schemas.microsoft.com/office/drawing/2014/main" id="{29C64CAD-AF3F-46FB-BE9A-4D67EE591E88}"/>
              </a:ext>
            </a:extLst>
          </p:cNvPr>
          <p:cNvCxnSpPr>
            <a:cxnSpLocks/>
            <a:endCxn id="148" idx="4"/>
          </p:cNvCxnSpPr>
          <p:nvPr/>
        </p:nvCxnSpPr>
        <p:spPr>
          <a:xfrm flipV="1">
            <a:off x="6950325" y="5723882"/>
            <a:ext cx="0" cy="81082"/>
          </a:xfrm>
          <a:prstGeom prst="straightConnector1">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98" name="Straight Connector 17">
            <a:extLst>
              <a:ext uri="{FF2B5EF4-FFF2-40B4-BE49-F238E27FC236}">
                <a16:creationId xmlns:a16="http://schemas.microsoft.com/office/drawing/2014/main" id="{C7DB9ED3-FB6B-4DE9-BCC1-A27CDB811BC3}"/>
              </a:ext>
            </a:extLst>
          </p:cNvPr>
          <p:cNvCxnSpPr>
            <a:cxnSpLocks/>
            <a:stCxn id="143" idx="1"/>
            <a:endCxn id="151" idx="4"/>
          </p:cNvCxnSpPr>
          <p:nvPr/>
        </p:nvCxnSpPr>
        <p:spPr>
          <a:xfrm rot="10800000">
            <a:off x="8043085" y="5536404"/>
            <a:ext cx="180688" cy="96467"/>
          </a:xfrm>
          <a:prstGeom prst="bentConnector2">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99" name="Straight Connector 17">
            <a:extLst>
              <a:ext uri="{FF2B5EF4-FFF2-40B4-BE49-F238E27FC236}">
                <a16:creationId xmlns:a16="http://schemas.microsoft.com/office/drawing/2014/main" id="{9E1379AA-9111-4DD5-9DCC-76C9917334DD}"/>
              </a:ext>
            </a:extLst>
          </p:cNvPr>
          <p:cNvCxnSpPr>
            <a:cxnSpLocks/>
            <a:stCxn id="162" idx="1"/>
            <a:endCxn id="166" idx="0"/>
          </p:cNvCxnSpPr>
          <p:nvPr/>
        </p:nvCxnSpPr>
        <p:spPr>
          <a:xfrm rot="10800000" flipV="1">
            <a:off x="10835274" y="5146422"/>
            <a:ext cx="23650" cy="260999"/>
          </a:xfrm>
          <a:prstGeom prst="bentConnector2">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4174728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egYkZCMF6cxCAz70JOANpw"/>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CJbtXCYcMDo_d7fZTvJTqA"/>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XDhUKRhf9nmaDea4.SsABg"/>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WaRpkffnzFHeCI5dAFNe9Q"/>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TEhsQ1fdYho4iOfrsnwRDg"/>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OXmhG.t.PMFsJfojUaOmFw"/>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5IILHZBi2bs_QqQSynbtRA"/>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uKcbmrMf0..M5iyP_cfuEA"/>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zvunjJhsCWXYBH2K5JGuiw"/>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ynrxN8RXInZiI8WhB8HK1g"/>
</p:tagLst>
</file>

<file path=ppt/theme/theme1.xml><?xml version="1.0" encoding="utf-8"?>
<a:theme xmlns:a="http://schemas.openxmlformats.org/drawingml/2006/main" name="DD Template Aug 2017 16x9">
  <a:themeElements>
    <a:clrScheme name="DD Rebrand Dec 2016">
      <a:dk1>
        <a:srgbClr val="000000"/>
      </a:dk1>
      <a:lt1>
        <a:srgbClr val="FFFFFF"/>
      </a:lt1>
      <a:dk2>
        <a:srgbClr val="000000"/>
      </a:dk2>
      <a:lt2>
        <a:srgbClr val="F7F5F3"/>
      </a:lt2>
      <a:accent1>
        <a:srgbClr val="86F200"/>
      </a:accent1>
      <a:accent2>
        <a:srgbClr val="34F0FF"/>
      </a:accent2>
      <a:accent3>
        <a:srgbClr val="FDD300"/>
      </a:accent3>
      <a:accent4>
        <a:srgbClr val="3EFAC5"/>
      </a:accent4>
      <a:accent5>
        <a:srgbClr val="787878"/>
      </a:accent5>
      <a:accent6>
        <a:srgbClr val="5A5A5A"/>
      </a:accent6>
      <a:hlink>
        <a:srgbClr val="3C3C3C"/>
      </a:hlink>
      <a:folHlink>
        <a:srgbClr val="1E1E1E"/>
      </a:folHlink>
    </a:clrScheme>
    <a:fontScheme name="DD Presentation Template Aug 2017">
      <a:majorFont>
        <a:latin typeface="Chronicle Display Black"/>
        <a:ea typeface=""/>
        <a:cs typeface=""/>
      </a:majorFont>
      <a:minorFont>
        <a:latin typeface="Open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D-PresentationTemplate_16x9.potx" id="{B4543C5C-A3F5-40EC-92E6-E0B5EFCAD0CA}" vid="{540D5DE9-AACF-4F06-9757-1B7754C15DCE}"/>
    </a:ext>
  </a:extLst>
</a:theme>
</file>

<file path=ppt/theme/theme2.xml><?xml version="1.0" encoding="utf-8"?>
<a:theme xmlns:a="http://schemas.openxmlformats.org/drawingml/2006/main" name="1_DD Template Aug 2017 16x9">
  <a:themeElements>
    <a:clrScheme name="DD Rebrand Dec 2016">
      <a:dk1>
        <a:srgbClr val="000000"/>
      </a:dk1>
      <a:lt1>
        <a:srgbClr val="FFFFFF"/>
      </a:lt1>
      <a:dk2>
        <a:srgbClr val="000000"/>
      </a:dk2>
      <a:lt2>
        <a:srgbClr val="F7F5F3"/>
      </a:lt2>
      <a:accent1>
        <a:srgbClr val="86F200"/>
      </a:accent1>
      <a:accent2>
        <a:srgbClr val="34F0FF"/>
      </a:accent2>
      <a:accent3>
        <a:srgbClr val="FDD300"/>
      </a:accent3>
      <a:accent4>
        <a:srgbClr val="3EFAC5"/>
      </a:accent4>
      <a:accent5>
        <a:srgbClr val="787878"/>
      </a:accent5>
      <a:accent6>
        <a:srgbClr val="5A5A5A"/>
      </a:accent6>
      <a:hlink>
        <a:srgbClr val="3C3C3C"/>
      </a:hlink>
      <a:folHlink>
        <a:srgbClr val="1E1E1E"/>
      </a:folHlink>
    </a:clrScheme>
    <a:fontScheme name="DD Presentation Template Aug 2017">
      <a:majorFont>
        <a:latin typeface="Chronicle Display Black"/>
        <a:ea typeface=""/>
        <a:cs typeface=""/>
      </a:majorFont>
      <a:minorFont>
        <a:latin typeface="Open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D-PresentationTemplate_16x9.potx" id="{B4543C5C-A3F5-40EC-92E6-E0B5EFCAD0CA}" vid="{540D5DE9-AACF-4F06-9757-1B7754C15DCE}"/>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F248DC184D55004098B09F01464C8ABF" ma:contentTypeVersion="9" ma:contentTypeDescription="Create a new document." ma:contentTypeScope="" ma:versionID="09f89921422ab9ae89ac3eec9ca21242">
  <xsd:schema xmlns:xsd="http://www.w3.org/2001/XMLSchema" xmlns:xs="http://www.w3.org/2001/XMLSchema" xmlns:p="http://schemas.microsoft.com/office/2006/metadata/properties" xmlns:ns2="d17c2eca-9596-40c6-bcd9-6c4a951f0a49" xmlns:ns3="9b43ff72-fd18-42fc-933f-26daa3e81c80" targetNamespace="http://schemas.microsoft.com/office/2006/metadata/properties" ma:root="true" ma:fieldsID="019b7863df7caa35ae9439c202a1721d" ns2:_="" ns3:_="">
    <xsd:import namespace="d17c2eca-9596-40c6-bcd9-6c4a951f0a49"/>
    <xsd:import namespace="9b43ff72-fd18-42fc-933f-26daa3e81c80"/>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17c2eca-9596-40c6-bcd9-6c4a951f0a4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b43ff72-fd18-42fc-933f-26daa3e81c80"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6CA9FF0-FA33-47A4-A31B-11B465070C89}">
  <ds:schemaRefs>
    <ds:schemaRef ds:uri="d17c2eca-9596-40c6-bcd9-6c4a951f0a49"/>
    <ds:schemaRef ds:uri="http://purl.org/dc/dcmitype/"/>
    <ds:schemaRef ds:uri="9b43ff72-fd18-42fc-933f-26daa3e81c80"/>
    <ds:schemaRef ds:uri="http://schemas.openxmlformats.org/package/2006/metadata/core-properties"/>
    <ds:schemaRef ds:uri="http://purl.org/dc/terms/"/>
    <ds:schemaRef ds:uri="http://schemas.microsoft.com/office/2006/metadata/properties"/>
    <ds:schemaRef ds:uri="http://schemas.microsoft.com/office/2006/documentManagement/types"/>
    <ds:schemaRef ds:uri="http://www.w3.org/XML/1998/namespace"/>
    <ds:schemaRef ds:uri="http://schemas.microsoft.com/office/infopath/2007/PartnerControls"/>
    <ds:schemaRef ds:uri="http://purl.org/dc/elements/1.1/"/>
  </ds:schemaRefs>
</ds:datastoreItem>
</file>

<file path=customXml/itemProps2.xml><?xml version="1.0" encoding="utf-8"?>
<ds:datastoreItem xmlns:ds="http://schemas.openxmlformats.org/officeDocument/2006/customXml" ds:itemID="{18E76060-2425-4F65-9516-63CA8898108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17c2eca-9596-40c6-bcd9-6c4a951f0a49"/>
    <ds:schemaRef ds:uri="9b43ff72-fd18-42fc-933f-26daa3e81c8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F600368-A305-416D-9472-E31D07CA05C6}">
  <ds:schemaRefs>
    <ds:schemaRef ds:uri="http://schemas.microsoft.com/sharepoint/v3/contenttype/forms"/>
  </ds:schemaRefs>
</ds:datastoreItem>
</file>

<file path=docMetadata/LabelInfo.xml><?xml version="1.0" encoding="utf-8"?>
<clbl:labelList xmlns:clbl="http://schemas.microsoft.com/office/2020/mipLabelMetadata">
  <clbl:label id="{ea60d57e-af5b-4752-ac57-3e4f28ca11dc}" enabled="1" method="Standard" siteId="{36da45f1-dd2c-4d1f-af13-5abe46b99921}" removed="0"/>
</clbl:labelList>
</file>

<file path=docProps/app.xml><?xml version="1.0" encoding="utf-8"?>
<Properties xmlns="http://schemas.openxmlformats.org/officeDocument/2006/extended-properties" xmlns:vt="http://schemas.openxmlformats.org/officeDocument/2006/docPropsVTypes">
  <TotalTime>0</TotalTime>
  <Words>9172</Words>
  <Application>Microsoft Office PowerPoint</Application>
  <PresentationFormat>Widescreen</PresentationFormat>
  <Paragraphs>993</Paragraphs>
  <Slides>2</Slides>
  <Notes>2</Notes>
  <HiddenSlides>0</HiddenSlides>
  <MMClips>0</MMClips>
  <ScaleCrop>false</ScaleCrop>
  <HeadingPairs>
    <vt:vector size="4" baseType="variant">
      <vt:variant>
        <vt:lpstr>Theme</vt:lpstr>
      </vt:variant>
      <vt:variant>
        <vt:i4>2</vt:i4>
      </vt:variant>
      <vt:variant>
        <vt:lpstr>Slide Titles</vt:lpstr>
      </vt:variant>
      <vt:variant>
        <vt:i4>2</vt:i4>
      </vt:variant>
    </vt:vector>
  </HeadingPairs>
  <TitlesOfParts>
    <vt:vector size="4" baseType="lpstr">
      <vt:lpstr>DD Template Aug 2017 16x9</vt:lpstr>
      <vt:lpstr>1_DD Template Aug 2017 16x9</vt:lpstr>
      <vt:lpstr>PowerPoint Presentation</vt:lpstr>
      <vt:lpstr>Cindy Vandenbussche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Binkert, Elise</dc:creator>
  <cp:lastModifiedBy>Lesceux, Antonin</cp:lastModifiedBy>
  <cp:revision>20</cp:revision>
  <dcterms:created xsi:type="dcterms:W3CDTF">2021-02-03T09:37:17Z</dcterms:created>
  <dcterms:modified xsi:type="dcterms:W3CDTF">2026-02-18T14:42:13Z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0x010100F248DC184D55004098B09F01464C8ABF</vt:lpwstr>
  </property>
</Properties>
</file>