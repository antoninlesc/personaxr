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C6FE6-DC35-58E1-9DCC-BBA50CB8201A}" v="86" dt="2026-02-17T08:08:22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7D7EBB-9055-3B19-F2F7-31289A29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" y="0"/>
            <a:ext cx="3883386" cy="6858000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D90685DD-80DF-9F07-7950-A0DC0A7C4711}"/>
              </a:ext>
            </a:extLst>
          </p:cNvPr>
          <p:cNvGrpSpPr/>
          <p:nvPr/>
        </p:nvGrpSpPr>
        <p:grpSpPr>
          <a:xfrm>
            <a:off x="4684042" y="1902646"/>
            <a:ext cx="3348000" cy="2617560"/>
            <a:chOff x="4684042" y="1902646"/>
            <a:chExt cx="3348000" cy="261756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9A8EA97-EE8E-42D0-E5FE-6365860943A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1269" y="1902646"/>
              <a:ext cx="406398" cy="601337"/>
              <a:chOff x="4791269" y="1902646"/>
              <a:chExt cx="195263" cy="288925"/>
            </a:xfrm>
            <a:solidFill>
              <a:schemeClr val="accent2"/>
            </a:solidFill>
          </p:grpSpPr>
          <p:sp>
            <p:nvSpPr>
              <p:cNvPr id="53" name="Freeform 168">
                <a:extLst>
                  <a:ext uri="{FF2B5EF4-FFF2-40B4-BE49-F238E27FC236}">
                    <a16:creationId xmlns:a16="http://schemas.microsoft.com/office/drawing/2014/main" id="{0BFB6CAD-57DD-F61D-E2E5-FDB93F65C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0006" y="1989959"/>
                <a:ext cx="77788" cy="92075"/>
              </a:xfrm>
              <a:custGeom>
                <a:avLst/>
                <a:gdLst>
                  <a:gd name="T0" fmla="*/ 48 w 98"/>
                  <a:gd name="T1" fmla="*/ 0 h 115"/>
                  <a:gd name="T2" fmla="*/ 48 w 98"/>
                  <a:gd name="T3" fmla="*/ 0 h 115"/>
                  <a:gd name="T4" fmla="*/ 39 w 98"/>
                  <a:gd name="T5" fmla="*/ 1 h 115"/>
                  <a:gd name="T6" fmla="*/ 29 w 98"/>
                  <a:gd name="T7" fmla="*/ 4 h 115"/>
                  <a:gd name="T8" fmla="*/ 21 w 98"/>
                  <a:gd name="T9" fmla="*/ 8 h 115"/>
                  <a:gd name="T10" fmla="*/ 13 w 98"/>
                  <a:gd name="T11" fmla="*/ 14 h 115"/>
                  <a:gd name="T12" fmla="*/ 8 w 98"/>
                  <a:gd name="T13" fmla="*/ 21 h 115"/>
                  <a:gd name="T14" fmla="*/ 2 w 98"/>
                  <a:gd name="T15" fmla="*/ 29 h 115"/>
                  <a:gd name="T16" fmla="*/ 0 w 98"/>
                  <a:gd name="T17" fmla="*/ 39 h 115"/>
                  <a:gd name="T18" fmla="*/ 0 w 98"/>
                  <a:gd name="T19" fmla="*/ 49 h 115"/>
                  <a:gd name="T20" fmla="*/ 0 w 98"/>
                  <a:gd name="T21" fmla="*/ 66 h 115"/>
                  <a:gd name="T22" fmla="*/ 0 w 98"/>
                  <a:gd name="T23" fmla="*/ 66 h 115"/>
                  <a:gd name="T24" fmla="*/ 0 w 98"/>
                  <a:gd name="T25" fmla="*/ 75 h 115"/>
                  <a:gd name="T26" fmla="*/ 2 w 98"/>
                  <a:gd name="T27" fmla="*/ 84 h 115"/>
                  <a:gd name="T28" fmla="*/ 8 w 98"/>
                  <a:gd name="T29" fmla="*/ 92 h 115"/>
                  <a:gd name="T30" fmla="*/ 13 w 98"/>
                  <a:gd name="T31" fmla="*/ 100 h 115"/>
                  <a:gd name="T32" fmla="*/ 21 w 98"/>
                  <a:gd name="T33" fmla="*/ 106 h 115"/>
                  <a:gd name="T34" fmla="*/ 29 w 98"/>
                  <a:gd name="T35" fmla="*/ 111 h 115"/>
                  <a:gd name="T36" fmla="*/ 39 w 98"/>
                  <a:gd name="T37" fmla="*/ 114 h 115"/>
                  <a:gd name="T38" fmla="*/ 48 w 98"/>
                  <a:gd name="T39" fmla="*/ 115 h 115"/>
                  <a:gd name="T40" fmla="*/ 48 w 98"/>
                  <a:gd name="T41" fmla="*/ 115 h 115"/>
                  <a:gd name="T42" fmla="*/ 59 w 98"/>
                  <a:gd name="T43" fmla="*/ 114 h 115"/>
                  <a:gd name="T44" fmla="*/ 68 w 98"/>
                  <a:gd name="T45" fmla="*/ 111 h 115"/>
                  <a:gd name="T46" fmla="*/ 76 w 98"/>
                  <a:gd name="T47" fmla="*/ 106 h 115"/>
                  <a:gd name="T48" fmla="*/ 83 w 98"/>
                  <a:gd name="T49" fmla="*/ 100 h 115"/>
                  <a:gd name="T50" fmla="*/ 90 w 98"/>
                  <a:gd name="T51" fmla="*/ 92 h 115"/>
                  <a:gd name="T52" fmla="*/ 94 w 98"/>
                  <a:gd name="T53" fmla="*/ 84 h 115"/>
                  <a:gd name="T54" fmla="*/ 97 w 98"/>
                  <a:gd name="T55" fmla="*/ 75 h 115"/>
                  <a:gd name="T56" fmla="*/ 98 w 98"/>
                  <a:gd name="T57" fmla="*/ 66 h 115"/>
                  <a:gd name="T58" fmla="*/ 98 w 98"/>
                  <a:gd name="T59" fmla="*/ 49 h 115"/>
                  <a:gd name="T60" fmla="*/ 98 w 98"/>
                  <a:gd name="T61" fmla="*/ 49 h 115"/>
                  <a:gd name="T62" fmla="*/ 97 w 98"/>
                  <a:gd name="T63" fmla="*/ 39 h 115"/>
                  <a:gd name="T64" fmla="*/ 94 w 98"/>
                  <a:gd name="T65" fmla="*/ 29 h 115"/>
                  <a:gd name="T66" fmla="*/ 90 w 98"/>
                  <a:gd name="T67" fmla="*/ 21 h 115"/>
                  <a:gd name="T68" fmla="*/ 83 w 98"/>
                  <a:gd name="T69" fmla="*/ 14 h 115"/>
                  <a:gd name="T70" fmla="*/ 76 w 98"/>
                  <a:gd name="T71" fmla="*/ 8 h 115"/>
                  <a:gd name="T72" fmla="*/ 68 w 98"/>
                  <a:gd name="T73" fmla="*/ 4 h 115"/>
                  <a:gd name="T74" fmla="*/ 59 w 98"/>
                  <a:gd name="T75" fmla="*/ 1 h 115"/>
                  <a:gd name="T76" fmla="*/ 48 w 98"/>
                  <a:gd name="T77" fmla="*/ 0 h 115"/>
                  <a:gd name="T78" fmla="*/ 48 w 98"/>
                  <a:gd name="T7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8" h="115">
                    <a:moveTo>
                      <a:pt x="48" y="0"/>
                    </a:moveTo>
                    <a:lnTo>
                      <a:pt x="48" y="0"/>
                    </a:lnTo>
                    <a:lnTo>
                      <a:pt x="39" y="1"/>
                    </a:lnTo>
                    <a:lnTo>
                      <a:pt x="29" y="4"/>
                    </a:lnTo>
                    <a:lnTo>
                      <a:pt x="21" y="8"/>
                    </a:lnTo>
                    <a:lnTo>
                      <a:pt x="13" y="14"/>
                    </a:lnTo>
                    <a:lnTo>
                      <a:pt x="8" y="21"/>
                    </a:lnTo>
                    <a:lnTo>
                      <a:pt x="2" y="29"/>
                    </a:lnTo>
                    <a:lnTo>
                      <a:pt x="0" y="39"/>
                    </a:lnTo>
                    <a:lnTo>
                      <a:pt x="0" y="49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0" y="75"/>
                    </a:lnTo>
                    <a:lnTo>
                      <a:pt x="2" y="84"/>
                    </a:lnTo>
                    <a:lnTo>
                      <a:pt x="8" y="92"/>
                    </a:lnTo>
                    <a:lnTo>
                      <a:pt x="13" y="100"/>
                    </a:lnTo>
                    <a:lnTo>
                      <a:pt x="21" y="106"/>
                    </a:lnTo>
                    <a:lnTo>
                      <a:pt x="29" y="111"/>
                    </a:lnTo>
                    <a:lnTo>
                      <a:pt x="39" y="114"/>
                    </a:lnTo>
                    <a:lnTo>
                      <a:pt x="48" y="115"/>
                    </a:lnTo>
                    <a:lnTo>
                      <a:pt x="48" y="115"/>
                    </a:lnTo>
                    <a:lnTo>
                      <a:pt x="59" y="114"/>
                    </a:lnTo>
                    <a:lnTo>
                      <a:pt x="68" y="111"/>
                    </a:lnTo>
                    <a:lnTo>
                      <a:pt x="76" y="106"/>
                    </a:lnTo>
                    <a:lnTo>
                      <a:pt x="83" y="100"/>
                    </a:lnTo>
                    <a:lnTo>
                      <a:pt x="90" y="92"/>
                    </a:lnTo>
                    <a:lnTo>
                      <a:pt x="94" y="84"/>
                    </a:lnTo>
                    <a:lnTo>
                      <a:pt x="97" y="75"/>
                    </a:lnTo>
                    <a:lnTo>
                      <a:pt x="98" y="66"/>
                    </a:lnTo>
                    <a:lnTo>
                      <a:pt x="98" y="49"/>
                    </a:lnTo>
                    <a:lnTo>
                      <a:pt x="98" y="49"/>
                    </a:lnTo>
                    <a:lnTo>
                      <a:pt x="97" y="39"/>
                    </a:lnTo>
                    <a:lnTo>
                      <a:pt x="94" y="29"/>
                    </a:lnTo>
                    <a:lnTo>
                      <a:pt x="90" y="21"/>
                    </a:lnTo>
                    <a:lnTo>
                      <a:pt x="83" y="14"/>
                    </a:lnTo>
                    <a:lnTo>
                      <a:pt x="76" y="8"/>
                    </a:lnTo>
                    <a:lnTo>
                      <a:pt x="68" y="4"/>
                    </a:lnTo>
                    <a:lnTo>
                      <a:pt x="59" y="1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4" name="Freeform 169">
                <a:extLst>
                  <a:ext uri="{FF2B5EF4-FFF2-40B4-BE49-F238E27FC236}">
                    <a16:creationId xmlns:a16="http://schemas.microsoft.com/office/drawing/2014/main" id="{7F0A4D92-68EF-1DD9-9E73-D24B15714C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91269" y="1902646"/>
                <a:ext cx="195263" cy="288925"/>
              </a:xfrm>
              <a:custGeom>
                <a:avLst/>
                <a:gdLst>
                  <a:gd name="T0" fmla="*/ 29 w 246"/>
                  <a:gd name="T1" fmla="*/ 0 h 363"/>
                  <a:gd name="T2" fmla="*/ 23 w 246"/>
                  <a:gd name="T3" fmla="*/ 0 h 363"/>
                  <a:gd name="T4" fmla="*/ 12 w 246"/>
                  <a:gd name="T5" fmla="*/ 4 h 363"/>
                  <a:gd name="T6" fmla="*/ 5 w 246"/>
                  <a:gd name="T7" fmla="*/ 12 h 363"/>
                  <a:gd name="T8" fmla="*/ 0 w 246"/>
                  <a:gd name="T9" fmla="*/ 23 h 363"/>
                  <a:gd name="T10" fmla="*/ 0 w 246"/>
                  <a:gd name="T11" fmla="*/ 333 h 363"/>
                  <a:gd name="T12" fmla="*/ 0 w 246"/>
                  <a:gd name="T13" fmla="*/ 338 h 363"/>
                  <a:gd name="T14" fmla="*/ 5 w 246"/>
                  <a:gd name="T15" fmla="*/ 349 h 363"/>
                  <a:gd name="T16" fmla="*/ 12 w 246"/>
                  <a:gd name="T17" fmla="*/ 357 h 363"/>
                  <a:gd name="T18" fmla="*/ 23 w 246"/>
                  <a:gd name="T19" fmla="*/ 361 h 363"/>
                  <a:gd name="T20" fmla="*/ 216 w 246"/>
                  <a:gd name="T21" fmla="*/ 363 h 363"/>
                  <a:gd name="T22" fmla="*/ 222 w 246"/>
                  <a:gd name="T23" fmla="*/ 361 h 363"/>
                  <a:gd name="T24" fmla="*/ 232 w 246"/>
                  <a:gd name="T25" fmla="*/ 357 h 363"/>
                  <a:gd name="T26" fmla="*/ 240 w 246"/>
                  <a:gd name="T27" fmla="*/ 349 h 363"/>
                  <a:gd name="T28" fmla="*/ 244 w 246"/>
                  <a:gd name="T29" fmla="*/ 338 h 363"/>
                  <a:gd name="T30" fmla="*/ 246 w 246"/>
                  <a:gd name="T31" fmla="*/ 28 h 363"/>
                  <a:gd name="T32" fmla="*/ 244 w 246"/>
                  <a:gd name="T33" fmla="*/ 23 h 363"/>
                  <a:gd name="T34" fmla="*/ 240 w 246"/>
                  <a:gd name="T35" fmla="*/ 12 h 363"/>
                  <a:gd name="T36" fmla="*/ 232 w 246"/>
                  <a:gd name="T37" fmla="*/ 4 h 363"/>
                  <a:gd name="T38" fmla="*/ 222 w 246"/>
                  <a:gd name="T39" fmla="*/ 0 h 363"/>
                  <a:gd name="T40" fmla="*/ 216 w 246"/>
                  <a:gd name="T41" fmla="*/ 0 h 363"/>
                  <a:gd name="T42" fmla="*/ 122 w 246"/>
                  <a:gd name="T43" fmla="*/ 351 h 363"/>
                  <a:gd name="T44" fmla="*/ 110 w 246"/>
                  <a:gd name="T45" fmla="*/ 345 h 363"/>
                  <a:gd name="T46" fmla="*/ 105 w 246"/>
                  <a:gd name="T47" fmla="*/ 333 h 363"/>
                  <a:gd name="T48" fmla="*/ 106 w 246"/>
                  <a:gd name="T49" fmla="*/ 326 h 363"/>
                  <a:gd name="T50" fmla="*/ 115 w 246"/>
                  <a:gd name="T51" fmla="*/ 317 h 363"/>
                  <a:gd name="T52" fmla="*/ 122 w 246"/>
                  <a:gd name="T53" fmla="*/ 316 h 363"/>
                  <a:gd name="T54" fmla="*/ 136 w 246"/>
                  <a:gd name="T55" fmla="*/ 321 h 363"/>
                  <a:gd name="T56" fmla="*/ 140 w 246"/>
                  <a:gd name="T57" fmla="*/ 333 h 363"/>
                  <a:gd name="T58" fmla="*/ 138 w 246"/>
                  <a:gd name="T59" fmla="*/ 340 h 363"/>
                  <a:gd name="T60" fmla="*/ 129 w 246"/>
                  <a:gd name="T61" fmla="*/ 349 h 363"/>
                  <a:gd name="T62" fmla="*/ 122 w 246"/>
                  <a:gd name="T63" fmla="*/ 351 h 363"/>
                  <a:gd name="T64" fmla="*/ 224 w 246"/>
                  <a:gd name="T65" fmla="*/ 287 h 363"/>
                  <a:gd name="T66" fmla="*/ 222 w 246"/>
                  <a:gd name="T67" fmla="*/ 291 h 363"/>
                  <a:gd name="T68" fmla="*/ 218 w 246"/>
                  <a:gd name="T69" fmla="*/ 293 h 363"/>
                  <a:gd name="T70" fmla="*/ 214 w 246"/>
                  <a:gd name="T71" fmla="*/ 273 h 363"/>
                  <a:gd name="T72" fmla="*/ 212 w 246"/>
                  <a:gd name="T73" fmla="*/ 266 h 363"/>
                  <a:gd name="T74" fmla="*/ 205 w 246"/>
                  <a:gd name="T75" fmla="*/ 252 h 363"/>
                  <a:gd name="T76" fmla="*/ 168 w 246"/>
                  <a:gd name="T77" fmla="*/ 223 h 363"/>
                  <a:gd name="T78" fmla="*/ 158 w 246"/>
                  <a:gd name="T79" fmla="*/ 230 h 363"/>
                  <a:gd name="T80" fmla="*/ 136 w 246"/>
                  <a:gd name="T81" fmla="*/ 239 h 363"/>
                  <a:gd name="T82" fmla="*/ 122 w 246"/>
                  <a:gd name="T83" fmla="*/ 240 h 363"/>
                  <a:gd name="T84" fmla="*/ 98 w 246"/>
                  <a:gd name="T85" fmla="*/ 235 h 363"/>
                  <a:gd name="T86" fmla="*/ 78 w 246"/>
                  <a:gd name="T87" fmla="*/ 223 h 363"/>
                  <a:gd name="T88" fmla="*/ 46 w 246"/>
                  <a:gd name="T89" fmla="*/ 247 h 363"/>
                  <a:gd name="T90" fmla="*/ 36 w 246"/>
                  <a:gd name="T91" fmla="*/ 258 h 363"/>
                  <a:gd name="T92" fmla="*/ 32 w 246"/>
                  <a:gd name="T93" fmla="*/ 273 h 363"/>
                  <a:gd name="T94" fmla="*/ 27 w 246"/>
                  <a:gd name="T95" fmla="*/ 293 h 363"/>
                  <a:gd name="T96" fmla="*/ 25 w 246"/>
                  <a:gd name="T97" fmla="*/ 293 h 363"/>
                  <a:gd name="T98" fmla="*/ 21 w 246"/>
                  <a:gd name="T99" fmla="*/ 289 h 363"/>
                  <a:gd name="T100" fmla="*/ 21 w 246"/>
                  <a:gd name="T101" fmla="*/ 27 h 363"/>
                  <a:gd name="T102" fmla="*/ 21 w 246"/>
                  <a:gd name="T103" fmla="*/ 25 h 363"/>
                  <a:gd name="T104" fmla="*/ 25 w 246"/>
                  <a:gd name="T105" fmla="*/ 21 h 363"/>
                  <a:gd name="T106" fmla="*/ 218 w 246"/>
                  <a:gd name="T107" fmla="*/ 21 h 363"/>
                  <a:gd name="T108" fmla="*/ 220 w 246"/>
                  <a:gd name="T109" fmla="*/ 21 h 363"/>
                  <a:gd name="T110" fmla="*/ 223 w 246"/>
                  <a:gd name="T111" fmla="*/ 25 h 363"/>
                  <a:gd name="T112" fmla="*/ 224 w 246"/>
                  <a:gd name="T113" fmla="*/ 287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46" h="363">
                    <a:moveTo>
                      <a:pt x="216" y="0"/>
                    </a:moveTo>
                    <a:lnTo>
                      <a:pt x="29" y="0"/>
                    </a:lnTo>
                    <a:lnTo>
                      <a:pt x="29" y="0"/>
                    </a:lnTo>
                    <a:lnTo>
                      <a:pt x="23" y="0"/>
                    </a:lnTo>
                    <a:lnTo>
                      <a:pt x="17" y="1"/>
                    </a:lnTo>
                    <a:lnTo>
                      <a:pt x="12" y="4"/>
                    </a:lnTo>
                    <a:lnTo>
                      <a:pt x="8" y="8"/>
                    </a:lnTo>
                    <a:lnTo>
                      <a:pt x="5" y="12"/>
                    </a:lnTo>
                    <a:lnTo>
                      <a:pt x="3" y="17"/>
                    </a:lnTo>
                    <a:lnTo>
                      <a:pt x="0" y="23"/>
                    </a:lnTo>
                    <a:lnTo>
                      <a:pt x="0" y="28"/>
                    </a:lnTo>
                    <a:lnTo>
                      <a:pt x="0" y="333"/>
                    </a:lnTo>
                    <a:lnTo>
                      <a:pt x="0" y="333"/>
                    </a:lnTo>
                    <a:lnTo>
                      <a:pt x="0" y="338"/>
                    </a:lnTo>
                    <a:lnTo>
                      <a:pt x="3" y="344"/>
                    </a:lnTo>
                    <a:lnTo>
                      <a:pt x="5" y="349"/>
                    </a:lnTo>
                    <a:lnTo>
                      <a:pt x="8" y="353"/>
                    </a:lnTo>
                    <a:lnTo>
                      <a:pt x="12" y="357"/>
                    </a:lnTo>
                    <a:lnTo>
                      <a:pt x="17" y="360"/>
                    </a:lnTo>
                    <a:lnTo>
                      <a:pt x="23" y="361"/>
                    </a:lnTo>
                    <a:lnTo>
                      <a:pt x="29" y="363"/>
                    </a:lnTo>
                    <a:lnTo>
                      <a:pt x="216" y="363"/>
                    </a:lnTo>
                    <a:lnTo>
                      <a:pt x="216" y="363"/>
                    </a:lnTo>
                    <a:lnTo>
                      <a:pt x="222" y="361"/>
                    </a:lnTo>
                    <a:lnTo>
                      <a:pt x="227" y="360"/>
                    </a:lnTo>
                    <a:lnTo>
                      <a:pt x="232" y="357"/>
                    </a:lnTo>
                    <a:lnTo>
                      <a:pt x="236" y="353"/>
                    </a:lnTo>
                    <a:lnTo>
                      <a:pt x="240" y="349"/>
                    </a:lnTo>
                    <a:lnTo>
                      <a:pt x="243" y="344"/>
                    </a:lnTo>
                    <a:lnTo>
                      <a:pt x="244" y="338"/>
                    </a:lnTo>
                    <a:lnTo>
                      <a:pt x="246" y="333"/>
                    </a:lnTo>
                    <a:lnTo>
                      <a:pt x="246" y="28"/>
                    </a:lnTo>
                    <a:lnTo>
                      <a:pt x="246" y="28"/>
                    </a:lnTo>
                    <a:lnTo>
                      <a:pt x="244" y="23"/>
                    </a:lnTo>
                    <a:lnTo>
                      <a:pt x="243" y="17"/>
                    </a:lnTo>
                    <a:lnTo>
                      <a:pt x="240" y="12"/>
                    </a:lnTo>
                    <a:lnTo>
                      <a:pt x="236" y="8"/>
                    </a:lnTo>
                    <a:lnTo>
                      <a:pt x="232" y="4"/>
                    </a:lnTo>
                    <a:lnTo>
                      <a:pt x="227" y="1"/>
                    </a:lnTo>
                    <a:lnTo>
                      <a:pt x="222" y="0"/>
                    </a:lnTo>
                    <a:lnTo>
                      <a:pt x="216" y="0"/>
                    </a:lnTo>
                    <a:lnTo>
                      <a:pt x="216" y="0"/>
                    </a:lnTo>
                    <a:close/>
                    <a:moveTo>
                      <a:pt x="122" y="351"/>
                    </a:moveTo>
                    <a:lnTo>
                      <a:pt x="122" y="351"/>
                    </a:lnTo>
                    <a:lnTo>
                      <a:pt x="115" y="349"/>
                    </a:lnTo>
                    <a:lnTo>
                      <a:pt x="110" y="345"/>
                    </a:lnTo>
                    <a:lnTo>
                      <a:pt x="106" y="340"/>
                    </a:lnTo>
                    <a:lnTo>
                      <a:pt x="105" y="333"/>
                    </a:lnTo>
                    <a:lnTo>
                      <a:pt x="105" y="333"/>
                    </a:lnTo>
                    <a:lnTo>
                      <a:pt x="106" y="326"/>
                    </a:lnTo>
                    <a:lnTo>
                      <a:pt x="110" y="321"/>
                    </a:lnTo>
                    <a:lnTo>
                      <a:pt x="115" y="317"/>
                    </a:lnTo>
                    <a:lnTo>
                      <a:pt x="122" y="316"/>
                    </a:lnTo>
                    <a:lnTo>
                      <a:pt x="122" y="316"/>
                    </a:lnTo>
                    <a:lnTo>
                      <a:pt x="129" y="317"/>
                    </a:lnTo>
                    <a:lnTo>
                      <a:pt x="136" y="321"/>
                    </a:lnTo>
                    <a:lnTo>
                      <a:pt x="138" y="326"/>
                    </a:lnTo>
                    <a:lnTo>
                      <a:pt x="140" y="333"/>
                    </a:lnTo>
                    <a:lnTo>
                      <a:pt x="140" y="333"/>
                    </a:lnTo>
                    <a:lnTo>
                      <a:pt x="138" y="340"/>
                    </a:lnTo>
                    <a:lnTo>
                      <a:pt x="136" y="345"/>
                    </a:lnTo>
                    <a:lnTo>
                      <a:pt x="129" y="349"/>
                    </a:lnTo>
                    <a:lnTo>
                      <a:pt x="122" y="351"/>
                    </a:lnTo>
                    <a:lnTo>
                      <a:pt x="122" y="351"/>
                    </a:lnTo>
                    <a:close/>
                    <a:moveTo>
                      <a:pt x="224" y="287"/>
                    </a:moveTo>
                    <a:lnTo>
                      <a:pt x="224" y="287"/>
                    </a:lnTo>
                    <a:lnTo>
                      <a:pt x="223" y="289"/>
                    </a:lnTo>
                    <a:lnTo>
                      <a:pt x="222" y="291"/>
                    </a:lnTo>
                    <a:lnTo>
                      <a:pt x="220" y="293"/>
                    </a:lnTo>
                    <a:lnTo>
                      <a:pt x="218" y="293"/>
                    </a:lnTo>
                    <a:lnTo>
                      <a:pt x="214" y="293"/>
                    </a:lnTo>
                    <a:lnTo>
                      <a:pt x="214" y="273"/>
                    </a:lnTo>
                    <a:lnTo>
                      <a:pt x="214" y="273"/>
                    </a:lnTo>
                    <a:lnTo>
                      <a:pt x="212" y="266"/>
                    </a:lnTo>
                    <a:lnTo>
                      <a:pt x="210" y="258"/>
                    </a:lnTo>
                    <a:lnTo>
                      <a:pt x="205" y="252"/>
                    </a:lnTo>
                    <a:lnTo>
                      <a:pt x="200" y="247"/>
                    </a:lnTo>
                    <a:lnTo>
                      <a:pt x="168" y="223"/>
                    </a:lnTo>
                    <a:lnTo>
                      <a:pt x="168" y="223"/>
                    </a:lnTo>
                    <a:lnTo>
                      <a:pt x="158" y="230"/>
                    </a:lnTo>
                    <a:lnTo>
                      <a:pt x="148" y="235"/>
                    </a:lnTo>
                    <a:lnTo>
                      <a:pt x="136" y="239"/>
                    </a:lnTo>
                    <a:lnTo>
                      <a:pt x="122" y="240"/>
                    </a:lnTo>
                    <a:lnTo>
                      <a:pt x="122" y="240"/>
                    </a:lnTo>
                    <a:lnTo>
                      <a:pt x="110" y="239"/>
                    </a:lnTo>
                    <a:lnTo>
                      <a:pt x="98" y="235"/>
                    </a:lnTo>
                    <a:lnTo>
                      <a:pt x="87" y="230"/>
                    </a:lnTo>
                    <a:lnTo>
                      <a:pt x="78" y="223"/>
                    </a:lnTo>
                    <a:lnTo>
                      <a:pt x="46" y="247"/>
                    </a:lnTo>
                    <a:lnTo>
                      <a:pt x="46" y="247"/>
                    </a:lnTo>
                    <a:lnTo>
                      <a:pt x="40" y="252"/>
                    </a:lnTo>
                    <a:lnTo>
                      <a:pt x="36" y="258"/>
                    </a:lnTo>
                    <a:lnTo>
                      <a:pt x="33" y="266"/>
                    </a:lnTo>
                    <a:lnTo>
                      <a:pt x="32" y="273"/>
                    </a:lnTo>
                    <a:lnTo>
                      <a:pt x="32" y="293"/>
                    </a:lnTo>
                    <a:lnTo>
                      <a:pt x="27" y="293"/>
                    </a:lnTo>
                    <a:lnTo>
                      <a:pt x="27" y="293"/>
                    </a:lnTo>
                    <a:lnTo>
                      <a:pt x="25" y="293"/>
                    </a:lnTo>
                    <a:lnTo>
                      <a:pt x="23" y="291"/>
                    </a:lnTo>
                    <a:lnTo>
                      <a:pt x="21" y="289"/>
                    </a:lnTo>
                    <a:lnTo>
                      <a:pt x="21" y="287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1" y="25"/>
                    </a:lnTo>
                    <a:lnTo>
                      <a:pt x="23" y="23"/>
                    </a:lnTo>
                    <a:lnTo>
                      <a:pt x="25" y="21"/>
                    </a:lnTo>
                    <a:lnTo>
                      <a:pt x="27" y="21"/>
                    </a:lnTo>
                    <a:lnTo>
                      <a:pt x="218" y="21"/>
                    </a:lnTo>
                    <a:lnTo>
                      <a:pt x="218" y="21"/>
                    </a:lnTo>
                    <a:lnTo>
                      <a:pt x="220" y="21"/>
                    </a:lnTo>
                    <a:lnTo>
                      <a:pt x="222" y="23"/>
                    </a:lnTo>
                    <a:lnTo>
                      <a:pt x="223" y="25"/>
                    </a:lnTo>
                    <a:lnTo>
                      <a:pt x="224" y="27"/>
                    </a:lnTo>
                    <a:lnTo>
                      <a:pt x="224" y="2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0831DCA-781B-8A31-C5DC-FE5F55A1086F}"/>
                </a:ext>
              </a:extLst>
            </p:cNvPr>
            <p:cNvGrpSpPr/>
            <p:nvPr/>
          </p:nvGrpSpPr>
          <p:grpSpPr>
            <a:xfrm>
              <a:off x="4684042" y="2207529"/>
              <a:ext cx="3348000" cy="2312677"/>
              <a:chOff x="4684042" y="2207529"/>
              <a:chExt cx="3348000" cy="2312677"/>
            </a:xfrm>
          </p:grpSpPr>
          <p:sp>
            <p:nvSpPr>
              <p:cNvPr id="51" name="TextBox 26">
                <a:extLst>
                  <a:ext uri="{FF2B5EF4-FFF2-40B4-BE49-F238E27FC236}">
                    <a16:creationId xmlns:a16="http://schemas.microsoft.com/office/drawing/2014/main" id="{97BF2698-10FD-96B0-83D7-C6FA3165D841}"/>
                  </a:ext>
                </a:extLst>
              </p:cNvPr>
              <p:cNvSpPr txBox="1"/>
              <p:nvPr/>
            </p:nvSpPr>
            <p:spPr>
              <a:xfrm>
                <a:off x="4943374" y="2207529"/>
                <a:ext cx="5148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BE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8080">
                        <a:lumMod val="50000"/>
                      </a:srgbClr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Bio</a:t>
                </a:r>
              </a:p>
            </p:txBody>
          </p:sp>
          <p:sp>
            <p:nvSpPr>
              <p:cNvPr id="52" name="TextBox 27">
                <a:extLst>
                  <a:ext uri="{FF2B5EF4-FFF2-40B4-BE49-F238E27FC236}">
                    <a16:creationId xmlns:a16="http://schemas.microsoft.com/office/drawing/2014/main" id="{D6F2585D-BCB0-1658-301E-1D489BE155DE}"/>
                  </a:ext>
                </a:extLst>
              </p:cNvPr>
              <p:cNvSpPr txBox="1"/>
              <p:nvPr/>
            </p:nvSpPr>
            <p:spPr>
              <a:xfrm>
                <a:off x="4684042" y="2581214"/>
                <a:ext cx="3348000" cy="1938992"/>
              </a:xfrm>
              <a:prstGeom prst="rect">
                <a:avLst/>
              </a:prstGeom>
              <a:noFill/>
            </p:spPr>
            <p:txBody>
              <a:bodyPr wrap="square" lIns="0" tIns="45720" rIns="0" bIns="45720" rtlCol="0" anchor="t">
                <a:spAutoFit/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defRPr/>
                </a:pPr>
                <a:r>
                  <a:rPr lang="fr-BE" sz="1200" dirty="0">
                    <a:solidFill>
                      <a:srgbClr val="FFFFFF">
                        <a:lumMod val="65000"/>
                      </a:srgbClr>
                    </a:solidFill>
                    <a:latin typeface="Open Sans"/>
                    <a:ea typeface="Open Sans"/>
                    <a:cs typeface="Open Sans"/>
                  </a:rPr>
                  <a:t>Lorem Ipsum 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Lorem Ipsum Lorem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</a:t>
                </a:r>
                <a:r>
                  <a:rPr lang="fr-BE" sz="1200" dirty="0" err="1">
                    <a:solidFill>
                      <a:srgbClr val="A6A6A6"/>
                    </a:solidFill>
                    <a:ea typeface="Open Sans"/>
                    <a:cs typeface="Open Sans"/>
                  </a:rPr>
                  <a:t>IpsumLorem</a:t>
                </a:r>
                <a:r>
                  <a:rPr lang="fr-BE" sz="1200" dirty="0">
                    <a:solidFill>
                      <a:srgbClr val="A6A6A6"/>
                    </a:solidFill>
                    <a:ea typeface="Open Sans"/>
                    <a:cs typeface="Open Sans"/>
                  </a:rPr>
                  <a:t> Ipsum Lorem Ipsum</a:t>
                </a:r>
                <a:endParaRPr lang="en-US" sz="1200" dirty="0">
                  <a:solidFill>
                    <a:srgbClr val="FFFFFF">
                      <a:lumMod val="65000"/>
                    </a:srgbClr>
                  </a:solidFill>
                  <a:ea typeface="Open Sans"/>
                  <a:cs typeface="Open Sans"/>
                </a:endParaRPr>
              </a:p>
              <a:p>
                <a:pPr algn="just">
                  <a:defRPr/>
                </a:pPr>
                <a:endParaRPr lang="fr-BE" sz="1200" dirty="0">
                  <a:solidFill>
                    <a:srgbClr val="A6A6A6"/>
                  </a:solidFill>
                  <a:ea typeface="Open Sans"/>
                  <a:cs typeface="Open Sans"/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08EBA-CC22-B8D4-D1D0-C532E1FAF9B4}"/>
              </a:ext>
            </a:extLst>
          </p:cNvPr>
          <p:cNvSpPr/>
          <p:nvPr/>
        </p:nvSpPr>
        <p:spPr>
          <a:xfrm>
            <a:off x="266700" y="5716677"/>
            <a:ext cx="3381375" cy="1044387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fr-FR">
                <a:solidFill>
                  <a:srgbClr val="000000"/>
                </a:solidFill>
                <a:latin typeface="Chronicle Display Black" pitchFamily="50" charset="0"/>
              </a:rPr>
              <a:t>Je ne comprends pas à quelle prime j’ai droit… </a:t>
            </a: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hronicle Display Black" pitchFamily="50" charset="0"/>
              <a:ea typeface="+mn-ea"/>
              <a:cs typeface="+mn-cs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67A2DF2-DB01-58C5-5B71-6854DD9FEA87}"/>
              </a:ext>
            </a:extLst>
          </p:cNvPr>
          <p:cNvSpPr txBox="1"/>
          <p:nvPr/>
        </p:nvSpPr>
        <p:spPr>
          <a:xfrm>
            <a:off x="-85069" y="5191404"/>
            <a:ext cx="7409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8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hronicle Display Black" pitchFamily="50" charset="0"/>
                <a:ea typeface="+mn-ea"/>
                <a:cs typeface="+mn-cs"/>
              </a:rPr>
              <a:t>“</a:t>
            </a:r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hronicle Display Black" pitchFamily="50" charset="0"/>
              <a:ea typeface="+mn-ea"/>
              <a:cs typeface="+mn-cs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F39120BF-2F05-D104-6202-60AD9890B093}"/>
              </a:ext>
            </a:extLst>
          </p:cNvPr>
          <p:cNvSpPr txBox="1"/>
          <p:nvPr/>
        </p:nvSpPr>
        <p:spPr>
          <a:xfrm>
            <a:off x="4467063" y="326136"/>
            <a:ext cx="333477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2800" dirty="0">
                <a:solidFill>
                  <a:srgbClr val="808080">
                    <a:lumMod val="50000"/>
                  </a:srgbClr>
                </a:solidFill>
                <a:latin typeface="Chronicle Display Black"/>
              </a:rPr>
              <a:t>Antonin </a:t>
            </a:r>
            <a:r>
              <a:rPr lang="fr-BE" sz="2800" dirty="0" err="1">
                <a:solidFill>
                  <a:srgbClr val="808080">
                    <a:lumMod val="50000"/>
                  </a:srgbClr>
                </a:solidFill>
                <a:latin typeface="Chronicle Display Black"/>
              </a:rPr>
              <a:t>Lesceux</a:t>
            </a:r>
            <a:endParaRPr kumimoji="0" lang="fr-BE" sz="2800" b="0" i="0" u="none" strike="noStrike" kern="1200" cap="none" spc="0" normalizeH="0" baseline="0" noProof="0" dirty="0" err="1">
              <a:ln>
                <a:noFill/>
              </a:ln>
              <a:solidFill>
                <a:srgbClr val="808080">
                  <a:lumMod val="50000"/>
                </a:srgbClr>
              </a:solidFill>
              <a:effectLst/>
              <a:uLnTx/>
              <a:uFillTx/>
              <a:latin typeface="Chronicle Display Black" pitchFamily="50" charset="0"/>
              <a:ea typeface="+mn-ea"/>
              <a:cs typeface="+mn-cs"/>
            </a:endParaRPr>
          </a:p>
        </p:txBody>
      </p:sp>
      <p:sp>
        <p:nvSpPr>
          <p:cNvPr id="9" name="Rounded Rectangle 72">
            <a:extLst>
              <a:ext uri="{FF2B5EF4-FFF2-40B4-BE49-F238E27FC236}">
                <a16:creationId xmlns:a16="http://schemas.microsoft.com/office/drawing/2014/main" id="{E924FF71-4644-371D-97B7-7E44B6337BA4}"/>
              </a:ext>
            </a:extLst>
          </p:cNvPr>
          <p:cNvSpPr/>
          <p:nvPr/>
        </p:nvSpPr>
        <p:spPr>
          <a:xfrm>
            <a:off x="2945075" y="463079"/>
            <a:ext cx="1116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Détendu</a:t>
            </a:r>
          </a:p>
        </p:txBody>
      </p:sp>
      <p:sp>
        <p:nvSpPr>
          <p:cNvPr id="10" name="Rounded Rectangle 74">
            <a:extLst>
              <a:ext uri="{FF2B5EF4-FFF2-40B4-BE49-F238E27FC236}">
                <a16:creationId xmlns:a16="http://schemas.microsoft.com/office/drawing/2014/main" id="{8B5E810A-7C50-7B7E-5C2C-8FA31A202B99}"/>
              </a:ext>
            </a:extLst>
          </p:cNvPr>
          <p:cNvSpPr/>
          <p:nvPr/>
        </p:nvSpPr>
        <p:spPr>
          <a:xfrm>
            <a:off x="2951425" y="197291"/>
            <a:ext cx="1116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Exigeant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01F29-089E-380B-8322-075A1AB823D9}"/>
              </a:ext>
            </a:extLst>
          </p:cNvPr>
          <p:cNvCxnSpPr/>
          <p:nvPr/>
        </p:nvCxnSpPr>
        <p:spPr>
          <a:xfrm>
            <a:off x="4467063" y="1823825"/>
            <a:ext cx="736730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83">
            <a:extLst>
              <a:ext uri="{FF2B5EF4-FFF2-40B4-BE49-F238E27FC236}">
                <a16:creationId xmlns:a16="http://schemas.microsoft.com/office/drawing/2014/main" id="{DA312756-10AE-DA03-5E0A-451CBA560DB0}"/>
              </a:ext>
            </a:extLst>
          </p:cNvPr>
          <p:cNvSpPr txBox="1"/>
          <p:nvPr/>
        </p:nvSpPr>
        <p:spPr>
          <a:xfrm>
            <a:off x="4045069" y="938442"/>
            <a:ext cx="2128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 ans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Uccle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srgbClr val="FFFFFF">
                    <a:lumMod val="6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p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ropriétaire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9D7036-5916-AE0D-01D8-ADD437FD3489}"/>
              </a:ext>
            </a:extLst>
          </p:cNvPr>
          <p:cNvCxnSpPr/>
          <p:nvPr/>
        </p:nvCxnSpPr>
        <p:spPr>
          <a:xfrm>
            <a:off x="6275085" y="979267"/>
            <a:ext cx="0" cy="697839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85">
            <a:extLst>
              <a:ext uri="{FF2B5EF4-FFF2-40B4-BE49-F238E27FC236}">
                <a16:creationId xmlns:a16="http://schemas.microsoft.com/office/drawing/2014/main" id="{5FABB8AD-ABC9-F908-5670-9221BE21813B}"/>
              </a:ext>
            </a:extLst>
          </p:cNvPr>
          <p:cNvSpPr txBox="1"/>
          <p:nvPr/>
        </p:nvSpPr>
        <p:spPr>
          <a:xfrm>
            <a:off x="6422741" y="938442"/>
            <a:ext cx="40071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À la recherche d’un logement à acheter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Maturité digitale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72BFD9-F71D-85DD-C1CE-69C2937A86B1}"/>
              </a:ext>
            </a:extLst>
          </p:cNvPr>
          <p:cNvSpPr/>
          <p:nvPr/>
        </p:nvSpPr>
        <p:spPr>
          <a:xfrm>
            <a:off x="8471192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35049C-58E1-3825-72F9-58C827CDFC19}"/>
              </a:ext>
            </a:extLst>
          </p:cNvPr>
          <p:cNvSpPr/>
          <p:nvPr/>
        </p:nvSpPr>
        <p:spPr>
          <a:xfrm>
            <a:off x="8765029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529752-A3C1-ACC5-3682-389C2FD23EC1}"/>
              </a:ext>
            </a:extLst>
          </p:cNvPr>
          <p:cNvSpPr/>
          <p:nvPr/>
        </p:nvSpPr>
        <p:spPr>
          <a:xfrm>
            <a:off x="9058866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13C2F4-D997-C99C-D7C1-FEF60340A166}"/>
              </a:ext>
            </a:extLst>
          </p:cNvPr>
          <p:cNvSpPr/>
          <p:nvPr/>
        </p:nvSpPr>
        <p:spPr>
          <a:xfrm>
            <a:off x="8177355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F0461A-4966-7A7E-21C8-E8B2DF405988}"/>
              </a:ext>
            </a:extLst>
          </p:cNvPr>
          <p:cNvSpPr/>
          <p:nvPr/>
        </p:nvSpPr>
        <p:spPr>
          <a:xfrm>
            <a:off x="9344628" y="145583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4A9565-04AE-FE29-132D-299E15031914}"/>
              </a:ext>
            </a:extLst>
          </p:cNvPr>
          <p:cNvGrpSpPr>
            <a:grpSpLocks noChangeAspect="1"/>
          </p:cNvGrpSpPr>
          <p:nvPr/>
        </p:nvGrpSpPr>
        <p:grpSpPr>
          <a:xfrm>
            <a:off x="10474027" y="999258"/>
            <a:ext cx="522288" cy="522288"/>
            <a:chOff x="10474027" y="999258"/>
            <a:chExt cx="522288" cy="522288"/>
          </a:xfrm>
          <a:solidFill>
            <a:schemeClr val="accent4"/>
          </a:solidFill>
        </p:grpSpPr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C950D4D5-9A56-7367-5D16-692134E5B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74027" y="999258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Freeform 178">
              <a:extLst>
                <a:ext uri="{FF2B5EF4-FFF2-40B4-BE49-F238E27FC236}">
                  <a16:creationId xmlns:a16="http://schemas.microsoft.com/office/drawing/2014/main" id="{FDAE92F2-CC7A-A9D8-E0BB-E217BF82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3727" y="1302470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Freeform 179">
              <a:extLst>
                <a:ext uri="{FF2B5EF4-FFF2-40B4-BE49-F238E27FC236}">
                  <a16:creationId xmlns:a16="http://schemas.microsoft.com/office/drawing/2014/main" id="{1F000C0A-28DD-8FCF-D1E2-540454F083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35952" y="1145308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5F5C2C-46EF-B5EC-61C5-EE20D653FC86}"/>
              </a:ext>
            </a:extLst>
          </p:cNvPr>
          <p:cNvGrpSpPr>
            <a:grpSpLocks noChangeAspect="1"/>
          </p:cNvGrpSpPr>
          <p:nvPr/>
        </p:nvGrpSpPr>
        <p:grpSpPr>
          <a:xfrm>
            <a:off x="11108913" y="990589"/>
            <a:ext cx="522288" cy="522288"/>
            <a:chOff x="11108913" y="990589"/>
            <a:chExt cx="522288" cy="522288"/>
          </a:xfrm>
          <a:solidFill>
            <a:schemeClr val="accent4"/>
          </a:solidFill>
        </p:grpSpPr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EABBD830-064A-BD6C-B6A6-52BC0E05ED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08913" y="990589"/>
              <a:ext cx="522288" cy="522288"/>
            </a:xfrm>
            <a:custGeom>
              <a:avLst/>
              <a:gdLst>
                <a:gd name="T0" fmla="*/ 312 w 659"/>
                <a:gd name="T1" fmla="*/ 658 h 658"/>
                <a:gd name="T2" fmla="*/ 264 w 659"/>
                <a:gd name="T3" fmla="*/ 652 h 658"/>
                <a:gd name="T4" fmla="*/ 202 w 659"/>
                <a:gd name="T5" fmla="*/ 633 h 658"/>
                <a:gd name="T6" fmla="*/ 120 w 659"/>
                <a:gd name="T7" fmla="*/ 583 h 658"/>
                <a:gd name="T8" fmla="*/ 57 w 659"/>
                <a:gd name="T9" fmla="*/ 513 h 658"/>
                <a:gd name="T10" fmla="*/ 15 w 659"/>
                <a:gd name="T11" fmla="*/ 427 h 658"/>
                <a:gd name="T12" fmla="*/ 5 w 659"/>
                <a:gd name="T13" fmla="*/ 379 h 658"/>
                <a:gd name="T14" fmla="*/ 0 w 659"/>
                <a:gd name="T15" fmla="*/ 329 h 658"/>
                <a:gd name="T16" fmla="*/ 3 w 659"/>
                <a:gd name="T17" fmla="*/ 296 h 658"/>
                <a:gd name="T18" fmla="*/ 11 w 659"/>
                <a:gd name="T19" fmla="*/ 247 h 658"/>
                <a:gd name="T20" fmla="*/ 41 w 659"/>
                <a:gd name="T21" fmla="*/ 173 h 658"/>
                <a:gd name="T22" fmla="*/ 97 w 659"/>
                <a:gd name="T23" fmla="*/ 97 h 658"/>
                <a:gd name="T24" fmla="*/ 172 w 659"/>
                <a:gd name="T25" fmla="*/ 40 h 658"/>
                <a:gd name="T26" fmla="*/ 248 w 659"/>
                <a:gd name="T27" fmla="*/ 11 h 658"/>
                <a:gd name="T28" fmla="*/ 296 w 659"/>
                <a:gd name="T29" fmla="*/ 3 h 658"/>
                <a:gd name="T30" fmla="*/ 330 w 659"/>
                <a:gd name="T31" fmla="*/ 0 h 658"/>
                <a:gd name="T32" fmla="*/ 379 w 659"/>
                <a:gd name="T33" fmla="*/ 4 h 658"/>
                <a:gd name="T34" fmla="*/ 428 w 659"/>
                <a:gd name="T35" fmla="*/ 15 h 658"/>
                <a:gd name="T36" fmla="*/ 514 w 659"/>
                <a:gd name="T37" fmla="*/ 56 h 658"/>
                <a:gd name="T38" fmla="*/ 584 w 659"/>
                <a:gd name="T39" fmla="*/ 121 h 658"/>
                <a:gd name="T40" fmla="*/ 633 w 659"/>
                <a:gd name="T41" fmla="*/ 202 h 658"/>
                <a:gd name="T42" fmla="*/ 652 w 659"/>
                <a:gd name="T43" fmla="*/ 263 h 658"/>
                <a:gd name="T44" fmla="*/ 657 w 659"/>
                <a:gd name="T45" fmla="*/ 313 h 658"/>
                <a:gd name="T46" fmla="*/ 657 w 659"/>
                <a:gd name="T47" fmla="*/ 347 h 658"/>
                <a:gd name="T48" fmla="*/ 652 w 659"/>
                <a:gd name="T49" fmla="*/ 396 h 658"/>
                <a:gd name="T50" fmla="*/ 633 w 659"/>
                <a:gd name="T51" fmla="*/ 457 h 658"/>
                <a:gd name="T52" fmla="*/ 584 w 659"/>
                <a:gd name="T53" fmla="*/ 539 h 658"/>
                <a:gd name="T54" fmla="*/ 514 w 659"/>
                <a:gd name="T55" fmla="*/ 602 h 658"/>
                <a:gd name="T56" fmla="*/ 428 w 659"/>
                <a:gd name="T57" fmla="*/ 644 h 658"/>
                <a:gd name="T58" fmla="*/ 379 w 659"/>
                <a:gd name="T59" fmla="*/ 654 h 658"/>
                <a:gd name="T60" fmla="*/ 330 w 659"/>
                <a:gd name="T61" fmla="*/ 658 h 658"/>
                <a:gd name="T62" fmla="*/ 330 w 659"/>
                <a:gd name="T63" fmla="*/ 38 h 658"/>
                <a:gd name="T64" fmla="*/ 244 w 659"/>
                <a:gd name="T65" fmla="*/ 51 h 658"/>
                <a:gd name="T66" fmla="*/ 167 w 659"/>
                <a:gd name="T67" fmla="*/ 89 h 658"/>
                <a:gd name="T68" fmla="*/ 105 w 659"/>
                <a:gd name="T69" fmla="*/ 144 h 658"/>
                <a:gd name="T70" fmla="*/ 61 w 659"/>
                <a:gd name="T71" fmla="*/ 216 h 658"/>
                <a:gd name="T72" fmla="*/ 39 w 659"/>
                <a:gd name="T73" fmla="*/ 300 h 658"/>
                <a:gd name="T74" fmla="*/ 39 w 659"/>
                <a:gd name="T75" fmla="*/ 359 h 658"/>
                <a:gd name="T76" fmla="*/ 61 w 659"/>
                <a:gd name="T77" fmla="*/ 443 h 658"/>
                <a:gd name="T78" fmla="*/ 105 w 659"/>
                <a:gd name="T79" fmla="*/ 515 h 658"/>
                <a:gd name="T80" fmla="*/ 167 w 659"/>
                <a:gd name="T81" fmla="*/ 571 h 658"/>
                <a:gd name="T82" fmla="*/ 244 w 659"/>
                <a:gd name="T83" fmla="*/ 607 h 658"/>
                <a:gd name="T84" fmla="*/ 330 w 659"/>
                <a:gd name="T85" fmla="*/ 621 h 658"/>
                <a:gd name="T86" fmla="*/ 389 w 659"/>
                <a:gd name="T87" fmla="*/ 615 h 658"/>
                <a:gd name="T88" fmla="*/ 468 w 659"/>
                <a:gd name="T89" fmla="*/ 586 h 658"/>
                <a:gd name="T90" fmla="*/ 535 w 659"/>
                <a:gd name="T91" fmla="*/ 535 h 658"/>
                <a:gd name="T92" fmla="*/ 586 w 659"/>
                <a:gd name="T93" fmla="*/ 468 h 658"/>
                <a:gd name="T94" fmla="*/ 614 w 659"/>
                <a:gd name="T95" fmla="*/ 388 h 658"/>
                <a:gd name="T96" fmla="*/ 621 w 659"/>
                <a:gd name="T97" fmla="*/ 329 h 658"/>
                <a:gd name="T98" fmla="*/ 608 w 659"/>
                <a:gd name="T99" fmla="*/ 243 h 658"/>
                <a:gd name="T100" fmla="*/ 571 w 659"/>
                <a:gd name="T101" fmla="*/ 167 h 658"/>
                <a:gd name="T102" fmla="*/ 515 w 659"/>
                <a:gd name="T103" fmla="*/ 105 h 658"/>
                <a:gd name="T104" fmla="*/ 442 w 659"/>
                <a:gd name="T105" fmla="*/ 62 h 658"/>
                <a:gd name="T106" fmla="*/ 359 w 659"/>
                <a:gd name="T107" fmla="*/ 4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30" y="658"/>
                  </a:moveTo>
                  <a:lnTo>
                    <a:pt x="330" y="658"/>
                  </a:lnTo>
                  <a:lnTo>
                    <a:pt x="312" y="658"/>
                  </a:lnTo>
                  <a:lnTo>
                    <a:pt x="296" y="657"/>
                  </a:lnTo>
                  <a:lnTo>
                    <a:pt x="280" y="654"/>
                  </a:lnTo>
                  <a:lnTo>
                    <a:pt x="264" y="652"/>
                  </a:lnTo>
                  <a:lnTo>
                    <a:pt x="248" y="648"/>
                  </a:lnTo>
                  <a:lnTo>
                    <a:pt x="232" y="644"/>
                  </a:lnTo>
                  <a:lnTo>
                    <a:pt x="202" y="633"/>
                  </a:lnTo>
                  <a:lnTo>
                    <a:pt x="172" y="618"/>
                  </a:lnTo>
                  <a:lnTo>
                    <a:pt x="146" y="602"/>
                  </a:lnTo>
                  <a:lnTo>
                    <a:pt x="120" y="583"/>
                  </a:lnTo>
                  <a:lnTo>
                    <a:pt x="97" y="562"/>
                  </a:lnTo>
                  <a:lnTo>
                    <a:pt x="76" y="539"/>
                  </a:lnTo>
                  <a:lnTo>
                    <a:pt x="57" y="513"/>
                  </a:lnTo>
                  <a:lnTo>
                    <a:pt x="41" y="486"/>
                  </a:lnTo>
                  <a:lnTo>
                    <a:pt x="26" y="457"/>
                  </a:lnTo>
                  <a:lnTo>
                    <a:pt x="15" y="427"/>
                  </a:lnTo>
                  <a:lnTo>
                    <a:pt x="11" y="411"/>
                  </a:lnTo>
                  <a:lnTo>
                    <a:pt x="7" y="396"/>
                  </a:lnTo>
                  <a:lnTo>
                    <a:pt x="5" y="379"/>
                  </a:lnTo>
                  <a:lnTo>
                    <a:pt x="3" y="363"/>
                  </a:lnTo>
                  <a:lnTo>
                    <a:pt x="2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5" y="279"/>
                  </a:lnTo>
                  <a:lnTo>
                    <a:pt x="7" y="263"/>
                  </a:lnTo>
                  <a:lnTo>
                    <a:pt x="11" y="247"/>
                  </a:lnTo>
                  <a:lnTo>
                    <a:pt x="15" y="232"/>
                  </a:lnTo>
                  <a:lnTo>
                    <a:pt x="26" y="202"/>
                  </a:lnTo>
                  <a:lnTo>
                    <a:pt x="41" y="173"/>
                  </a:lnTo>
                  <a:lnTo>
                    <a:pt x="57" y="145"/>
                  </a:lnTo>
                  <a:lnTo>
                    <a:pt x="76" y="121"/>
                  </a:lnTo>
                  <a:lnTo>
                    <a:pt x="97" y="97"/>
                  </a:lnTo>
                  <a:lnTo>
                    <a:pt x="120" y="75"/>
                  </a:lnTo>
                  <a:lnTo>
                    <a:pt x="146" y="56"/>
                  </a:lnTo>
                  <a:lnTo>
                    <a:pt x="172" y="40"/>
                  </a:lnTo>
                  <a:lnTo>
                    <a:pt x="202" y="27"/>
                  </a:lnTo>
                  <a:lnTo>
                    <a:pt x="232" y="15"/>
                  </a:lnTo>
                  <a:lnTo>
                    <a:pt x="248" y="11"/>
                  </a:lnTo>
                  <a:lnTo>
                    <a:pt x="264" y="7"/>
                  </a:lnTo>
                  <a:lnTo>
                    <a:pt x="280" y="4"/>
                  </a:lnTo>
                  <a:lnTo>
                    <a:pt x="296" y="3"/>
                  </a:lnTo>
                  <a:lnTo>
                    <a:pt x="312" y="1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1"/>
                  </a:lnTo>
                  <a:lnTo>
                    <a:pt x="363" y="3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2" y="11"/>
                  </a:lnTo>
                  <a:lnTo>
                    <a:pt x="428" y="15"/>
                  </a:lnTo>
                  <a:lnTo>
                    <a:pt x="457" y="27"/>
                  </a:lnTo>
                  <a:lnTo>
                    <a:pt x="487" y="40"/>
                  </a:lnTo>
                  <a:lnTo>
                    <a:pt x="514" y="56"/>
                  </a:lnTo>
                  <a:lnTo>
                    <a:pt x="539" y="75"/>
                  </a:lnTo>
                  <a:lnTo>
                    <a:pt x="562" y="97"/>
                  </a:lnTo>
                  <a:lnTo>
                    <a:pt x="584" y="121"/>
                  </a:lnTo>
                  <a:lnTo>
                    <a:pt x="602" y="145"/>
                  </a:lnTo>
                  <a:lnTo>
                    <a:pt x="618" y="173"/>
                  </a:lnTo>
                  <a:lnTo>
                    <a:pt x="633" y="202"/>
                  </a:lnTo>
                  <a:lnTo>
                    <a:pt x="644" y="232"/>
                  </a:lnTo>
                  <a:lnTo>
                    <a:pt x="648" y="247"/>
                  </a:lnTo>
                  <a:lnTo>
                    <a:pt x="652" y="263"/>
                  </a:lnTo>
                  <a:lnTo>
                    <a:pt x="655" y="279"/>
                  </a:lnTo>
                  <a:lnTo>
                    <a:pt x="656" y="296"/>
                  </a:lnTo>
                  <a:lnTo>
                    <a:pt x="657" y="313"/>
                  </a:lnTo>
                  <a:lnTo>
                    <a:pt x="659" y="329"/>
                  </a:lnTo>
                  <a:lnTo>
                    <a:pt x="659" y="329"/>
                  </a:lnTo>
                  <a:lnTo>
                    <a:pt x="657" y="347"/>
                  </a:lnTo>
                  <a:lnTo>
                    <a:pt x="656" y="363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1"/>
                  </a:lnTo>
                  <a:lnTo>
                    <a:pt x="644" y="427"/>
                  </a:lnTo>
                  <a:lnTo>
                    <a:pt x="633" y="457"/>
                  </a:lnTo>
                  <a:lnTo>
                    <a:pt x="618" y="486"/>
                  </a:lnTo>
                  <a:lnTo>
                    <a:pt x="602" y="513"/>
                  </a:lnTo>
                  <a:lnTo>
                    <a:pt x="584" y="539"/>
                  </a:lnTo>
                  <a:lnTo>
                    <a:pt x="562" y="562"/>
                  </a:lnTo>
                  <a:lnTo>
                    <a:pt x="539" y="583"/>
                  </a:lnTo>
                  <a:lnTo>
                    <a:pt x="514" y="602"/>
                  </a:lnTo>
                  <a:lnTo>
                    <a:pt x="487" y="618"/>
                  </a:lnTo>
                  <a:lnTo>
                    <a:pt x="457" y="633"/>
                  </a:lnTo>
                  <a:lnTo>
                    <a:pt x="428" y="644"/>
                  </a:lnTo>
                  <a:lnTo>
                    <a:pt x="412" y="648"/>
                  </a:lnTo>
                  <a:lnTo>
                    <a:pt x="395" y="652"/>
                  </a:lnTo>
                  <a:lnTo>
                    <a:pt x="379" y="654"/>
                  </a:lnTo>
                  <a:lnTo>
                    <a:pt x="363" y="657"/>
                  </a:lnTo>
                  <a:lnTo>
                    <a:pt x="347" y="658"/>
                  </a:lnTo>
                  <a:lnTo>
                    <a:pt x="330" y="658"/>
                  </a:lnTo>
                  <a:lnTo>
                    <a:pt x="330" y="658"/>
                  </a:lnTo>
                  <a:close/>
                  <a:moveTo>
                    <a:pt x="330" y="38"/>
                  </a:moveTo>
                  <a:lnTo>
                    <a:pt x="330" y="38"/>
                  </a:lnTo>
                  <a:lnTo>
                    <a:pt x="300" y="40"/>
                  </a:lnTo>
                  <a:lnTo>
                    <a:pt x="271" y="44"/>
                  </a:lnTo>
                  <a:lnTo>
                    <a:pt x="244" y="51"/>
                  </a:lnTo>
                  <a:lnTo>
                    <a:pt x="217" y="62"/>
                  </a:lnTo>
                  <a:lnTo>
                    <a:pt x="191" y="74"/>
                  </a:lnTo>
                  <a:lnTo>
                    <a:pt x="167" y="89"/>
                  </a:lnTo>
                  <a:lnTo>
                    <a:pt x="144" y="105"/>
                  </a:lnTo>
                  <a:lnTo>
                    <a:pt x="124" y="124"/>
                  </a:lnTo>
                  <a:lnTo>
                    <a:pt x="105" y="144"/>
                  </a:lnTo>
                  <a:lnTo>
                    <a:pt x="88" y="167"/>
                  </a:lnTo>
                  <a:lnTo>
                    <a:pt x="73" y="191"/>
                  </a:lnTo>
                  <a:lnTo>
                    <a:pt x="61" y="216"/>
                  </a:lnTo>
                  <a:lnTo>
                    <a:pt x="52" y="243"/>
                  </a:lnTo>
                  <a:lnTo>
                    <a:pt x="45" y="271"/>
                  </a:lnTo>
                  <a:lnTo>
                    <a:pt x="39" y="300"/>
                  </a:lnTo>
                  <a:lnTo>
                    <a:pt x="38" y="329"/>
                  </a:lnTo>
                  <a:lnTo>
                    <a:pt x="38" y="329"/>
                  </a:lnTo>
                  <a:lnTo>
                    <a:pt x="39" y="359"/>
                  </a:lnTo>
                  <a:lnTo>
                    <a:pt x="45" y="388"/>
                  </a:lnTo>
                  <a:lnTo>
                    <a:pt x="52" y="416"/>
                  </a:lnTo>
                  <a:lnTo>
                    <a:pt x="61" y="443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5" y="515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71"/>
                  </a:lnTo>
                  <a:lnTo>
                    <a:pt x="191" y="586"/>
                  </a:lnTo>
                  <a:lnTo>
                    <a:pt x="217" y="598"/>
                  </a:lnTo>
                  <a:lnTo>
                    <a:pt x="244" y="607"/>
                  </a:lnTo>
                  <a:lnTo>
                    <a:pt x="271" y="615"/>
                  </a:lnTo>
                  <a:lnTo>
                    <a:pt x="300" y="619"/>
                  </a:lnTo>
                  <a:lnTo>
                    <a:pt x="330" y="621"/>
                  </a:lnTo>
                  <a:lnTo>
                    <a:pt x="330" y="621"/>
                  </a:lnTo>
                  <a:lnTo>
                    <a:pt x="359" y="619"/>
                  </a:lnTo>
                  <a:lnTo>
                    <a:pt x="389" y="615"/>
                  </a:lnTo>
                  <a:lnTo>
                    <a:pt x="416" y="607"/>
                  </a:lnTo>
                  <a:lnTo>
                    <a:pt x="442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5"/>
                  </a:lnTo>
                  <a:lnTo>
                    <a:pt x="571" y="492"/>
                  </a:lnTo>
                  <a:lnTo>
                    <a:pt x="586" y="468"/>
                  </a:lnTo>
                  <a:lnTo>
                    <a:pt x="598" y="443"/>
                  </a:lnTo>
                  <a:lnTo>
                    <a:pt x="608" y="416"/>
                  </a:lnTo>
                  <a:lnTo>
                    <a:pt x="614" y="388"/>
                  </a:lnTo>
                  <a:lnTo>
                    <a:pt x="620" y="359"/>
                  </a:lnTo>
                  <a:lnTo>
                    <a:pt x="621" y="329"/>
                  </a:lnTo>
                  <a:lnTo>
                    <a:pt x="621" y="329"/>
                  </a:lnTo>
                  <a:lnTo>
                    <a:pt x="620" y="300"/>
                  </a:lnTo>
                  <a:lnTo>
                    <a:pt x="614" y="271"/>
                  </a:lnTo>
                  <a:lnTo>
                    <a:pt x="608" y="243"/>
                  </a:lnTo>
                  <a:lnTo>
                    <a:pt x="598" y="216"/>
                  </a:lnTo>
                  <a:lnTo>
                    <a:pt x="586" y="191"/>
                  </a:lnTo>
                  <a:lnTo>
                    <a:pt x="571" y="167"/>
                  </a:lnTo>
                  <a:lnTo>
                    <a:pt x="554" y="144"/>
                  </a:lnTo>
                  <a:lnTo>
                    <a:pt x="535" y="124"/>
                  </a:lnTo>
                  <a:lnTo>
                    <a:pt x="515" y="105"/>
                  </a:lnTo>
                  <a:lnTo>
                    <a:pt x="492" y="89"/>
                  </a:lnTo>
                  <a:lnTo>
                    <a:pt x="468" y="74"/>
                  </a:lnTo>
                  <a:lnTo>
                    <a:pt x="442" y="62"/>
                  </a:lnTo>
                  <a:lnTo>
                    <a:pt x="416" y="51"/>
                  </a:lnTo>
                  <a:lnTo>
                    <a:pt x="389" y="44"/>
                  </a:lnTo>
                  <a:lnTo>
                    <a:pt x="359" y="40"/>
                  </a:lnTo>
                  <a:lnTo>
                    <a:pt x="330" y="38"/>
                  </a:lnTo>
                  <a:lnTo>
                    <a:pt x="33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Freeform 174">
              <a:extLst>
                <a:ext uri="{FF2B5EF4-FFF2-40B4-BE49-F238E27FC236}">
                  <a16:creationId xmlns:a16="http://schemas.microsoft.com/office/drawing/2014/main" id="{492E59FE-EC16-7DDB-CA5D-BC21C2EAC6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88301" y="1128702"/>
              <a:ext cx="165100" cy="242888"/>
            </a:xfrm>
            <a:custGeom>
              <a:avLst/>
              <a:gdLst>
                <a:gd name="T0" fmla="*/ 182 w 207"/>
                <a:gd name="T1" fmla="*/ 305 h 305"/>
                <a:gd name="T2" fmla="*/ 187 w 207"/>
                <a:gd name="T3" fmla="*/ 303 h 305"/>
                <a:gd name="T4" fmla="*/ 196 w 207"/>
                <a:gd name="T5" fmla="*/ 301 h 305"/>
                <a:gd name="T6" fmla="*/ 203 w 207"/>
                <a:gd name="T7" fmla="*/ 294 h 305"/>
                <a:gd name="T8" fmla="*/ 206 w 207"/>
                <a:gd name="T9" fmla="*/ 284 h 305"/>
                <a:gd name="T10" fmla="*/ 207 w 207"/>
                <a:gd name="T11" fmla="*/ 24 h 305"/>
                <a:gd name="T12" fmla="*/ 206 w 207"/>
                <a:gd name="T13" fmla="*/ 20 h 305"/>
                <a:gd name="T14" fmla="*/ 203 w 207"/>
                <a:gd name="T15" fmla="*/ 10 h 305"/>
                <a:gd name="T16" fmla="*/ 196 w 207"/>
                <a:gd name="T17" fmla="*/ 4 h 305"/>
                <a:gd name="T18" fmla="*/ 187 w 207"/>
                <a:gd name="T19" fmla="*/ 1 h 305"/>
                <a:gd name="T20" fmla="*/ 26 w 207"/>
                <a:gd name="T21" fmla="*/ 0 h 305"/>
                <a:gd name="T22" fmla="*/ 20 w 207"/>
                <a:gd name="T23" fmla="*/ 1 h 305"/>
                <a:gd name="T24" fmla="*/ 11 w 207"/>
                <a:gd name="T25" fmla="*/ 4 h 305"/>
                <a:gd name="T26" fmla="*/ 4 w 207"/>
                <a:gd name="T27" fmla="*/ 10 h 305"/>
                <a:gd name="T28" fmla="*/ 2 w 207"/>
                <a:gd name="T29" fmla="*/ 20 h 305"/>
                <a:gd name="T30" fmla="*/ 0 w 207"/>
                <a:gd name="T31" fmla="*/ 279 h 305"/>
                <a:gd name="T32" fmla="*/ 2 w 207"/>
                <a:gd name="T33" fmla="*/ 284 h 305"/>
                <a:gd name="T34" fmla="*/ 4 w 207"/>
                <a:gd name="T35" fmla="*/ 294 h 305"/>
                <a:gd name="T36" fmla="*/ 11 w 207"/>
                <a:gd name="T37" fmla="*/ 301 h 305"/>
                <a:gd name="T38" fmla="*/ 20 w 207"/>
                <a:gd name="T39" fmla="*/ 303 h 305"/>
                <a:gd name="T40" fmla="*/ 26 w 207"/>
                <a:gd name="T41" fmla="*/ 305 h 305"/>
                <a:gd name="T42" fmla="*/ 104 w 207"/>
                <a:gd name="T43" fmla="*/ 294 h 305"/>
                <a:gd name="T44" fmla="*/ 93 w 207"/>
                <a:gd name="T45" fmla="*/ 290 h 305"/>
                <a:gd name="T46" fmla="*/ 89 w 207"/>
                <a:gd name="T47" fmla="*/ 279 h 305"/>
                <a:gd name="T48" fmla="*/ 90 w 207"/>
                <a:gd name="T49" fmla="*/ 274 h 305"/>
                <a:gd name="T50" fmla="*/ 98 w 207"/>
                <a:gd name="T51" fmla="*/ 266 h 305"/>
                <a:gd name="T52" fmla="*/ 104 w 207"/>
                <a:gd name="T53" fmla="*/ 266 h 305"/>
                <a:gd name="T54" fmla="*/ 114 w 207"/>
                <a:gd name="T55" fmla="*/ 270 h 305"/>
                <a:gd name="T56" fmla="*/ 118 w 207"/>
                <a:gd name="T57" fmla="*/ 279 h 305"/>
                <a:gd name="T58" fmla="*/ 117 w 207"/>
                <a:gd name="T59" fmla="*/ 286 h 305"/>
                <a:gd name="T60" fmla="*/ 109 w 207"/>
                <a:gd name="T61" fmla="*/ 294 h 305"/>
                <a:gd name="T62" fmla="*/ 104 w 207"/>
                <a:gd name="T63" fmla="*/ 294 h 305"/>
                <a:gd name="T64" fmla="*/ 19 w 207"/>
                <a:gd name="T65" fmla="*/ 22 h 305"/>
                <a:gd name="T66" fmla="*/ 23 w 207"/>
                <a:gd name="T67" fmla="*/ 18 h 305"/>
                <a:gd name="T68" fmla="*/ 184 w 207"/>
                <a:gd name="T69" fmla="*/ 18 h 305"/>
                <a:gd name="T70" fmla="*/ 188 w 207"/>
                <a:gd name="T71" fmla="*/ 22 h 305"/>
                <a:gd name="T72" fmla="*/ 188 w 207"/>
                <a:gd name="T73" fmla="*/ 241 h 305"/>
                <a:gd name="T74" fmla="*/ 184 w 207"/>
                <a:gd name="T75" fmla="*/ 245 h 305"/>
                <a:gd name="T76" fmla="*/ 23 w 207"/>
                <a:gd name="T77" fmla="*/ 245 h 305"/>
                <a:gd name="T78" fmla="*/ 19 w 207"/>
                <a:gd name="T79" fmla="*/ 2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7" h="305">
                  <a:moveTo>
                    <a:pt x="26" y="305"/>
                  </a:moveTo>
                  <a:lnTo>
                    <a:pt x="182" y="305"/>
                  </a:lnTo>
                  <a:lnTo>
                    <a:pt x="182" y="305"/>
                  </a:lnTo>
                  <a:lnTo>
                    <a:pt x="187" y="303"/>
                  </a:lnTo>
                  <a:lnTo>
                    <a:pt x="192" y="302"/>
                  </a:lnTo>
                  <a:lnTo>
                    <a:pt x="196" y="301"/>
                  </a:lnTo>
                  <a:lnTo>
                    <a:pt x="199" y="297"/>
                  </a:lnTo>
                  <a:lnTo>
                    <a:pt x="203" y="294"/>
                  </a:lnTo>
                  <a:lnTo>
                    <a:pt x="204" y="290"/>
                  </a:lnTo>
                  <a:lnTo>
                    <a:pt x="206" y="284"/>
                  </a:lnTo>
                  <a:lnTo>
                    <a:pt x="207" y="279"/>
                  </a:lnTo>
                  <a:lnTo>
                    <a:pt x="207" y="24"/>
                  </a:lnTo>
                  <a:lnTo>
                    <a:pt x="207" y="24"/>
                  </a:lnTo>
                  <a:lnTo>
                    <a:pt x="206" y="20"/>
                  </a:lnTo>
                  <a:lnTo>
                    <a:pt x="204" y="14"/>
                  </a:lnTo>
                  <a:lnTo>
                    <a:pt x="203" y="10"/>
                  </a:lnTo>
                  <a:lnTo>
                    <a:pt x="199" y="8"/>
                  </a:lnTo>
                  <a:lnTo>
                    <a:pt x="196" y="4"/>
                  </a:lnTo>
                  <a:lnTo>
                    <a:pt x="192" y="2"/>
                  </a:lnTo>
                  <a:lnTo>
                    <a:pt x="187" y="1"/>
                  </a:lnTo>
                  <a:lnTo>
                    <a:pt x="182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1"/>
                  </a:lnTo>
                  <a:lnTo>
                    <a:pt x="15" y="2"/>
                  </a:lnTo>
                  <a:lnTo>
                    <a:pt x="11" y="4"/>
                  </a:lnTo>
                  <a:lnTo>
                    <a:pt x="8" y="8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2" y="284"/>
                  </a:lnTo>
                  <a:lnTo>
                    <a:pt x="3" y="290"/>
                  </a:lnTo>
                  <a:lnTo>
                    <a:pt x="4" y="294"/>
                  </a:lnTo>
                  <a:lnTo>
                    <a:pt x="8" y="297"/>
                  </a:lnTo>
                  <a:lnTo>
                    <a:pt x="11" y="301"/>
                  </a:lnTo>
                  <a:lnTo>
                    <a:pt x="15" y="302"/>
                  </a:lnTo>
                  <a:lnTo>
                    <a:pt x="20" y="303"/>
                  </a:lnTo>
                  <a:lnTo>
                    <a:pt x="26" y="305"/>
                  </a:lnTo>
                  <a:lnTo>
                    <a:pt x="26" y="305"/>
                  </a:lnTo>
                  <a:close/>
                  <a:moveTo>
                    <a:pt x="104" y="294"/>
                  </a:moveTo>
                  <a:lnTo>
                    <a:pt x="104" y="294"/>
                  </a:lnTo>
                  <a:lnTo>
                    <a:pt x="98" y="294"/>
                  </a:lnTo>
                  <a:lnTo>
                    <a:pt x="93" y="290"/>
                  </a:lnTo>
                  <a:lnTo>
                    <a:pt x="90" y="286"/>
                  </a:lnTo>
                  <a:lnTo>
                    <a:pt x="89" y="279"/>
                  </a:lnTo>
                  <a:lnTo>
                    <a:pt x="89" y="279"/>
                  </a:lnTo>
                  <a:lnTo>
                    <a:pt x="90" y="274"/>
                  </a:lnTo>
                  <a:lnTo>
                    <a:pt x="93" y="270"/>
                  </a:lnTo>
                  <a:lnTo>
                    <a:pt x="98" y="266"/>
                  </a:lnTo>
                  <a:lnTo>
                    <a:pt x="104" y="266"/>
                  </a:lnTo>
                  <a:lnTo>
                    <a:pt x="104" y="266"/>
                  </a:lnTo>
                  <a:lnTo>
                    <a:pt x="109" y="266"/>
                  </a:lnTo>
                  <a:lnTo>
                    <a:pt x="114" y="270"/>
                  </a:lnTo>
                  <a:lnTo>
                    <a:pt x="117" y="274"/>
                  </a:lnTo>
                  <a:lnTo>
                    <a:pt x="118" y="279"/>
                  </a:lnTo>
                  <a:lnTo>
                    <a:pt x="118" y="279"/>
                  </a:lnTo>
                  <a:lnTo>
                    <a:pt x="117" y="286"/>
                  </a:lnTo>
                  <a:lnTo>
                    <a:pt x="114" y="290"/>
                  </a:lnTo>
                  <a:lnTo>
                    <a:pt x="109" y="294"/>
                  </a:lnTo>
                  <a:lnTo>
                    <a:pt x="104" y="294"/>
                  </a:lnTo>
                  <a:lnTo>
                    <a:pt x="104" y="294"/>
                  </a:lnTo>
                  <a:close/>
                  <a:moveTo>
                    <a:pt x="19" y="22"/>
                  </a:moveTo>
                  <a:lnTo>
                    <a:pt x="19" y="22"/>
                  </a:lnTo>
                  <a:lnTo>
                    <a:pt x="20" y="20"/>
                  </a:lnTo>
                  <a:lnTo>
                    <a:pt x="23" y="18"/>
                  </a:lnTo>
                  <a:lnTo>
                    <a:pt x="184" y="18"/>
                  </a:lnTo>
                  <a:lnTo>
                    <a:pt x="184" y="18"/>
                  </a:lnTo>
                  <a:lnTo>
                    <a:pt x="187" y="20"/>
                  </a:lnTo>
                  <a:lnTo>
                    <a:pt x="188" y="22"/>
                  </a:lnTo>
                  <a:lnTo>
                    <a:pt x="188" y="241"/>
                  </a:lnTo>
                  <a:lnTo>
                    <a:pt x="188" y="241"/>
                  </a:lnTo>
                  <a:lnTo>
                    <a:pt x="187" y="244"/>
                  </a:lnTo>
                  <a:lnTo>
                    <a:pt x="184" y="245"/>
                  </a:lnTo>
                  <a:lnTo>
                    <a:pt x="23" y="245"/>
                  </a:lnTo>
                  <a:lnTo>
                    <a:pt x="23" y="245"/>
                  </a:lnTo>
                  <a:lnTo>
                    <a:pt x="20" y="244"/>
                  </a:lnTo>
                  <a:lnTo>
                    <a:pt x="19" y="241"/>
                  </a:lnTo>
                  <a:lnTo>
                    <a:pt x="1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2" name="TextBox 102">
            <a:extLst>
              <a:ext uri="{FF2B5EF4-FFF2-40B4-BE49-F238E27FC236}">
                <a16:creationId xmlns:a16="http://schemas.microsoft.com/office/drawing/2014/main" id="{F60A3F98-EA65-7841-2B9E-AB6AB1FFC990}"/>
              </a:ext>
            </a:extLst>
          </p:cNvPr>
          <p:cNvSpPr txBox="1"/>
          <p:nvPr/>
        </p:nvSpPr>
        <p:spPr>
          <a:xfrm>
            <a:off x="8216381" y="1877768"/>
            <a:ext cx="697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0" b="0" i="0" u="none" strike="noStrike" kern="1200" cap="none" spc="0" normalizeH="0" baseline="0" noProof="0">
                <a:ln>
                  <a:noFill/>
                </a:ln>
                <a:solidFill>
                  <a:srgbClr val="3EFAC5"/>
                </a:solidFill>
                <a:effectLst/>
                <a:uLnTx/>
                <a:uFillTx/>
                <a:latin typeface="Chronicle Display Black"/>
                <a:ea typeface="+mn-ea"/>
                <a:cs typeface="+mn-cs"/>
              </a:rPr>
              <a:t>‘‘</a:t>
            </a:r>
          </a:p>
        </p:txBody>
      </p:sp>
      <p:sp>
        <p:nvSpPr>
          <p:cNvPr id="23" name="TextBox 103">
            <a:extLst>
              <a:ext uri="{FF2B5EF4-FFF2-40B4-BE49-F238E27FC236}">
                <a16:creationId xmlns:a16="http://schemas.microsoft.com/office/drawing/2014/main" id="{BAD868FE-1286-33A9-8785-C0DAFD8085CE}"/>
              </a:ext>
            </a:extLst>
          </p:cNvPr>
          <p:cNvSpPr txBox="1"/>
          <p:nvPr/>
        </p:nvSpPr>
        <p:spPr>
          <a:xfrm>
            <a:off x="8513869" y="2207529"/>
            <a:ext cx="99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Insights</a:t>
            </a:r>
          </a:p>
        </p:txBody>
      </p:sp>
      <p:sp>
        <p:nvSpPr>
          <p:cNvPr id="24" name="Rounded Rectangle 82">
            <a:extLst>
              <a:ext uri="{FF2B5EF4-FFF2-40B4-BE49-F238E27FC236}">
                <a16:creationId xmlns:a16="http://schemas.microsoft.com/office/drawing/2014/main" id="{CFC84392-C74B-DA0B-891E-B299D15AB2CF}"/>
              </a:ext>
            </a:extLst>
          </p:cNvPr>
          <p:cNvSpPr/>
          <p:nvPr/>
        </p:nvSpPr>
        <p:spPr>
          <a:xfrm>
            <a:off x="8426305" y="2614304"/>
            <a:ext cx="2861995" cy="95012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1200" i="1" dirty="0">
                <a:solidFill>
                  <a:srgbClr val="808080">
                    <a:lumMod val="50000"/>
                  </a:srgbClr>
                </a:solidFill>
                <a:latin typeface="Open Sans"/>
                <a:ea typeface="Open Sans"/>
                <a:cs typeface="Open Sans"/>
              </a:rPr>
              <a:t>Insight 1</a:t>
            </a:r>
            <a:endParaRPr lang="en-US" dirty="0"/>
          </a:p>
        </p:txBody>
      </p:sp>
      <p:sp>
        <p:nvSpPr>
          <p:cNvPr id="25" name="Rounded Rectangle 125">
            <a:extLst>
              <a:ext uri="{FF2B5EF4-FFF2-40B4-BE49-F238E27FC236}">
                <a16:creationId xmlns:a16="http://schemas.microsoft.com/office/drawing/2014/main" id="{33540463-9534-B876-D813-EF970855C5CC}"/>
              </a:ext>
            </a:extLst>
          </p:cNvPr>
          <p:cNvSpPr/>
          <p:nvPr/>
        </p:nvSpPr>
        <p:spPr>
          <a:xfrm>
            <a:off x="8615192" y="3709107"/>
            <a:ext cx="3170850" cy="562402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BE" sz="1200" i="1" dirty="0">
                <a:solidFill>
                  <a:srgbClr val="808080">
                    <a:lumMod val="50000"/>
                  </a:srgbClr>
                </a:solidFill>
                <a:latin typeface="Open Sans"/>
                <a:ea typeface="Open Sans"/>
                <a:cs typeface="Open Sans"/>
              </a:rPr>
              <a:t>Insight 2</a:t>
            </a:r>
            <a:endParaRPr lang="en-US" dirty="0"/>
          </a:p>
        </p:txBody>
      </p:sp>
      <p:grpSp>
        <p:nvGrpSpPr>
          <p:cNvPr id="26" name="Groupe 4">
            <a:extLst>
              <a:ext uri="{FF2B5EF4-FFF2-40B4-BE49-F238E27FC236}">
                <a16:creationId xmlns:a16="http://schemas.microsoft.com/office/drawing/2014/main" id="{332ADCD6-913A-DA88-30BF-424CD3AC3670}"/>
              </a:ext>
            </a:extLst>
          </p:cNvPr>
          <p:cNvGrpSpPr/>
          <p:nvPr/>
        </p:nvGrpSpPr>
        <p:grpSpPr>
          <a:xfrm>
            <a:off x="4684043" y="4282794"/>
            <a:ext cx="3348000" cy="2321479"/>
            <a:chOff x="4684043" y="4282794"/>
            <a:chExt cx="3348000" cy="232147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BD0D27-CF41-1378-C906-B0440970F7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4043" y="4282794"/>
              <a:ext cx="690705" cy="529682"/>
              <a:chOff x="4684043" y="4282794"/>
              <a:chExt cx="258763" cy="198438"/>
            </a:xfrm>
            <a:solidFill>
              <a:schemeClr val="accent2"/>
            </a:solidFill>
          </p:grpSpPr>
          <p:sp>
            <p:nvSpPr>
              <p:cNvPr id="38" name="Freeform 307">
                <a:extLst>
                  <a:ext uri="{FF2B5EF4-FFF2-40B4-BE49-F238E27FC236}">
                    <a16:creationId xmlns:a16="http://schemas.microsoft.com/office/drawing/2014/main" id="{50B219E4-D830-EB76-1597-E19235B40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043" y="4282794"/>
                <a:ext cx="258763" cy="128588"/>
              </a:xfrm>
              <a:custGeom>
                <a:avLst/>
                <a:gdLst>
                  <a:gd name="T0" fmla="*/ 268 w 326"/>
                  <a:gd name="T1" fmla="*/ 46 h 161"/>
                  <a:gd name="T2" fmla="*/ 254 w 326"/>
                  <a:gd name="T3" fmla="*/ 47 h 161"/>
                  <a:gd name="T4" fmla="*/ 240 w 326"/>
                  <a:gd name="T5" fmla="*/ 53 h 161"/>
                  <a:gd name="T6" fmla="*/ 229 w 326"/>
                  <a:gd name="T7" fmla="*/ 49 h 161"/>
                  <a:gd name="T8" fmla="*/ 224 w 326"/>
                  <a:gd name="T9" fmla="*/ 38 h 161"/>
                  <a:gd name="T10" fmla="*/ 209 w 326"/>
                  <a:gd name="T11" fmla="*/ 20 h 161"/>
                  <a:gd name="T12" fmla="*/ 189 w 326"/>
                  <a:gd name="T13" fmla="*/ 8 h 161"/>
                  <a:gd name="T14" fmla="*/ 168 w 326"/>
                  <a:gd name="T15" fmla="*/ 2 h 161"/>
                  <a:gd name="T16" fmla="*/ 156 w 326"/>
                  <a:gd name="T17" fmla="*/ 0 h 161"/>
                  <a:gd name="T18" fmla="*/ 133 w 326"/>
                  <a:gd name="T19" fmla="*/ 3 h 161"/>
                  <a:gd name="T20" fmla="*/ 114 w 326"/>
                  <a:gd name="T21" fmla="*/ 12 h 161"/>
                  <a:gd name="T22" fmla="*/ 97 w 326"/>
                  <a:gd name="T23" fmla="*/ 26 h 161"/>
                  <a:gd name="T24" fmla="*/ 84 w 326"/>
                  <a:gd name="T25" fmla="*/ 45 h 161"/>
                  <a:gd name="T26" fmla="*/ 74 w 326"/>
                  <a:gd name="T27" fmla="*/ 49 h 161"/>
                  <a:gd name="T28" fmla="*/ 66 w 326"/>
                  <a:gd name="T29" fmla="*/ 46 h 161"/>
                  <a:gd name="T30" fmla="*/ 58 w 326"/>
                  <a:gd name="T31" fmla="*/ 46 h 161"/>
                  <a:gd name="T32" fmla="*/ 35 w 326"/>
                  <a:gd name="T33" fmla="*/ 50 h 161"/>
                  <a:gd name="T34" fmla="*/ 17 w 326"/>
                  <a:gd name="T35" fmla="*/ 62 h 161"/>
                  <a:gd name="T36" fmla="*/ 4 w 326"/>
                  <a:gd name="T37" fmla="*/ 81 h 161"/>
                  <a:gd name="T38" fmla="*/ 0 w 326"/>
                  <a:gd name="T39" fmla="*/ 104 h 161"/>
                  <a:gd name="T40" fmla="*/ 1 w 326"/>
                  <a:gd name="T41" fmla="*/ 114 h 161"/>
                  <a:gd name="T42" fmla="*/ 9 w 326"/>
                  <a:gd name="T43" fmla="*/ 136 h 161"/>
                  <a:gd name="T44" fmla="*/ 25 w 326"/>
                  <a:gd name="T45" fmla="*/ 151 h 161"/>
                  <a:gd name="T46" fmla="*/ 46 w 326"/>
                  <a:gd name="T47" fmla="*/ 160 h 161"/>
                  <a:gd name="T48" fmla="*/ 105 w 326"/>
                  <a:gd name="T49" fmla="*/ 161 h 161"/>
                  <a:gd name="T50" fmla="*/ 105 w 326"/>
                  <a:gd name="T51" fmla="*/ 108 h 161"/>
                  <a:gd name="T52" fmla="*/ 109 w 326"/>
                  <a:gd name="T53" fmla="*/ 98 h 161"/>
                  <a:gd name="T54" fmla="*/ 119 w 326"/>
                  <a:gd name="T55" fmla="*/ 94 h 161"/>
                  <a:gd name="T56" fmla="*/ 125 w 326"/>
                  <a:gd name="T57" fmla="*/ 96 h 161"/>
                  <a:gd name="T58" fmla="*/ 131 w 326"/>
                  <a:gd name="T59" fmla="*/ 102 h 161"/>
                  <a:gd name="T60" fmla="*/ 133 w 326"/>
                  <a:gd name="T61" fmla="*/ 161 h 161"/>
                  <a:gd name="T62" fmla="*/ 149 w 326"/>
                  <a:gd name="T63" fmla="*/ 141 h 161"/>
                  <a:gd name="T64" fmla="*/ 150 w 326"/>
                  <a:gd name="T65" fmla="*/ 136 h 161"/>
                  <a:gd name="T66" fmla="*/ 158 w 326"/>
                  <a:gd name="T67" fmla="*/ 129 h 161"/>
                  <a:gd name="T68" fmla="*/ 162 w 326"/>
                  <a:gd name="T69" fmla="*/ 128 h 161"/>
                  <a:gd name="T70" fmla="*/ 173 w 326"/>
                  <a:gd name="T71" fmla="*/ 132 h 161"/>
                  <a:gd name="T72" fmla="*/ 177 w 326"/>
                  <a:gd name="T73" fmla="*/ 141 h 161"/>
                  <a:gd name="T74" fmla="*/ 193 w 326"/>
                  <a:gd name="T75" fmla="*/ 161 h 161"/>
                  <a:gd name="T76" fmla="*/ 193 w 326"/>
                  <a:gd name="T77" fmla="*/ 108 h 161"/>
                  <a:gd name="T78" fmla="*/ 197 w 326"/>
                  <a:gd name="T79" fmla="*/ 98 h 161"/>
                  <a:gd name="T80" fmla="*/ 207 w 326"/>
                  <a:gd name="T81" fmla="*/ 94 h 161"/>
                  <a:gd name="T82" fmla="*/ 212 w 326"/>
                  <a:gd name="T83" fmla="*/ 96 h 161"/>
                  <a:gd name="T84" fmla="*/ 220 w 326"/>
                  <a:gd name="T85" fmla="*/ 102 h 161"/>
                  <a:gd name="T86" fmla="*/ 221 w 326"/>
                  <a:gd name="T87" fmla="*/ 161 h 161"/>
                  <a:gd name="T88" fmla="*/ 268 w 326"/>
                  <a:gd name="T89" fmla="*/ 161 h 161"/>
                  <a:gd name="T90" fmla="*/ 291 w 326"/>
                  <a:gd name="T91" fmla="*/ 156 h 161"/>
                  <a:gd name="T92" fmla="*/ 309 w 326"/>
                  <a:gd name="T93" fmla="*/ 144 h 161"/>
                  <a:gd name="T94" fmla="*/ 322 w 326"/>
                  <a:gd name="T95" fmla="*/ 125 h 161"/>
                  <a:gd name="T96" fmla="*/ 326 w 326"/>
                  <a:gd name="T97" fmla="*/ 104 h 161"/>
                  <a:gd name="T98" fmla="*/ 325 w 326"/>
                  <a:gd name="T99" fmla="*/ 92 h 161"/>
                  <a:gd name="T100" fmla="*/ 317 w 326"/>
                  <a:gd name="T101" fmla="*/ 72 h 161"/>
                  <a:gd name="T102" fmla="*/ 301 w 326"/>
                  <a:gd name="T103" fmla="*/ 55 h 161"/>
                  <a:gd name="T104" fmla="*/ 280 w 326"/>
                  <a:gd name="T105" fmla="*/ 47 h 161"/>
                  <a:gd name="T106" fmla="*/ 268 w 326"/>
                  <a:gd name="T107" fmla="*/ 4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6" h="161">
                    <a:moveTo>
                      <a:pt x="268" y="46"/>
                    </a:moveTo>
                    <a:lnTo>
                      <a:pt x="268" y="46"/>
                    </a:lnTo>
                    <a:lnTo>
                      <a:pt x="262" y="46"/>
                    </a:lnTo>
                    <a:lnTo>
                      <a:pt x="254" y="47"/>
                    </a:lnTo>
                    <a:lnTo>
                      <a:pt x="247" y="50"/>
                    </a:lnTo>
                    <a:lnTo>
                      <a:pt x="240" y="53"/>
                    </a:lnTo>
                    <a:lnTo>
                      <a:pt x="232" y="57"/>
                    </a:lnTo>
                    <a:lnTo>
                      <a:pt x="229" y="49"/>
                    </a:lnTo>
                    <a:lnTo>
                      <a:pt x="229" y="49"/>
                    </a:lnTo>
                    <a:lnTo>
                      <a:pt x="224" y="38"/>
                    </a:lnTo>
                    <a:lnTo>
                      <a:pt x="217" y="29"/>
                    </a:lnTo>
                    <a:lnTo>
                      <a:pt x="209" y="20"/>
                    </a:lnTo>
                    <a:lnTo>
                      <a:pt x="200" y="14"/>
                    </a:lnTo>
                    <a:lnTo>
                      <a:pt x="189" y="8"/>
                    </a:lnTo>
                    <a:lnTo>
                      <a:pt x="178" y="4"/>
                    </a:lnTo>
                    <a:lnTo>
                      <a:pt x="168" y="2"/>
                    </a:lnTo>
                    <a:lnTo>
                      <a:pt x="156" y="0"/>
                    </a:lnTo>
                    <a:lnTo>
                      <a:pt x="156" y="0"/>
                    </a:lnTo>
                    <a:lnTo>
                      <a:pt x="145" y="2"/>
                    </a:lnTo>
                    <a:lnTo>
                      <a:pt x="133" y="3"/>
                    </a:lnTo>
                    <a:lnTo>
                      <a:pt x="123" y="7"/>
                    </a:lnTo>
                    <a:lnTo>
                      <a:pt x="114" y="12"/>
                    </a:lnTo>
                    <a:lnTo>
                      <a:pt x="105" y="18"/>
                    </a:lnTo>
                    <a:lnTo>
                      <a:pt x="97" y="26"/>
                    </a:lnTo>
                    <a:lnTo>
                      <a:pt x="90" y="34"/>
                    </a:lnTo>
                    <a:lnTo>
                      <a:pt x="84" y="45"/>
                    </a:lnTo>
                    <a:lnTo>
                      <a:pt x="80" y="50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66" y="46"/>
                    </a:lnTo>
                    <a:lnTo>
                      <a:pt x="58" y="46"/>
                    </a:lnTo>
                    <a:lnTo>
                      <a:pt x="58" y="46"/>
                    </a:lnTo>
                    <a:lnTo>
                      <a:pt x="46" y="47"/>
                    </a:lnTo>
                    <a:lnTo>
                      <a:pt x="35" y="50"/>
                    </a:lnTo>
                    <a:lnTo>
                      <a:pt x="25" y="55"/>
                    </a:lnTo>
                    <a:lnTo>
                      <a:pt x="17" y="62"/>
                    </a:lnTo>
                    <a:lnTo>
                      <a:pt x="9" y="72"/>
                    </a:lnTo>
                    <a:lnTo>
                      <a:pt x="4" y="81"/>
                    </a:lnTo>
                    <a:lnTo>
                      <a:pt x="1" y="92"/>
                    </a:lnTo>
                    <a:lnTo>
                      <a:pt x="0" y="104"/>
                    </a:lnTo>
                    <a:lnTo>
                      <a:pt x="0" y="104"/>
                    </a:lnTo>
                    <a:lnTo>
                      <a:pt x="1" y="114"/>
                    </a:lnTo>
                    <a:lnTo>
                      <a:pt x="4" y="125"/>
                    </a:lnTo>
                    <a:lnTo>
                      <a:pt x="9" y="136"/>
                    </a:lnTo>
                    <a:lnTo>
                      <a:pt x="17" y="144"/>
                    </a:lnTo>
                    <a:lnTo>
                      <a:pt x="25" y="151"/>
                    </a:lnTo>
                    <a:lnTo>
                      <a:pt x="35" y="156"/>
                    </a:lnTo>
                    <a:lnTo>
                      <a:pt x="46" y="160"/>
                    </a:lnTo>
                    <a:lnTo>
                      <a:pt x="58" y="161"/>
                    </a:lnTo>
                    <a:lnTo>
                      <a:pt x="105" y="161"/>
                    </a:lnTo>
                    <a:lnTo>
                      <a:pt x="105" y="108"/>
                    </a:lnTo>
                    <a:lnTo>
                      <a:pt x="105" y="108"/>
                    </a:lnTo>
                    <a:lnTo>
                      <a:pt x="106" y="102"/>
                    </a:lnTo>
                    <a:lnTo>
                      <a:pt x="109" y="98"/>
                    </a:lnTo>
                    <a:lnTo>
                      <a:pt x="114" y="96"/>
                    </a:lnTo>
                    <a:lnTo>
                      <a:pt x="119" y="94"/>
                    </a:lnTo>
                    <a:lnTo>
                      <a:pt x="119" y="94"/>
                    </a:lnTo>
                    <a:lnTo>
                      <a:pt x="125" y="96"/>
                    </a:lnTo>
                    <a:lnTo>
                      <a:pt x="129" y="98"/>
                    </a:lnTo>
                    <a:lnTo>
                      <a:pt x="131" y="102"/>
                    </a:lnTo>
                    <a:lnTo>
                      <a:pt x="133" y="108"/>
                    </a:lnTo>
                    <a:lnTo>
                      <a:pt x="133" y="161"/>
                    </a:lnTo>
                    <a:lnTo>
                      <a:pt x="149" y="161"/>
                    </a:lnTo>
                    <a:lnTo>
                      <a:pt x="149" y="141"/>
                    </a:lnTo>
                    <a:lnTo>
                      <a:pt x="149" y="141"/>
                    </a:lnTo>
                    <a:lnTo>
                      <a:pt x="150" y="136"/>
                    </a:lnTo>
                    <a:lnTo>
                      <a:pt x="153" y="132"/>
                    </a:lnTo>
                    <a:lnTo>
                      <a:pt x="158" y="129"/>
                    </a:lnTo>
                    <a:lnTo>
                      <a:pt x="162" y="128"/>
                    </a:lnTo>
                    <a:lnTo>
                      <a:pt x="162" y="128"/>
                    </a:lnTo>
                    <a:lnTo>
                      <a:pt x="168" y="129"/>
                    </a:lnTo>
                    <a:lnTo>
                      <a:pt x="173" y="132"/>
                    </a:lnTo>
                    <a:lnTo>
                      <a:pt x="176" y="136"/>
                    </a:lnTo>
                    <a:lnTo>
                      <a:pt x="177" y="141"/>
                    </a:lnTo>
                    <a:lnTo>
                      <a:pt x="177" y="161"/>
                    </a:lnTo>
                    <a:lnTo>
                      <a:pt x="193" y="161"/>
                    </a:lnTo>
                    <a:lnTo>
                      <a:pt x="193" y="108"/>
                    </a:lnTo>
                    <a:lnTo>
                      <a:pt x="193" y="108"/>
                    </a:lnTo>
                    <a:lnTo>
                      <a:pt x="195" y="102"/>
                    </a:lnTo>
                    <a:lnTo>
                      <a:pt x="197" y="98"/>
                    </a:lnTo>
                    <a:lnTo>
                      <a:pt x="201" y="96"/>
                    </a:lnTo>
                    <a:lnTo>
                      <a:pt x="207" y="94"/>
                    </a:lnTo>
                    <a:lnTo>
                      <a:pt x="207" y="94"/>
                    </a:lnTo>
                    <a:lnTo>
                      <a:pt x="212" y="96"/>
                    </a:lnTo>
                    <a:lnTo>
                      <a:pt x="217" y="98"/>
                    </a:lnTo>
                    <a:lnTo>
                      <a:pt x="220" y="102"/>
                    </a:lnTo>
                    <a:lnTo>
                      <a:pt x="221" y="108"/>
                    </a:lnTo>
                    <a:lnTo>
                      <a:pt x="221" y="161"/>
                    </a:lnTo>
                    <a:lnTo>
                      <a:pt x="268" y="161"/>
                    </a:lnTo>
                    <a:lnTo>
                      <a:pt x="268" y="161"/>
                    </a:lnTo>
                    <a:lnTo>
                      <a:pt x="280" y="160"/>
                    </a:lnTo>
                    <a:lnTo>
                      <a:pt x="291" y="156"/>
                    </a:lnTo>
                    <a:lnTo>
                      <a:pt x="301" y="151"/>
                    </a:lnTo>
                    <a:lnTo>
                      <a:pt x="309" y="144"/>
                    </a:lnTo>
                    <a:lnTo>
                      <a:pt x="317" y="136"/>
                    </a:lnTo>
                    <a:lnTo>
                      <a:pt x="322" y="125"/>
                    </a:lnTo>
                    <a:lnTo>
                      <a:pt x="325" y="114"/>
                    </a:lnTo>
                    <a:lnTo>
                      <a:pt x="326" y="104"/>
                    </a:lnTo>
                    <a:lnTo>
                      <a:pt x="326" y="104"/>
                    </a:lnTo>
                    <a:lnTo>
                      <a:pt x="325" y="92"/>
                    </a:lnTo>
                    <a:lnTo>
                      <a:pt x="322" y="81"/>
                    </a:lnTo>
                    <a:lnTo>
                      <a:pt x="317" y="72"/>
                    </a:lnTo>
                    <a:lnTo>
                      <a:pt x="309" y="62"/>
                    </a:lnTo>
                    <a:lnTo>
                      <a:pt x="301" y="55"/>
                    </a:lnTo>
                    <a:lnTo>
                      <a:pt x="291" y="50"/>
                    </a:lnTo>
                    <a:lnTo>
                      <a:pt x="280" y="47"/>
                    </a:lnTo>
                    <a:lnTo>
                      <a:pt x="268" y="46"/>
                    </a:lnTo>
                    <a:lnTo>
                      <a:pt x="268" y="46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9" name="Freeform 308">
                <a:extLst>
                  <a:ext uri="{FF2B5EF4-FFF2-40B4-BE49-F238E27FC236}">
                    <a16:creationId xmlns:a16="http://schemas.microsoft.com/office/drawing/2014/main" id="{BE7E4315-4BD0-D7A7-A504-C9C4BAB3B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630" y="4422494"/>
                <a:ext cx="0" cy="50800"/>
              </a:xfrm>
              <a:custGeom>
                <a:avLst/>
                <a:gdLst>
                  <a:gd name="T0" fmla="*/ 0 h 65"/>
                  <a:gd name="T1" fmla="*/ 65 h 65"/>
                  <a:gd name="T2" fmla="*/ 0 h 6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5">
                    <a:moveTo>
                      <a:pt x="0" y="0"/>
                    </a:moveTo>
                    <a:lnTo>
                      <a:pt x="0" y="6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0" name="Line 309">
                <a:extLst>
                  <a:ext uri="{FF2B5EF4-FFF2-40B4-BE49-F238E27FC236}">
                    <a16:creationId xmlns:a16="http://schemas.microsoft.com/office/drawing/2014/main" id="{2A77D11C-3D4E-E533-123B-28823B525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2630" y="4422494"/>
                <a:ext cx="0" cy="50800"/>
              </a:xfrm>
              <a:prstGeom prst="line">
                <a:avLst/>
              </a:prstGeom>
              <a:grpFill/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1" name="Freeform 310">
                <a:extLst>
                  <a:ext uri="{FF2B5EF4-FFF2-40B4-BE49-F238E27FC236}">
                    <a16:creationId xmlns:a16="http://schemas.microsoft.com/office/drawing/2014/main" id="{7BB22C8B-2511-2429-E597-F2A45F94C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4693" y="4422494"/>
                <a:ext cx="15875" cy="58738"/>
              </a:xfrm>
              <a:custGeom>
                <a:avLst/>
                <a:gdLst>
                  <a:gd name="T0" fmla="*/ 0 w 19"/>
                  <a:gd name="T1" fmla="*/ 65 h 74"/>
                  <a:gd name="T2" fmla="*/ 0 w 19"/>
                  <a:gd name="T3" fmla="*/ 0 h 74"/>
                  <a:gd name="T4" fmla="*/ 19 w 19"/>
                  <a:gd name="T5" fmla="*/ 0 h 74"/>
                  <a:gd name="T6" fmla="*/ 19 w 19"/>
                  <a:gd name="T7" fmla="*/ 65 h 74"/>
                  <a:gd name="T8" fmla="*/ 19 w 19"/>
                  <a:gd name="T9" fmla="*/ 65 h 74"/>
                  <a:gd name="T10" fmla="*/ 19 w 19"/>
                  <a:gd name="T11" fmla="*/ 69 h 74"/>
                  <a:gd name="T12" fmla="*/ 16 w 19"/>
                  <a:gd name="T13" fmla="*/ 71 h 74"/>
                  <a:gd name="T14" fmla="*/ 13 w 19"/>
                  <a:gd name="T15" fmla="*/ 73 h 74"/>
                  <a:gd name="T16" fmla="*/ 9 w 19"/>
                  <a:gd name="T17" fmla="*/ 74 h 74"/>
                  <a:gd name="T18" fmla="*/ 9 w 19"/>
                  <a:gd name="T19" fmla="*/ 74 h 74"/>
                  <a:gd name="T20" fmla="*/ 7 w 19"/>
                  <a:gd name="T21" fmla="*/ 73 h 74"/>
                  <a:gd name="T22" fmla="*/ 4 w 19"/>
                  <a:gd name="T23" fmla="*/ 71 h 74"/>
                  <a:gd name="T24" fmla="*/ 1 w 19"/>
                  <a:gd name="T25" fmla="*/ 69 h 74"/>
                  <a:gd name="T26" fmla="*/ 0 w 19"/>
                  <a:gd name="T27" fmla="*/ 65 h 74"/>
                  <a:gd name="T28" fmla="*/ 0 w 19"/>
                  <a:gd name="T29" fmla="*/ 65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74">
                    <a:moveTo>
                      <a:pt x="0" y="65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65"/>
                    </a:lnTo>
                    <a:lnTo>
                      <a:pt x="19" y="65"/>
                    </a:lnTo>
                    <a:lnTo>
                      <a:pt x="19" y="69"/>
                    </a:lnTo>
                    <a:lnTo>
                      <a:pt x="16" y="71"/>
                    </a:lnTo>
                    <a:lnTo>
                      <a:pt x="13" y="73"/>
                    </a:lnTo>
                    <a:lnTo>
                      <a:pt x="9" y="74"/>
                    </a:lnTo>
                    <a:lnTo>
                      <a:pt x="9" y="74"/>
                    </a:lnTo>
                    <a:lnTo>
                      <a:pt x="7" y="73"/>
                    </a:lnTo>
                    <a:lnTo>
                      <a:pt x="4" y="71"/>
                    </a:lnTo>
                    <a:lnTo>
                      <a:pt x="1" y="69"/>
                    </a:lnTo>
                    <a:lnTo>
                      <a:pt x="0" y="65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2" name="Freeform 311">
                <a:extLst>
                  <a:ext uri="{FF2B5EF4-FFF2-40B4-BE49-F238E27FC236}">
                    <a16:creationId xmlns:a16="http://schemas.microsoft.com/office/drawing/2014/main" id="{CEAA221B-FDD5-6470-3073-CF74C1C88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768" y="4422494"/>
                <a:ext cx="15875" cy="38100"/>
              </a:xfrm>
              <a:custGeom>
                <a:avLst/>
                <a:gdLst>
                  <a:gd name="T0" fmla="*/ 0 w 18"/>
                  <a:gd name="T1" fmla="*/ 38 h 47"/>
                  <a:gd name="T2" fmla="*/ 0 w 18"/>
                  <a:gd name="T3" fmla="*/ 0 h 47"/>
                  <a:gd name="T4" fmla="*/ 18 w 18"/>
                  <a:gd name="T5" fmla="*/ 0 h 47"/>
                  <a:gd name="T6" fmla="*/ 18 w 18"/>
                  <a:gd name="T7" fmla="*/ 38 h 47"/>
                  <a:gd name="T8" fmla="*/ 18 w 18"/>
                  <a:gd name="T9" fmla="*/ 38 h 47"/>
                  <a:gd name="T10" fmla="*/ 17 w 18"/>
                  <a:gd name="T11" fmla="*/ 42 h 47"/>
                  <a:gd name="T12" fmla="*/ 14 w 18"/>
                  <a:gd name="T13" fmla="*/ 45 h 47"/>
                  <a:gd name="T14" fmla="*/ 12 w 18"/>
                  <a:gd name="T15" fmla="*/ 46 h 47"/>
                  <a:gd name="T16" fmla="*/ 9 w 18"/>
                  <a:gd name="T17" fmla="*/ 47 h 47"/>
                  <a:gd name="T18" fmla="*/ 9 w 18"/>
                  <a:gd name="T19" fmla="*/ 47 h 47"/>
                  <a:gd name="T20" fmla="*/ 5 w 18"/>
                  <a:gd name="T21" fmla="*/ 46 h 47"/>
                  <a:gd name="T22" fmla="*/ 2 w 18"/>
                  <a:gd name="T23" fmla="*/ 45 h 47"/>
                  <a:gd name="T24" fmla="*/ 0 w 18"/>
                  <a:gd name="T25" fmla="*/ 42 h 47"/>
                  <a:gd name="T26" fmla="*/ 0 w 18"/>
                  <a:gd name="T27" fmla="*/ 38 h 47"/>
                  <a:gd name="T28" fmla="*/ 0 w 18"/>
                  <a:gd name="T29" fmla="*/ 38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47">
                    <a:moveTo>
                      <a:pt x="0" y="38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7" y="42"/>
                    </a:lnTo>
                    <a:lnTo>
                      <a:pt x="14" y="45"/>
                    </a:lnTo>
                    <a:lnTo>
                      <a:pt x="12" y="46"/>
                    </a:lnTo>
                    <a:lnTo>
                      <a:pt x="9" y="47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2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3" name="Freeform 312">
                <a:extLst>
                  <a:ext uri="{FF2B5EF4-FFF2-40B4-BE49-F238E27FC236}">
                    <a16:creationId xmlns:a16="http://schemas.microsoft.com/office/drawing/2014/main" id="{85DC5D14-1D85-1FA1-007A-B7647E2D0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205" y="4422494"/>
                <a:ext cx="15875" cy="38100"/>
              </a:xfrm>
              <a:custGeom>
                <a:avLst/>
                <a:gdLst>
                  <a:gd name="T0" fmla="*/ 0 w 18"/>
                  <a:gd name="T1" fmla="*/ 38 h 47"/>
                  <a:gd name="T2" fmla="*/ 0 w 18"/>
                  <a:gd name="T3" fmla="*/ 0 h 47"/>
                  <a:gd name="T4" fmla="*/ 18 w 18"/>
                  <a:gd name="T5" fmla="*/ 0 h 47"/>
                  <a:gd name="T6" fmla="*/ 18 w 18"/>
                  <a:gd name="T7" fmla="*/ 38 h 47"/>
                  <a:gd name="T8" fmla="*/ 18 w 18"/>
                  <a:gd name="T9" fmla="*/ 38 h 47"/>
                  <a:gd name="T10" fmla="*/ 17 w 18"/>
                  <a:gd name="T11" fmla="*/ 42 h 47"/>
                  <a:gd name="T12" fmla="*/ 16 w 18"/>
                  <a:gd name="T13" fmla="*/ 45 h 47"/>
                  <a:gd name="T14" fmla="*/ 13 w 18"/>
                  <a:gd name="T15" fmla="*/ 46 h 47"/>
                  <a:gd name="T16" fmla="*/ 9 w 18"/>
                  <a:gd name="T17" fmla="*/ 47 h 47"/>
                  <a:gd name="T18" fmla="*/ 9 w 18"/>
                  <a:gd name="T19" fmla="*/ 47 h 47"/>
                  <a:gd name="T20" fmla="*/ 5 w 18"/>
                  <a:gd name="T21" fmla="*/ 46 h 47"/>
                  <a:gd name="T22" fmla="*/ 2 w 18"/>
                  <a:gd name="T23" fmla="*/ 45 h 47"/>
                  <a:gd name="T24" fmla="*/ 0 w 18"/>
                  <a:gd name="T25" fmla="*/ 42 h 47"/>
                  <a:gd name="T26" fmla="*/ 0 w 18"/>
                  <a:gd name="T27" fmla="*/ 38 h 47"/>
                  <a:gd name="T28" fmla="*/ 0 w 18"/>
                  <a:gd name="T29" fmla="*/ 38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47">
                    <a:moveTo>
                      <a:pt x="0" y="38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7" y="42"/>
                    </a:lnTo>
                    <a:lnTo>
                      <a:pt x="16" y="45"/>
                    </a:lnTo>
                    <a:lnTo>
                      <a:pt x="13" y="46"/>
                    </a:lnTo>
                    <a:lnTo>
                      <a:pt x="9" y="47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2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7" name="TextBox 109">
              <a:extLst>
                <a:ext uri="{FF2B5EF4-FFF2-40B4-BE49-F238E27FC236}">
                  <a16:creationId xmlns:a16="http://schemas.microsoft.com/office/drawing/2014/main" id="{02ECF00B-32C2-C621-386F-65D73A06872F}"/>
                </a:ext>
              </a:extLst>
            </p:cNvPr>
            <p:cNvSpPr txBox="1"/>
            <p:nvPr/>
          </p:nvSpPr>
          <p:spPr>
            <a:xfrm>
              <a:off x="4684043" y="4849947"/>
              <a:ext cx="3348000" cy="1754326"/>
            </a:xfrm>
            <a:prstGeom prst="rect">
              <a:avLst/>
            </a:prstGeom>
            <a:noFill/>
          </p:spPr>
          <p:txBody>
            <a:bodyPr wrap="square" lIns="0" tIns="45720" rIns="0" bIns="45720" rtlCol="0" anchor="t">
              <a:spAutoFit/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Inquietude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Lorem Ipsum Lorem Ipsum Lorem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</a:t>
              </a:r>
              <a:r>
                <a:rPr lang="fr-BE" sz="1200" dirty="0" err="1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IpsumLorem</a:t>
              </a:r>
              <a:r>
                <a:rPr lang="fr-BE" sz="1200" dirty="0">
                  <a:solidFill>
                    <a:srgbClr val="FFFFFF">
                      <a:lumMod val="65000"/>
                    </a:srgbClr>
                  </a:solidFill>
                  <a:latin typeface="Open Sans"/>
                  <a:ea typeface="Open Sans"/>
                  <a:cs typeface="Open Sans"/>
                </a:rPr>
                <a:t> Ipsum Lorem Ipsum</a:t>
              </a:r>
              <a:endParaRPr lang="en-US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27" name="Groupe 2">
            <a:extLst>
              <a:ext uri="{FF2B5EF4-FFF2-40B4-BE49-F238E27FC236}">
                <a16:creationId xmlns:a16="http://schemas.microsoft.com/office/drawing/2014/main" id="{45B74C04-38C7-4E8D-C2E2-B2893A647BAA}"/>
              </a:ext>
            </a:extLst>
          </p:cNvPr>
          <p:cNvGrpSpPr/>
          <p:nvPr/>
        </p:nvGrpSpPr>
        <p:grpSpPr>
          <a:xfrm>
            <a:off x="8758840" y="4342838"/>
            <a:ext cx="668148" cy="668148"/>
            <a:chOff x="8758840" y="4342838"/>
            <a:chExt cx="668148" cy="668148"/>
          </a:xfrm>
          <a:solidFill>
            <a:schemeClr val="accent4"/>
          </a:solidFill>
        </p:grpSpPr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3C93AC94-5332-18C3-1132-3AE5E4E537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91147" y="4475145"/>
              <a:ext cx="406844" cy="406844"/>
            </a:xfrm>
            <a:custGeom>
              <a:avLst/>
              <a:gdLst>
                <a:gd name="T0" fmla="*/ 6 w 246"/>
                <a:gd name="T1" fmla="*/ 246 h 246"/>
                <a:gd name="T2" fmla="*/ 184 w 246"/>
                <a:gd name="T3" fmla="*/ 187 h 246"/>
                <a:gd name="T4" fmla="*/ 186 w 246"/>
                <a:gd name="T5" fmla="*/ 185 h 246"/>
                <a:gd name="T6" fmla="*/ 246 w 246"/>
                <a:gd name="T7" fmla="*/ 8 h 246"/>
                <a:gd name="T8" fmla="*/ 246 w 246"/>
                <a:gd name="T9" fmla="*/ 4 h 246"/>
                <a:gd name="T10" fmla="*/ 245 w 246"/>
                <a:gd name="T11" fmla="*/ 1 h 246"/>
                <a:gd name="T12" fmla="*/ 239 w 246"/>
                <a:gd name="T13" fmla="*/ 0 h 246"/>
                <a:gd name="T14" fmla="*/ 64 w 246"/>
                <a:gd name="T15" fmla="*/ 59 h 246"/>
                <a:gd name="T16" fmla="*/ 60 w 246"/>
                <a:gd name="T17" fmla="*/ 62 h 246"/>
                <a:gd name="T18" fmla="*/ 0 w 246"/>
                <a:gd name="T19" fmla="*/ 238 h 246"/>
                <a:gd name="T20" fmla="*/ 2 w 246"/>
                <a:gd name="T21" fmla="*/ 244 h 246"/>
                <a:gd name="T22" fmla="*/ 5 w 246"/>
                <a:gd name="T23" fmla="*/ 246 h 246"/>
                <a:gd name="T24" fmla="*/ 6 w 246"/>
                <a:gd name="T25" fmla="*/ 246 h 246"/>
                <a:gd name="T26" fmla="*/ 124 w 246"/>
                <a:gd name="T27" fmla="*/ 94 h 246"/>
                <a:gd name="T28" fmla="*/ 135 w 246"/>
                <a:gd name="T29" fmla="*/ 95 h 246"/>
                <a:gd name="T30" fmla="*/ 144 w 246"/>
                <a:gd name="T31" fmla="*/ 102 h 246"/>
                <a:gd name="T32" fmla="*/ 151 w 246"/>
                <a:gd name="T33" fmla="*/ 111 h 246"/>
                <a:gd name="T34" fmla="*/ 154 w 246"/>
                <a:gd name="T35" fmla="*/ 122 h 246"/>
                <a:gd name="T36" fmla="*/ 152 w 246"/>
                <a:gd name="T37" fmla="*/ 129 h 246"/>
                <a:gd name="T38" fmla="*/ 148 w 246"/>
                <a:gd name="T39" fmla="*/ 140 h 246"/>
                <a:gd name="T40" fmla="*/ 140 w 246"/>
                <a:gd name="T41" fmla="*/ 148 h 246"/>
                <a:gd name="T42" fmla="*/ 129 w 246"/>
                <a:gd name="T43" fmla="*/ 152 h 246"/>
                <a:gd name="T44" fmla="*/ 124 w 246"/>
                <a:gd name="T45" fmla="*/ 152 h 246"/>
                <a:gd name="T46" fmla="*/ 112 w 246"/>
                <a:gd name="T47" fmla="*/ 150 h 246"/>
                <a:gd name="T48" fmla="*/ 103 w 246"/>
                <a:gd name="T49" fmla="*/ 144 h 246"/>
                <a:gd name="T50" fmla="*/ 97 w 246"/>
                <a:gd name="T51" fmla="*/ 134 h 246"/>
                <a:gd name="T52" fmla="*/ 94 w 246"/>
                <a:gd name="T53" fmla="*/ 122 h 246"/>
                <a:gd name="T54" fmla="*/ 94 w 246"/>
                <a:gd name="T55" fmla="*/ 117 h 246"/>
                <a:gd name="T56" fmla="*/ 100 w 246"/>
                <a:gd name="T57" fmla="*/ 106 h 246"/>
                <a:gd name="T58" fmla="*/ 107 w 246"/>
                <a:gd name="T59" fmla="*/ 98 h 246"/>
                <a:gd name="T60" fmla="*/ 117 w 246"/>
                <a:gd name="T61" fmla="*/ 94 h 246"/>
                <a:gd name="T62" fmla="*/ 124 w 246"/>
                <a:gd name="T63" fmla="*/ 9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6" h="246">
                  <a:moveTo>
                    <a:pt x="6" y="246"/>
                  </a:moveTo>
                  <a:lnTo>
                    <a:pt x="6" y="246"/>
                  </a:lnTo>
                  <a:lnTo>
                    <a:pt x="9" y="246"/>
                  </a:lnTo>
                  <a:lnTo>
                    <a:pt x="184" y="187"/>
                  </a:lnTo>
                  <a:lnTo>
                    <a:pt x="184" y="187"/>
                  </a:lnTo>
                  <a:lnTo>
                    <a:pt x="186" y="185"/>
                  </a:lnTo>
                  <a:lnTo>
                    <a:pt x="188" y="184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46" y="4"/>
                  </a:lnTo>
                  <a:lnTo>
                    <a:pt x="245" y="1"/>
                  </a:lnTo>
                  <a:lnTo>
                    <a:pt x="245" y="1"/>
                  </a:lnTo>
                  <a:lnTo>
                    <a:pt x="242" y="0"/>
                  </a:lnTo>
                  <a:lnTo>
                    <a:pt x="239" y="0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1" y="60"/>
                  </a:lnTo>
                  <a:lnTo>
                    <a:pt x="60" y="62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0" y="242"/>
                  </a:lnTo>
                  <a:lnTo>
                    <a:pt x="2" y="244"/>
                  </a:lnTo>
                  <a:lnTo>
                    <a:pt x="2" y="244"/>
                  </a:lnTo>
                  <a:lnTo>
                    <a:pt x="5" y="246"/>
                  </a:lnTo>
                  <a:lnTo>
                    <a:pt x="6" y="246"/>
                  </a:lnTo>
                  <a:lnTo>
                    <a:pt x="6" y="246"/>
                  </a:lnTo>
                  <a:close/>
                  <a:moveTo>
                    <a:pt x="124" y="94"/>
                  </a:moveTo>
                  <a:lnTo>
                    <a:pt x="124" y="94"/>
                  </a:lnTo>
                  <a:lnTo>
                    <a:pt x="129" y="94"/>
                  </a:lnTo>
                  <a:lnTo>
                    <a:pt x="135" y="95"/>
                  </a:lnTo>
                  <a:lnTo>
                    <a:pt x="140" y="98"/>
                  </a:lnTo>
                  <a:lnTo>
                    <a:pt x="144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2" y="117"/>
                  </a:lnTo>
                  <a:lnTo>
                    <a:pt x="154" y="122"/>
                  </a:lnTo>
                  <a:lnTo>
                    <a:pt x="154" y="122"/>
                  </a:lnTo>
                  <a:lnTo>
                    <a:pt x="152" y="129"/>
                  </a:lnTo>
                  <a:lnTo>
                    <a:pt x="151" y="134"/>
                  </a:lnTo>
                  <a:lnTo>
                    <a:pt x="148" y="140"/>
                  </a:lnTo>
                  <a:lnTo>
                    <a:pt x="144" y="144"/>
                  </a:lnTo>
                  <a:lnTo>
                    <a:pt x="140" y="148"/>
                  </a:lnTo>
                  <a:lnTo>
                    <a:pt x="135" y="150"/>
                  </a:lnTo>
                  <a:lnTo>
                    <a:pt x="129" y="152"/>
                  </a:lnTo>
                  <a:lnTo>
                    <a:pt x="124" y="152"/>
                  </a:lnTo>
                  <a:lnTo>
                    <a:pt x="124" y="152"/>
                  </a:lnTo>
                  <a:lnTo>
                    <a:pt x="117" y="152"/>
                  </a:lnTo>
                  <a:lnTo>
                    <a:pt x="112" y="150"/>
                  </a:lnTo>
                  <a:lnTo>
                    <a:pt x="107" y="148"/>
                  </a:lnTo>
                  <a:lnTo>
                    <a:pt x="103" y="144"/>
                  </a:lnTo>
                  <a:lnTo>
                    <a:pt x="100" y="140"/>
                  </a:lnTo>
                  <a:lnTo>
                    <a:pt x="97" y="134"/>
                  </a:lnTo>
                  <a:lnTo>
                    <a:pt x="94" y="129"/>
                  </a:lnTo>
                  <a:lnTo>
                    <a:pt x="94" y="122"/>
                  </a:lnTo>
                  <a:lnTo>
                    <a:pt x="94" y="122"/>
                  </a:lnTo>
                  <a:lnTo>
                    <a:pt x="94" y="117"/>
                  </a:lnTo>
                  <a:lnTo>
                    <a:pt x="97" y="111"/>
                  </a:lnTo>
                  <a:lnTo>
                    <a:pt x="100" y="106"/>
                  </a:lnTo>
                  <a:lnTo>
                    <a:pt x="103" y="102"/>
                  </a:lnTo>
                  <a:lnTo>
                    <a:pt x="107" y="98"/>
                  </a:lnTo>
                  <a:lnTo>
                    <a:pt x="112" y="95"/>
                  </a:lnTo>
                  <a:lnTo>
                    <a:pt x="117" y="94"/>
                  </a:lnTo>
                  <a:lnTo>
                    <a:pt x="124" y="94"/>
                  </a:lnTo>
                  <a:lnTo>
                    <a:pt x="124" y="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B9467B4B-5B3C-3B46-682B-24B29965D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682" y="4342838"/>
              <a:ext cx="29770" cy="99230"/>
            </a:xfrm>
            <a:custGeom>
              <a:avLst/>
              <a:gdLst>
                <a:gd name="T0" fmla="*/ 9 w 17"/>
                <a:gd name="T1" fmla="*/ 0 h 59"/>
                <a:gd name="T2" fmla="*/ 9 w 17"/>
                <a:gd name="T3" fmla="*/ 0 h 59"/>
                <a:gd name="T4" fmla="*/ 5 w 17"/>
                <a:gd name="T5" fmla="*/ 0 h 59"/>
                <a:gd name="T6" fmla="*/ 2 w 17"/>
                <a:gd name="T7" fmla="*/ 2 h 59"/>
                <a:gd name="T8" fmla="*/ 0 w 17"/>
                <a:gd name="T9" fmla="*/ 5 h 59"/>
                <a:gd name="T10" fmla="*/ 0 w 17"/>
                <a:gd name="T11" fmla="*/ 9 h 59"/>
                <a:gd name="T12" fmla="*/ 0 w 17"/>
                <a:gd name="T13" fmla="*/ 49 h 59"/>
                <a:gd name="T14" fmla="*/ 0 w 17"/>
                <a:gd name="T15" fmla="*/ 49 h 59"/>
                <a:gd name="T16" fmla="*/ 0 w 17"/>
                <a:gd name="T17" fmla="*/ 53 h 59"/>
                <a:gd name="T18" fmla="*/ 2 w 17"/>
                <a:gd name="T19" fmla="*/ 56 h 59"/>
                <a:gd name="T20" fmla="*/ 5 w 17"/>
                <a:gd name="T21" fmla="*/ 58 h 59"/>
                <a:gd name="T22" fmla="*/ 9 w 17"/>
                <a:gd name="T23" fmla="*/ 59 h 59"/>
                <a:gd name="T24" fmla="*/ 9 w 17"/>
                <a:gd name="T25" fmla="*/ 59 h 59"/>
                <a:gd name="T26" fmla="*/ 12 w 17"/>
                <a:gd name="T27" fmla="*/ 58 h 59"/>
                <a:gd name="T28" fmla="*/ 14 w 17"/>
                <a:gd name="T29" fmla="*/ 56 h 59"/>
                <a:gd name="T30" fmla="*/ 17 w 17"/>
                <a:gd name="T31" fmla="*/ 53 h 59"/>
                <a:gd name="T32" fmla="*/ 17 w 17"/>
                <a:gd name="T33" fmla="*/ 49 h 59"/>
                <a:gd name="T34" fmla="*/ 17 w 17"/>
                <a:gd name="T35" fmla="*/ 9 h 59"/>
                <a:gd name="T36" fmla="*/ 17 w 17"/>
                <a:gd name="T37" fmla="*/ 9 h 59"/>
                <a:gd name="T38" fmla="*/ 17 w 17"/>
                <a:gd name="T39" fmla="*/ 5 h 59"/>
                <a:gd name="T40" fmla="*/ 14 w 17"/>
                <a:gd name="T41" fmla="*/ 2 h 59"/>
                <a:gd name="T42" fmla="*/ 12 w 17"/>
                <a:gd name="T43" fmla="*/ 0 h 59"/>
                <a:gd name="T44" fmla="*/ 9 w 17"/>
                <a:gd name="T45" fmla="*/ 0 h 59"/>
                <a:gd name="T46" fmla="*/ 9 w 17"/>
                <a:gd name="T4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59">
                  <a:moveTo>
                    <a:pt x="9" y="0"/>
                  </a:move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6"/>
                  </a:lnTo>
                  <a:lnTo>
                    <a:pt x="5" y="58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8"/>
                  </a:lnTo>
                  <a:lnTo>
                    <a:pt x="14" y="56"/>
                  </a:lnTo>
                  <a:lnTo>
                    <a:pt x="17" y="53"/>
                  </a:lnTo>
                  <a:lnTo>
                    <a:pt x="17" y="4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1A30C7F1-B62C-0B71-A981-E85A01E5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1065" y="4663680"/>
              <a:ext cx="95923" cy="29770"/>
            </a:xfrm>
            <a:custGeom>
              <a:avLst/>
              <a:gdLst>
                <a:gd name="T0" fmla="*/ 51 w 59"/>
                <a:gd name="T1" fmla="*/ 0 h 18"/>
                <a:gd name="T2" fmla="*/ 10 w 59"/>
                <a:gd name="T3" fmla="*/ 0 h 18"/>
                <a:gd name="T4" fmla="*/ 10 w 59"/>
                <a:gd name="T5" fmla="*/ 0 h 18"/>
                <a:gd name="T6" fmla="*/ 7 w 59"/>
                <a:gd name="T7" fmla="*/ 0 h 18"/>
                <a:gd name="T8" fmla="*/ 3 w 59"/>
                <a:gd name="T9" fmla="*/ 3 h 18"/>
                <a:gd name="T10" fmla="*/ 2 w 59"/>
                <a:gd name="T11" fmla="*/ 5 h 18"/>
                <a:gd name="T12" fmla="*/ 0 w 59"/>
                <a:gd name="T13" fmla="*/ 8 h 18"/>
                <a:gd name="T14" fmla="*/ 0 w 59"/>
                <a:gd name="T15" fmla="*/ 8 h 18"/>
                <a:gd name="T16" fmla="*/ 2 w 59"/>
                <a:gd name="T17" fmla="*/ 12 h 18"/>
                <a:gd name="T18" fmla="*/ 3 w 59"/>
                <a:gd name="T19" fmla="*/ 15 h 18"/>
                <a:gd name="T20" fmla="*/ 7 w 59"/>
                <a:gd name="T21" fmla="*/ 18 h 18"/>
                <a:gd name="T22" fmla="*/ 10 w 59"/>
                <a:gd name="T23" fmla="*/ 18 h 18"/>
                <a:gd name="T24" fmla="*/ 51 w 59"/>
                <a:gd name="T25" fmla="*/ 18 h 18"/>
                <a:gd name="T26" fmla="*/ 51 w 59"/>
                <a:gd name="T27" fmla="*/ 18 h 18"/>
                <a:gd name="T28" fmla="*/ 54 w 59"/>
                <a:gd name="T29" fmla="*/ 18 h 18"/>
                <a:gd name="T30" fmla="*/ 57 w 59"/>
                <a:gd name="T31" fmla="*/ 15 h 18"/>
                <a:gd name="T32" fmla="*/ 59 w 59"/>
                <a:gd name="T33" fmla="*/ 12 h 18"/>
                <a:gd name="T34" fmla="*/ 59 w 59"/>
                <a:gd name="T35" fmla="*/ 8 h 18"/>
                <a:gd name="T36" fmla="*/ 59 w 59"/>
                <a:gd name="T37" fmla="*/ 8 h 18"/>
                <a:gd name="T38" fmla="*/ 59 w 59"/>
                <a:gd name="T39" fmla="*/ 5 h 18"/>
                <a:gd name="T40" fmla="*/ 57 w 59"/>
                <a:gd name="T41" fmla="*/ 3 h 18"/>
                <a:gd name="T42" fmla="*/ 54 w 59"/>
                <a:gd name="T43" fmla="*/ 0 h 18"/>
                <a:gd name="T44" fmla="*/ 51 w 59"/>
                <a:gd name="T45" fmla="*/ 0 h 18"/>
                <a:gd name="T46" fmla="*/ 51 w 59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18">
                  <a:moveTo>
                    <a:pt x="51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2"/>
                  </a:lnTo>
                  <a:lnTo>
                    <a:pt x="3" y="15"/>
                  </a:lnTo>
                  <a:lnTo>
                    <a:pt x="7" y="18"/>
                  </a:lnTo>
                  <a:lnTo>
                    <a:pt x="10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7" y="15"/>
                  </a:lnTo>
                  <a:lnTo>
                    <a:pt x="59" y="12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5"/>
                  </a:lnTo>
                  <a:lnTo>
                    <a:pt x="57" y="3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Freeform 82">
              <a:extLst>
                <a:ext uri="{FF2B5EF4-FFF2-40B4-BE49-F238E27FC236}">
                  <a16:creationId xmlns:a16="http://schemas.microsoft.com/office/drawing/2014/main" id="{B2545CE6-EB4F-011E-FDF7-7E133B7D4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682" y="4915063"/>
              <a:ext cx="29770" cy="95923"/>
            </a:xfrm>
            <a:custGeom>
              <a:avLst/>
              <a:gdLst>
                <a:gd name="T0" fmla="*/ 9 w 17"/>
                <a:gd name="T1" fmla="*/ 0 h 59"/>
                <a:gd name="T2" fmla="*/ 9 w 17"/>
                <a:gd name="T3" fmla="*/ 0 h 59"/>
                <a:gd name="T4" fmla="*/ 5 w 17"/>
                <a:gd name="T5" fmla="*/ 1 h 59"/>
                <a:gd name="T6" fmla="*/ 2 w 17"/>
                <a:gd name="T7" fmla="*/ 3 h 59"/>
                <a:gd name="T8" fmla="*/ 0 w 17"/>
                <a:gd name="T9" fmla="*/ 5 h 59"/>
                <a:gd name="T10" fmla="*/ 0 w 17"/>
                <a:gd name="T11" fmla="*/ 9 h 59"/>
                <a:gd name="T12" fmla="*/ 0 w 17"/>
                <a:gd name="T13" fmla="*/ 49 h 59"/>
                <a:gd name="T14" fmla="*/ 0 w 17"/>
                <a:gd name="T15" fmla="*/ 49 h 59"/>
                <a:gd name="T16" fmla="*/ 0 w 17"/>
                <a:gd name="T17" fmla="*/ 54 h 59"/>
                <a:gd name="T18" fmla="*/ 2 w 17"/>
                <a:gd name="T19" fmla="*/ 56 h 59"/>
                <a:gd name="T20" fmla="*/ 5 w 17"/>
                <a:gd name="T21" fmla="*/ 59 h 59"/>
                <a:gd name="T22" fmla="*/ 9 w 17"/>
                <a:gd name="T23" fmla="*/ 59 h 59"/>
                <a:gd name="T24" fmla="*/ 9 w 17"/>
                <a:gd name="T25" fmla="*/ 59 h 59"/>
                <a:gd name="T26" fmla="*/ 12 w 17"/>
                <a:gd name="T27" fmla="*/ 59 h 59"/>
                <a:gd name="T28" fmla="*/ 14 w 17"/>
                <a:gd name="T29" fmla="*/ 56 h 59"/>
                <a:gd name="T30" fmla="*/ 17 w 17"/>
                <a:gd name="T31" fmla="*/ 54 h 59"/>
                <a:gd name="T32" fmla="*/ 17 w 17"/>
                <a:gd name="T33" fmla="*/ 49 h 59"/>
                <a:gd name="T34" fmla="*/ 17 w 17"/>
                <a:gd name="T35" fmla="*/ 9 h 59"/>
                <a:gd name="T36" fmla="*/ 17 w 17"/>
                <a:gd name="T37" fmla="*/ 9 h 59"/>
                <a:gd name="T38" fmla="*/ 17 w 17"/>
                <a:gd name="T39" fmla="*/ 5 h 59"/>
                <a:gd name="T40" fmla="*/ 14 w 17"/>
                <a:gd name="T41" fmla="*/ 3 h 59"/>
                <a:gd name="T42" fmla="*/ 12 w 17"/>
                <a:gd name="T43" fmla="*/ 1 h 59"/>
                <a:gd name="T44" fmla="*/ 9 w 17"/>
                <a:gd name="T45" fmla="*/ 0 h 59"/>
                <a:gd name="T46" fmla="*/ 9 w 17"/>
                <a:gd name="T4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59">
                  <a:moveTo>
                    <a:pt x="9" y="0"/>
                  </a:moveTo>
                  <a:lnTo>
                    <a:pt x="9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4"/>
                  </a:lnTo>
                  <a:lnTo>
                    <a:pt x="2" y="56"/>
                  </a:lnTo>
                  <a:lnTo>
                    <a:pt x="5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9"/>
                  </a:lnTo>
                  <a:lnTo>
                    <a:pt x="14" y="56"/>
                  </a:lnTo>
                  <a:lnTo>
                    <a:pt x="17" y="54"/>
                  </a:lnTo>
                  <a:lnTo>
                    <a:pt x="17" y="4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4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5" name="Freeform 83">
              <a:extLst>
                <a:ext uri="{FF2B5EF4-FFF2-40B4-BE49-F238E27FC236}">
                  <a16:creationId xmlns:a16="http://schemas.microsoft.com/office/drawing/2014/main" id="{C3632BD0-900E-8A5A-909A-4C11A64C9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8840" y="4663680"/>
              <a:ext cx="99230" cy="29770"/>
            </a:xfrm>
            <a:custGeom>
              <a:avLst/>
              <a:gdLst>
                <a:gd name="T0" fmla="*/ 50 w 59"/>
                <a:gd name="T1" fmla="*/ 0 h 18"/>
                <a:gd name="T2" fmla="*/ 10 w 59"/>
                <a:gd name="T3" fmla="*/ 0 h 18"/>
                <a:gd name="T4" fmla="*/ 10 w 59"/>
                <a:gd name="T5" fmla="*/ 0 h 18"/>
                <a:gd name="T6" fmla="*/ 6 w 59"/>
                <a:gd name="T7" fmla="*/ 0 h 18"/>
                <a:gd name="T8" fmla="*/ 3 w 59"/>
                <a:gd name="T9" fmla="*/ 3 h 18"/>
                <a:gd name="T10" fmla="*/ 2 w 59"/>
                <a:gd name="T11" fmla="*/ 5 h 18"/>
                <a:gd name="T12" fmla="*/ 0 w 59"/>
                <a:gd name="T13" fmla="*/ 8 h 18"/>
                <a:gd name="T14" fmla="*/ 0 w 59"/>
                <a:gd name="T15" fmla="*/ 8 h 18"/>
                <a:gd name="T16" fmla="*/ 2 w 59"/>
                <a:gd name="T17" fmla="*/ 12 h 18"/>
                <a:gd name="T18" fmla="*/ 3 w 59"/>
                <a:gd name="T19" fmla="*/ 15 h 18"/>
                <a:gd name="T20" fmla="*/ 6 w 59"/>
                <a:gd name="T21" fmla="*/ 18 h 18"/>
                <a:gd name="T22" fmla="*/ 10 w 59"/>
                <a:gd name="T23" fmla="*/ 18 h 18"/>
                <a:gd name="T24" fmla="*/ 50 w 59"/>
                <a:gd name="T25" fmla="*/ 18 h 18"/>
                <a:gd name="T26" fmla="*/ 50 w 59"/>
                <a:gd name="T27" fmla="*/ 18 h 18"/>
                <a:gd name="T28" fmla="*/ 54 w 59"/>
                <a:gd name="T29" fmla="*/ 18 h 18"/>
                <a:gd name="T30" fmla="*/ 57 w 59"/>
                <a:gd name="T31" fmla="*/ 15 h 18"/>
                <a:gd name="T32" fmla="*/ 58 w 59"/>
                <a:gd name="T33" fmla="*/ 12 h 18"/>
                <a:gd name="T34" fmla="*/ 59 w 59"/>
                <a:gd name="T35" fmla="*/ 8 h 18"/>
                <a:gd name="T36" fmla="*/ 59 w 59"/>
                <a:gd name="T37" fmla="*/ 8 h 18"/>
                <a:gd name="T38" fmla="*/ 58 w 59"/>
                <a:gd name="T39" fmla="*/ 5 h 18"/>
                <a:gd name="T40" fmla="*/ 57 w 59"/>
                <a:gd name="T41" fmla="*/ 3 h 18"/>
                <a:gd name="T42" fmla="*/ 54 w 59"/>
                <a:gd name="T43" fmla="*/ 0 h 18"/>
                <a:gd name="T44" fmla="*/ 50 w 59"/>
                <a:gd name="T45" fmla="*/ 0 h 18"/>
                <a:gd name="T46" fmla="*/ 50 w 59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18">
                  <a:moveTo>
                    <a:pt x="5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2"/>
                  </a:lnTo>
                  <a:lnTo>
                    <a:pt x="3" y="15"/>
                  </a:lnTo>
                  <a:lnTo>
                    <a:pt x="6" y="18"/>
                  </a:lnTo>
                  <a:lnTo>
                    <a:pt x="10" y="18"/>
                  </a:lnTo>
                  <a:lnTo>
                    <a:pt x="50" y="18"/>
                  </a:lnTo>
                  <a:lnTo>
                    <a:pt x="50" y="18"/>
                  </a:lnTo>
                  <a:lnTo>
                    <a:pt x="54" y="18"/>
                  </a:lnTo>
                  <a:lnTo>
                    <a:pt x="57" y="15"/>
                  </a:lnTo>
                  <a:lnTo>
                    <a:pt x="58" y="12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8" y="5"/>
                  </a:lnTo>
                  <a:lnTo>
                    <a:pt x="57" y="3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8" name="TextBox 53">
            <a:extLst>
              <a:ext uri="{FF2B5EF4-FFF2-40B4-BE49-F238E27FC236}">
                <a16:creationId xmlns:a16="http://schemas.microsoft.com/office/drawing/2014/main" id="{EE42DBCA-A7AE-F68A-2B32-66B85466EA3F}"/>
              </a:ext>
            </a:extLst>
          </p:cNvPr>
          <p:cNvSpPr txBox="1"/>
          <p:nvPr/>
        </p:nvSpPr>
        <p:spPr>
          <a:xfrm>
            <a:off x="4953146" y="4479449"/>
            <a:ext cx="2902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Inquiétudes &amp; frustrations</a:t>
            </a:r>
          </a:p>
        </p:txBody>
      </p:sp>
      <p:sp>
        <p:nvSpPr>
          <p:cNvPr id="29" name="TextBox 59">
            <a:extLst>
              <a:ext uri="{FF2B5EF4-FFF2-40B4-BE49-F238E27FC236}">
                <a16:creationId xmlns:a16="http://schemas.microsoft.com/office/drawing/2014/main" id="{3784A76F-2D70-45A6-3D5D-CD834787E133}"/>
              </a:ext>
            </a:extLst>
          </p:cNvPr>
          <p:cNvSpPr txBox="1"/>
          <p:nvPr/>
        </p:nvSpPr>
        <p:spPr>
          <a:xfrm>
            <a:off x="8651596" y="4849947"/>
            <a:ext cx="3348000" cy="1754326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Besoin Lorem Ipsum Lorem Ipsum Lorem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</a:t>
            </a:r>
            <a:r>
              <a:rPr lang="fr-BE" sz="1200" dirty="0" err="1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IpsumLorem</a:t>
            </a:r>
            <a:r>
              <a:rPr lang="fr-BE" sz="1200" dirty="0">
                <a:solidFill>
                  <a:srgbClr val="FFFFFF">
                    <a:lumMod val="65000"/>
                  </a:srgbClr>
                </a:solidFill>
                <a:latin typeface="Open Sans"/>
                <a:ea typeface="Open Sans"/>
                <a:cs typeface="Open Sans"/>
              </a:rPr>
              <a:t> Ipsum Lorem Ipsum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0" name="TextBox 64">
            <a:extLst>
              <a:ext uri="{FF2B5EF4-FFF2-40B4-BE49-F238E27FC236}">
                <a16:creationId xmlns:a16="http://schemas.microsoft.com/office/drawing/2014/main" id="{E2A20980-614F-F83A-54A0-68D472C3785C}"/>
              </a:ext>
            </a:extLst>
          </p:cNvPr>
          <p:cNvSpPr txBox="1"/>
          <p:nvPr/>
        </p:nvSpPr>
        <p:spPr>
          <a:xfrm>
            <a:off x="8933479" y="4484976"/>
            <a:ext cx="117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Besoins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ight Arrow 161">
            <a:extLst>
              <a:ext uri="{FF2B5EF4-FFF2-40B4-BE49-F238E27FC236}">
                <a16:creationId xmlns:a16="http://schemas.microsoft.com/office/drawing/2014/main" id="{E8220E7B-BB29-B2E2-731D-6A8C87D20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4801931"/>
            <a:ext cx="9374390" cy="82882"/>
          </a:xfrm>
          <a:prstGeom prst="rightArrow">
            <a:avLst>
              <a:gd name="adj1" fmla="val 50000"/>
              <a:gd name="adj2" fmla="val 49990"/>
            </a:avLst>
          </a:prstGeom>
          <a:solidFill>
            <a:schemeClr val="bg1">
              <a:lumMod val="85000"/>
            </a:schemeClr>
          </a:solid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ea typeface="+mn-ea"/>
              <a:cs typeface="Arial" pitchFamily="34" charset="0"/>
            </a:endParaRPr>
          </a:p>
        </p:txBody>
      </p:sp>
      <p:sp>
        <p:nvSpPr>
          <p:cNvPr id="120" name="Right Arrow 161">
            <a:extLst>
              <a:ext uri="{FF2B5EF4-FFF2-40B4-BE49-F238E27FC236}">
                <a16:creationId xmlns:a16="http://schemas.microsoft.com/office/drawing/2014/main" id="{24579456-8390-585C-C713-9C80713B5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4297114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ea typeface="+mn-ea"/>
              <a:cs typeface="Arial" pitchFamily="34" charset="0"/>
            </a:endParaRPr>
          </a:p>
        </p:txBody>
      </p:sp>
      <p:sp>
        <p:nvSpPr>
          <p:cNvPr id="121" name="Right Arrow 161">
            <a:extLst>
              <a:ext uri="{FF2B5EF4-FFF2-40B4-BE49-F238E27FC236}">
                <a16:creationId xmlns:a16="http://schemas.microsoft.com/office/drawing/2014/main" id="{DEF5D43F-0A4E-8F18-58CA-C201739B2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5303284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ea typeface="+mn-ea"/>
              <a:cs typeface="Arial" pitchFamily="34" charset="0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96D7D987-8CFD-E798-6B7D-D7DFC93C3DEE}"/>
              </a:ext>
            </a:extLst>
          </p:cNvPr>
          <p:cNvSpPr/>
          <p:nvPr/>
        </p:nvSpPr>
        <p:spPr>
          <a:xfrm>
            <a:off x="1812022" y="4102211"/>
            <a:ext cx="9882231" cy="1392709"/>
          </a:xfrm>
          <a:custGeom>
            <a:avLst/>
            <a:gdLst>
              <a:gd name="connsiteX0" fmla="*/ 0 w 9882231"/>
              <a:gd name="connsiteY0" fmla="*/ 1023462 h 1392709"/>
              <a:gd name="connsiteX1" fmla="*/ 1157681 w 9882231"/>
              <a:gd name="connsiteY1" fmla="*/ 780182 h 1392709"/>
              <a:gd name="connsiteX2" fmla="*/ 2416029 w 9882231"/>
              <a:gd name="connsiteY2" fmla="*/ 595624 h 1392709"/>
              <a:gd name="connsiteX3" fmla="*/ 2818701 w 9882231"/>
              <a:gd name="connsiteY3" fmla="*/ 1392578 h 1392709"/>
              <a:gd name="connsiteX4" fmla="*/ 3556932 w 9882231"/>
              <a:gd name="connsiteY4" fmla="*/ 528512 h 1392709"/>
              <a:gd name="connsiteX5" fmla="*/ 4412609 w 9882231"/>
              <a:gd name="connsiteY5" fmla="*/ 922795 h 1392709"/>
              <a:gd name="connsiteX6" fmla="*/ 5066950 w 9882231"/>
              <a:gd name="connsiteY6" fmla="*/ 444622 h 1392709"/>
              <a:gd name="connsiteX7" fmla="*/ 5897461 w 9882231"/>
              <a:gd name="connsiteY7" fmla="*/ 1115741 h 1392709"/>
              <a:gd name="connsiteX8" fmla="*/ 7248088 w 9882231"/>
              <a:gd name="connsiteY8" fmla="*/ 6 h 1392709"/>
              <a:gd name="connsiteX9" fmla="*/ 8942664 w 9882231"/>
              <a:gd name="connsiteY9" fmla="*/ 1098963 h 1392709"/>
              <a:gd name="connsiteX10" fmla="*/ 9882231 w 9882231"/>
              <a:gd name="connsiteY10" fmla="*/ 1300299 h 139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82231" h="1392709">
                <a:moveTo>
                  <a:pt x="0" y="1023462"/>
                </a:moveTo>
                <a:cubicBezTo>
                  <a:pt x="377505" y="937475"/>
                  <a:pt x="755010" y="851488"/>
                  <a:pt x="1157681" y="780182"/>
                </a:cubicBezTo>
                <a:cubicBezTo>
                  <a:pt x="1560352" y="708876"/>
                  <a:pt x="2139192" y="493558"/>
                  <a:pt x="2416029" y="595624"/>
                </a:cubicBezTo>
                <a:cubicBezTo>
                  <a:pt x="2692866" y="697690"/>
                  <a:pt x="2628551" y="1403763"/>
                  <a:pt x="2818701" y="1392578"/>
                </a:cubicBezTo>
                <a:cubicBezTo>
                  <a:pt x="3008851" y="1381393"/>
                  <a:pt x="3291281" y="606809"/>
                  <a:pt x="3556932" y="528512"/>
                </a:cubicBezTo>
                <a:cubicBezTo>
                  <a:pt x="3822583" y="450215"/>
                  <a:pt x="4160939" y="936777"/>
                  <a:pt x="4412609" y="922795"/>
                </a:cubicBezTo>
                <a:cubicBezTo>
                  <a:pt x="4664279" y="908813"/>
                  <a:pt x="4819475" y="412464"/>
                  <a:pt x="5066950" y="444622"/>
                </a:cubicBezTo>
                <a:cubicBezTo>
                  <a:pt x="5314425" y="476780"/>
                  <a:pt x="5533938" y="1189844"/>
                  <a:pt x="5897461" y="1115741"/>
                </a:cubicBezTo>
                <a:cubicBezTo>
                  <a:pt x="6260984" y="1041638"/>
                  <a:pt x="6740554" y="2802"/>
                  <a:pt x="7248088" y="6"/>
                </a:cubicBezTo>
                <a:cubicBezTo>
                  <a:pt x="7755622" y="-2790"/>
                  <a:pt x="8503640" y="882247"/>
                  <a:pt x="8942664" y="1098963"/>
                </a:cubicBezTo>
                <a:cubicBezTo>
                  <a:pt x="9381688" y="1315679"/>
                  <a:pt x="9685090" y="1279327"/>
                  <a:pt x="9882231" y="130029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BE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69FE572-70CA-CCF3-AE0D-112990C24E47}"/>
              </a:ext>
            </a:extLst>
          </p:cNvPr>
          <p:cNvSpPr/>
          <p:nvPr/>
        </p:nvSpPr>
        <p:spPr>
          <a:xfrm>
            <a:off x="3999091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DBC0F302-1867-A11B-C02E-073FC669E7B0}"/>
              </a:ext>
            </a:extLst>
          </p:cNvPr>
          <p:cNvSpPr>
            <a:spLocks noGrp="1"/>
          </p:cNvSpPr>
          <p:nvPr/>
        </p:nvSpPr>
        <p:spPr>
          <a:xfrm>
            <a:off x="914971" y="466344"/>
            <a:ext cx="3947632" cy="192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Nexa Black" charset="0"/>
                <a:cs typeface="Nexa Black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PARCOURS USAGER ACTUEL</a:t>
            </a:r>
          </a:p>
        </p:txBody>
      </p:sp>
      <p:sp>
        <p:nvSpPr>
          <p:cNvPr id="125" name="Title 1">
            <a:extLst>
              <a:ext uri="{FF2B5EF4-FFF2-40B4-BE49-F238E27FC236}">
                <a16:creationId xmlns:a16="http://schemas.microsoft.com/office/drawing/2014/main" id="{50DDA820-4C65-1E5A-1892-A6069C121554}"/>
              </a:ext>
            </a:extLst>
          </p:cNvPr>
          <p:cNvSpPr>
            <a:spLocks noGrp="1"/>
          </p:cNvSpPr>
          <p:nvPr/>
        </p:nvSpPr>
        <p:spPr>
          <a:xfrm>
            <a:off x="1647517" y="694944"/>
            <a:ext cx="9277757" cy="594360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-75" baseline="0" dirty="0">
                <a:solidFill>
                  <a:schemeClr val="tx1"/>
                </a:solidFill>
                <a:latin typeface="+mj-lt"/>
                <a:ea typeface="Bebas Neue" charset="0"/>
                <a:cs typeface="Chronicle Display Black"/>
              </a:defRPr>
            </a:lvl1pPr>
          </a:lstStyle>
          <a:p>
            <a:r>
              <a:rPr lang="fr-BE" sz="2400"/>
              <a:t>Antonin lesceux</a:t>
            </a:r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536E0FE-410D-561C-C5D2-A4E4D6C410C6}"/>
              </a:ext>
            </a:extLst>
          </p:cNvPr>
          <p:cNvSpPr/>
          <p:nvPr/>
        </p:nvSpPr>
        <p:spPr>
          <a:xfrm>
            <a:off x="628649" y="1458879"/>
            <a:ext cx="850669" cy="276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ETAPES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D11111E-5279-2D64-D7DF-5291E4022A5A}"/>
              </a:ext>
            </a:extLst>
          </p:cNvPr>
          <p:cNvSpPr/>
          <p:nvPr/>
        </p:nvSpPr>
        <p:spPr>
          <a:xfrm>
            <a:off x="1539968" y="1458879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fr-BE" sz="900" b="1">
                <a:solidFill>
                  <a:srgbClr val="000000"/>
                </a:solidFill>
              </a:rPr>
              <a:t>Je cherche l’information 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2422114-5004-1107-60C1-E351954958FF}"/>
              </a:ext>
            </a:extLst>
          </p:cNvPr>
          <p:cNvSpPr/>
          <p:nvPr/>
        </p:nvSpPr>
        <p:spPr>
          <a:xfrm>
            <a:off x="3986508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fr-BE" sz="900" b="1">
                <a:solidFill>
                  <a:srgbClr val="000000"/>
                </a:solidFill>
              </a:rPr>
              <a:t>J’arrive sur le site web et je cherche l’information dont j’ai besoin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A876A31-3544-2160-EE75-B3A9BD7E2585}"/>
              </a:ext>
            </a:extLst>
          </p:cNvPr>
          <p:cNvSpPr/>
          <p:nvPr/>
        </p:nvSpPr>
        <p:spPr>
          <a:xfrm>
            <a:off x="6437500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fr-BE" sz="900" b="1">
                <a:solidFill>
                  <a:srgbClr val="000000"/>
                </a:solidFill>
              </a:rPr>
              <a:t>Je ne trouve pas ce que je cherche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BFA3A3C-A454-4C55-49B7-DEB9BC091FA5}"/>
              </a:ext>
            </a:extLst>
          </p:cNvPr>
          <p:cNvSpPr/>
          <p:nvPr/>
        </p:nvSpPr>
        <p:spPr>
          <a:xfrm>
            <a:off x="628649" y="1802413"/>
            <a:ext cx="850669" cy="1388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ACTIONS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3CB4808-BE72-C16C-89EA-28C9453F7EA6}"/>
              </a:ext>
            </a:extLst>
          </p:cNvPr>
          <p:cNvSpPr/>
          <p:nvPr/>
        </p:nvSpPr>
        <p:spPr>
          <a:xfrm>
            <a:off x="1552574" y="1802414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0D5F017-09B9-4BFB-F717-D675096521A5}"/>
              </a:ext>
            </a:extLst>
          </p:cNvPr>
          <p:cNvSpPr/>
          <p:nvPr/>
        </p:nvSpPr>
        <p:spPr>
          <a:xfrm>
            <a:off x="3994096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250341D-0A8F-A1A7-02CB-A3EF2764DC7A}"/>
              </a:ext>
            </a:extLst>
          </p:cNvPr>
          <p:cNvSpPr/>
          <p:nvPr/>
        </p:nvSpPr>
        <p:spPr>
          <a:xfrm>
            <a:off x="6437500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654103D-A0EA-7935-3C3F-BA171DBF9FB5}"/>
              </a:ext>
            </a:extLst>
          </p:cNvPr>
          <p:cNvSpPr/>
          <p:nvPr/>
        </p:nvSpPr>
        <p:spPr>
          <a:xfrm>
            <a:off x="6437500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566DC11-5F95-8621-B1C4-660023296DA0}"/>
              </a:ext>
            </a:extLst>
          </p:cNvPr>
          <p:cNvSpPr/>
          <p:nvPr/>
        </p:nvSpPr>
        <p:spPr>
          <a:xfrm>
            <a:off x="628649" y="3246229"/>
            <a:ext cx="850669" cy="3331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CANAUX</a:t>
            </a:r>
          </a:p>
        </p:txBody>
      </p:sp>
      <p:sp>
        <p:nvSpPr>
          <p:cNvPr id="136" name="Right Arrow 161">
            <a:extLst>
              <a:ext uri="{FF2B5EF4-FFF2-40B4-BE49-F238E27FC236}">
                <a16:creationId xmlns:a16="http://schemas.microsoft.com/office/drawing/2014/main" id="{79BDF51F-3023-BF0F-9E4B-BF288143D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3792297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ea typeface="+mn-ea"/>
              <a:cs typeface="Arial" pitchFamily="34" charset="0"/>
            </a:endParaRPr>
          </a:p>
        </p:txBody>
      </p:sp>
      <p:sp>
        <p:nvSpPr>
          <p:cNvPr id="137" name="Right Arrow 161">
            <a:extLst>
              <a:ext uri="{FF2B5EF4-FFF2-40B4-BE49-F238E27FC236}">
                <a16:creationId xmlns:a16="http://schemas.microsoft.com/office/drawing/2014/main" id="{203CC95A-1AA0-7AD7-F47D-74CE28EDC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5808101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ea typeface="+mn-ea"/>
              <a:cs typeface="Arial" pitchFamily="34" charset="0"/>
            </a:endParaRPr>
          </a:p>
        </p:txBody>
      </p:sp>
      <p:sp>
        <p:nvSpPr>
          <p:cNvPr id="138" name="Freeform 273">
            <a:extLst>
              <a:ext uri="{FF2B5EF4-FFF2-40B4-BE49-F238E27FC236}">
                <a16:creationId xmlns:a16="http://schemas.microsoft.com/office/drawing/2014/main" id="{B8217197-F1CB-0D25-702A-40C1AE7200F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56427" y="3772039"/>
            <a:ext cx="118099" cy="118483"/>
          </a:xfrm>
          <a:custGeom>
            <a:avLst/>
            <a:gdLst>
              <a:gd name="T0" fmla="*/ 216 w 615"/>
              <a:gd name="T1" fmla="*/ 15 h 617"/>
              <a:gd name="T2" fmla="*/ 90 w 615"/>
              <a:gd name="T3" fmla="*/ 91 h 617"/>
              <a:gd name="T4" fmla="*/ 13 w 615"/>
              <a:gd name="T5" fmla="*/ 216 h 617"/>
              <a:gd name="T6" fmla="*/ 1 w 615"/>
              <a:gd name="T7" fmla="*/ 340 h 617"/>
              <a:gd name="T8" fmla="*/ 52 w 615"/>
              <a:gd name="T9" fmla="*/ 481 h 617"/>
              <a:gd name="T10" fmla="*/ 161 w 615"/>
              <a:gd name="T11" fmla="*/ 579 h 617"/>
              <a:gd name="T12" fmla="*/ 307 w 615"/>
              <a:gd name="T13" fmla="*/ 617 h 617"/>
              <a:gd name="T14" fmla="*/ 427 w 615"/>
              <a:gd name="T15" fmla="*/ 592 h 617"/>
              <a:gd name="T16" fmla="*/ 545 w 615"/>
              <a:gd name="T17" fmla="*/ 504 h 617"/>
              <a:gd name="T18" fmla="*/ 608 w 615"/>
              <a:gd name="T19" fmla="*/ 371 h 617"/>
              <a:gd name="T20" fmla="*/ 608 w 615"/>
              <a:gd name="T21" fmla="*/ 246 h 617"/>
              <a:gd name="T22" fmla="*/ 545 w 615"/>
              <a:gd name="T23" fmla="*/ 113 h 617"/>
              <a:gd name="T24" fmla="*/ 427 w 615"/>
              <a:gd name="T25" fmla="*/ 24 h 617"/>
              <a:gd name="T26" fmla="*/ 307 w 615"/>
              <a:gd name="T27" fmla="*/ 0 h 617"/>
              <a:gd name="T28" fmla="*/ 216 w 615"/>
              <a:gd name="T29" fmla="*/ 188 h 617"/>
              <a:gd name="T30" fmla="*/ 237 w 615"/>
              <a:gd name="T31" fmla="*/ 228 h 617"/>
              <a:gd name="T32" fmla="*/ 228 w 615"/>
              <a:gd name="T33" fmla="*/ 239 h 617"/>
              <a:gd name="T34" fmla="*/ 217 w 615"/>
              <a:gd name="T35" fmla="*/ 228 h 617"/>
              <a:gd name="T36" fmla="*/ 209 w 615"/>
              <a:gd name="T37" fmla="*/ 208 h 617"/>
              <a:gd name="T38" fmla="*/ 188 w 615"/>
              <a:gd name="T39" fmla="*/ 199 h 617"/>
              <a:gd name="T40" fmla="*/ 164 w 615"/>
              <a:gd name="T41" fmla="*/ 212 h 617"/>
              <a:gd name="T42" fmla="*/ 157 w 615"/>
              <a:gd name="T43" fmla="*/ 232 h 617"/>
              <a:gd name="T44" fmla="*/ 145 w 615"/>
              <a:gd name="T45" fmla="*/ 238 h 617"/>
              <a:gd name="T46" fmla="*/ 139 w 615"/>
              <a:gd name="T47" fmla="*/ 219 h 617"/>
              <a:gd name="T48" fmla="*/ 169 w 615"/>
              <a:gd name="T49" fmla="*/ 183 h 617"/>
              <a:gd name="T50" fmla="*/ 307 w 615"/>
              <a:gd name="T51" fmla="*/ 497 h 617"/>
              <a:gd name="T52" fmla="*/ 227 w 615"/>
              <a:gd name="T53" fmla="*/ 477 h 617"/>
              <a:gd name="T54" fmla="*/ 168 w 615"/>
              <a:gd name="T55" fmla="*/ 423 h 617"/>
              <a:gd name="T56" fmla="*/ 139 w 615"/>
              <a:gd name="T57" fmla="*/ 345 h 617"/>
              <a:gd name="T58" fmla="*/ 145 w 615"/>
              <a:gd name="T59" fmla="*/ 320 h 617"/>
              <a:gd name="T60" fmla="*/ 157 w 615"/>
              <a:gd name="T61" fmla="*/ 324 h 617"/>
              <a:gd name="T62" fmla="*/ 165 w 615"/>
              <a:gd name="T63" fmla="*/ 372 h 617"/>
              <a:gd name="T64" fmla="*/ 201 w 615"/>
              <a:gd name="T65" fmla="*/ 434 h 617"/>
              <a:gd name="T66" fmla="*/ 263 w 615"/>
              <a:gd name="T67" fmla="*/ 470 h 617"/>
              <a:gd name="T68" fmla="*/ 322 w 615"/>
              <a:gd name="T69" fmla="*/ 477 h 617"/>
              <a:gd name="T70" fmla="*/ 391 w 615"/>
              <a:gd name="T71" fmla="*/ 451 h 617"/>
              <a:gd name="T72" fmla="*/ 438 w 615"/>
              <a:gd name="T73" fmla="*/ 399 h 617"/>
              <a:gd name="T74" fmla="*/ 456 w 615"/>
              <a:gd name="T75" fmla="*/ 328 h 617"/>
              <a:gd name="T76" fmla="*/ 466 w 615"/>
              <a:gd name="T77" fmla="*/ 318 h 617"/>
              <a:gd name="T78" fmla="*/ 475 w 615"/>
              <a:gd name="T79" fmla="*/ 328 h 617"/>
              <a:gd name="T80" fmla="*/ 463 w 615"/>
              <a:gd name="T81" fmla="*/ 394 h 617"/>
              <a:gd name="T82" fmla="*/ 415 w 615"/>
              <a:gd name="T83" fmla="*/ 458 h 617"/>
              <a:gd name="T84" fmla="*/ 341 w 615"/>
              <a:gd name="T85" fmla="*/ 493 h 617"/>
              <a:gd name="T86" fmla="*/ 466 w 615"/>
              <a:gd name="T87" fmla="*/ 239 h 617"/>
              <a:gd name="T88" fmla="*/ 456 w 615"/>
              <a:gd name="T89" fmla="*/ 228 h 617"/>
              <a:gd name="T90" fmla="*/ 443 w 615"/>
              <a:gd name="T91" fmla="*/ 204 h 617"/>
              <a:gd name="T92" fmla="*/ 420 w 615"/>
              <a:gd name="T93" fmla="*/ 200 h 617"/>
              <a:gd name="T94" fmla="*/ 399 w 615"/>
              <a:gd name="T95" fmla="*/ 218 h 617"/>
              <a:gd name="T96" fmla="*/ 393 w 615"/>
              <a:gd name="T97" fmla="*/ 236 h 617"/>
              <a:gd name="T98" fmla="*/ 380 w 615"/>
              <a:gd name="T99" fmla="*/ 236 h 617"/>
              <a:gd name="T100" fmla="*/ 380 w 615"/>
              <a:gd name="T101" fmla="*/ 210 h 617"/>
              <a:gd name="T102" fmla="*/ 416 w 615"/>
              <a:gd name="T103" fmla="*/ 180 h 617"/>
              <a:gd name="T104" fmla="*/ 454 w 615"/>
              <a:gd name="T105" fmla="*/ 188 h 617"/>
              <a:gd name="T106" fmla="*/ 475 w 615"/>
              <a:gd name="T107" fmla="*/ 228 h 617"/>
              <a:gd name="T108" fmla="*/ 466 w 615"/>
              <a:gd name="T109" fmla="*/ 239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5" y="3"/>
                </a:lnTo>
                <a:lnTo>
                  <a:pt x="245" y="7"/>
                </a:lnTo>
                <a:lnTo>
                  <a:pt x="216" y="15"/>
                </a:lnTo>
                <a:lnTo>
                  <a:pt x="188" y="24"/>
                </a:lnTo>
                <a:lnTo>
                  <a:pt x="161" y="38"/>
                </a:lnTo>
                <a:lnTo>
                  <a:pt x="135" y="54"/>
                </a:lnTo>
                <a:lnTo>
                  <a:pt x="111" y="71"/>
                </a:lnTo>
                <a:lnTo>
                  <a:pt x="90" y="91"/>
                </a:lnTo>
                <a:lnTo>
                  <a:pt x="70" y="113"/>
                </a:lnTo>
                <a:lnTo>
                  <a:pt x="52" y="137"/>
                </a:lnTo>
                <a:lnTo>
                  <a:pt x="36" y="161"/>
                </a:lnTo>
                <a:lnTo>
                  <a:pt x="24" y="188"/>
                </a:lnTo>
                <a:lnTo>
                  <a:pt x="13" y="216"/>
                </a:lnTo>
                <a:lnTo>
                  <a:pt x="5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5" y="371"/>
                </a:lnTo>
                <a:lnTo>
                  <a:pt x="13" y="400"/>
                </a:lnTo>
                <a:lnTo>
                  <a:pt x="24" y="428"/>
                </a:lnTo>
                <a:lnTo>
                  <a:pt x="36" y="455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5"/>
                </a:lnTo>
                <a:lnTo>
                  <a:pt x="135" y="564"/>
                </a:lnTo>
                <a:lnTo>
                  <a:pt x="161" y="579"/>
                </a:lnTo>
                <a:lnTo>
                  <a:pt x="188" y="592"/>
                </a:lnTo>
                <a:lnTo>
                  <a:pt x="216" y="602"/>
                </a:lnTo>
                <a:lnTo>
                  <a:pt x="245" y="610"/>
                </a:lnTo>
                <a:lnTo>
                  <a:pt x="275" y="615"/>
                </a:lnTo>
                <a:lnTo>
                  <a:pt x="307" y="617"/>
                </a:lnTo>
                <a:lnTo>
                  <a:pt x="307" y="617"/>
                </a:lnTo>
                <a:lnTo>
                  <a:pt x="338" y="615"/>
                </a:lnTo>
                <a:lnTo>
                  <a:pt x="369" y="610"/>
                </a:lnTo>
                <a:lnTo>
                  <a:pt x="399" y="602"/>
                </a:lnTo>
                <a:lnTo>
                  <a:pt x="427" y="592"/>
                </a:lnTo>
                <a:lnTo>
                  <a:pt x="454" y="579"/>
                </a:lnTo>
                <a:lnTo>
                  <a:pt x="479" y="564"/>
                </a:lnTo>
                <a:lnTo>
                  <a:pt x="502" y="545"/>
                </a:lnTo>
                <a:lnTo>
                  <a:pt x="525" y="527"/>
                </a:lnTo>
                <a:lnTo>
                  <a:pt x="545" y="504"/>
                </a:lnTo>
                <a:lnTo>
                  <a:pt x="562" y="481"/>
                </a:lnTo>
                <a:lnTo>
                  <a:pt x="577" y="455"/>
                </a:lnTo>
                <a:lnTo>
                  <a:pt x="591" y="428"/>
                </a:lnTo>
                <a:lnTo>
                  <a:pt x="601" y="400"/>
                </a:lnTo>
                <a:lnTo>
                  <a:pt x="608" y="371"/>
                </a:lnTo>
                <a:lnTo>
                  <a:pt x="613" y="340"/>
                </a:lnTo>
                <a:lnTo>
                  <a:pt x="615" y="309"/>
                </a:lnTo>
                <a:lnTo>
                  <a:pt x="615" y="309"/>
                </a:lnTo>
                <a:lnTo>
                  <a:pt x="613" y="277"/>
                </a:lnTo>
                <a:lnTo>
                  <a:pt x="608" y="246"/>
                </a:lnTo>
                <a:lnTo>
                  <a:pt x="601" y="216"/>
                </a:lnTo>
                <a:lnTo>
                  <a:pt x="591" y="188"/>
                </a:lnTo>
                <a:lnTo>
                  <a:pt x="577" y="161"/>
                </a:lnTo>
                <a:lnTo>
                  <a:pt x="562" y="137"/>
                </a:lnTo>
                <a:lnTo>
                  <a:pt x="545" y="113"/>
                </a:lnTo>
                <a:lnTo>
                  <a:pt x="525" y="91"/>
                </a:lnTo>
                <a:lnTo>
                  <a:pt x="502" y="71"/>
                </a:lnTo>
                <a:lnTo>
                  <a:pt x="479" y="54"/>
                </a:lnTo>
                <a:lnTo>
                  <a:pt x="454" y="38"/>
                </a:lnTo>
                <a:lnTo>
                  <a:pt x="427" y="24"/>
                </a:lnTo>
                <a:lnTo>
                  <a:pt x="399" y="15"/>
                </a:lnTo>
                <a:lnTo>
                  <a:pt x="369" y="7"/>
                </a:lnTo>
                <a:lnTo>
                  <a:pt x="338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188" y="179"/>
                </a:moveTo>
                <a:lnTo>
                  <a:pt x="188" y="179"/>
                </a:lnTo>
                <a:lnTo>
                  <a:pt x="197" y="180"/>
                </a:lnTo>
                <a:lnTo>
                  <a:pt x="207" y="183"/>
                </a:lnTo>
                <a:lnTo>
                  <a:pt x="216" y="188"/>
                </a:lnTo>
                <a:lnTo>
                  <a:pt x="223" y="193"/>
                </a:lnTo>
                <a:lnTo>
                  <a:pt x="229" y="202"/>
                </a:lnTo>
                <a:lnTo>
                  <a:pt x="233" y="210"/>
                </a:lnTo>
                <a:lnTo>
                  <a:pt x="236" y="219"/>
                </a:lnTo>
                <a:lnTo>
                  <a:pt x="237" y="228"/>
                </a:lnTo>
                <a:lnTo>
                  <a:pt x="237" y="228"/>
                </a:lnTo>
                <a:lnTo>
                  <a:pt x="236" y="232"/>
                </a:lnTo>
                <a:lnTo>
                  <a:pt x="235" y="236"/>
                </a:lnTo>
                <a:lnTo>
                  <a:pt x="232" y="238"/>
                </a:lnTo>
                <a:lnTo>
                  <a:pt x="228" y="239"/>
                </a:lnTo>
                <a:lnTo>
                  <a:pt x="228" y="239"/>
                </a:lnTo>
                <a:lnTo>
                  <a:pt x="224" y="238"/>
                </a:lnTo>
                <a:lnTo>
                  <a:pt x="220" y="236"/>
                </a:lnTo>
                <a:lnTo>
                  <a:pt x="219" y="232"/>
                </a:lnTo>
                <a:lnTo>
                  <a:pt x="217" y="228"/>
                </a:lnTo>
                <a:lnTo>
                  <a:pt x="217" y="228"/>
                </a:lnTo>
                <a:lnTo>
                  <a:pt x="217" y="223"/>
                </a:lnTo>
                <a:lnTo>
                  <a:pt x="215" y="218"/>
                </a:lnTo>
                <a:lnTo>
                  <a:pt x="212" y="212"/>
                </a:lnTo>
                <a:lnTo>
                  <a:pt x="209" y="208"/>
                </a:lnTo>
                <a:lnTo>
                  <a:pt x="204" y="204"/>
                </a:lnTo>
                <a:lnTo>
                  <a:pt x="200" y="202"/>
                </a:lnTo>
                <a:lnTo>
                  <a:pt x="194" y="200"/>
                </a:lnTo>
                <a:lnTo>
                  <a:pt x="188" y="199"/>
                </a:lnTo>
                <a:lnTo>
                  <a:pt x="188" y="199"/>
                </a:lnTo>
                <a:lnTo>
                  <a:pt x="182" y="200"/>
                </a:lnTo>
                <a:lnTo>
                  <a:pt x="176" y="202"/>
                </a:lnTo>
                <a:lnTo>
                  <a:pt x="172" y="204"/>
                </a:lnTo>
                <a:lnTo>
                  <a:pt x="166" y="208"/>
                </a:lnTo>
                <a:lnTo>
                  <a:pt x="164" y="212"/>
                </a:lnTo>
                <a:lnTo>
                  <a:pt x="161" y="218"/>
                </a:lnTo>
                <a:lnTo>
                  <a:pt x="158" y="223"/>
                </a:lnTo>
                <a:lnTo>
                  <a:pt x="158" y="228"/>
                </a:lnTo>
                <a:lnTo>
                  <a:pt x="158" y="228"/>
                </a:lnTo>
                <a:lnTo>
                  <a:pt x="157" y="232"/>
                </a:lnTo>
                <a:lnTo>
                  <a:pt x="155" y="236"/>
                </a:lnTo>
                <a:lnTo>
                  <a:pt x="151" y="238"/>
                </a:lnTo>
                <a:lnTo>
                  <a:pt x="147" y="239"/>
                </a:lnTo>
                <a:lnTo>
                  <a:pt x="147" y="239"/>
                </a:lnTo>
                <a:lnTo>
                  <a:pt x="145" y="238"/>
                </a:lnTo>
                <a:lnTo>
                  <a:pt x="141" y="236"/>
                </a:lnTo>
                <a:lnTo>
                  <a:pt x="139" y="232"/>
                </a:lnTo>
                <a:lnTo>
                  <a:pt x="138" y="228"/>
                </a:lnTo>
                <a:lnTo>
                  <a:pt x="138" y="228"/>
                </a:lnTo>
                <a:lnTo>
                  <a:pt x="139" y="219"/>
                </a:lnTo>
                <a:lnTo>
                  <a:pt x="142" y="210"/>
                </a:lnTo>
                <a:lnTo>
                  <a:pt x="146" y="202"/>
                </a:lnTo>
                <a:lnTo>
                  <a:pt x="153" y="193"/>
                </a:lnTo>
                <a:lnTo>
                  <a:pt x="160" y="188"/>
                </a:lnTo>
                <a:lnTo>
                  <a:pt x="169" y="183"/>
                </a:lnTo>
                <a:lnTo>
                  <a:pt x="178" y="180"/>
                </a:lnTo>
                <a:lnTo>
                  <a:pt x="188" y="179"/>
                </a:lnTo>
                <a:lnTo>
                  <a:pt x="188" y="179"/>
                </a:lnTo>
                <a:close/>
                <a:moveTo>
                  <a:pt x="307" y="497"/>
                </a:moveTo>
                <a:lnTo>
                  <a:pt x="307" y="497"/>
                </a:lnTo>
                <a:lnTo>
                  <a:pt x="290" y="496"/>
                </a:lnTo>
                <a:lnTo>
                  <a:pt x="272" y="493"/>
                </a:lnTo>
                <a:lnTo>
                  <a:pt x="256" y="489"/>
                </a:lnTo>
                <a:lnTo>
                  <a:pt x="241" y="484"/>
                </a:lnTo>
                <a:lnTo>
                  <a:pt x="227" y="477"/>
                </a:lnTo>
                <a:lnTo>
                  <a:pt x="213" y="469"/>
                </a:lnTo>
                <a:lnTo>
                  <a:pt x="200" y="458"/>
                </a:lnTo>
                <a:lnTo>
                  <a:pt x="188" y="447"/>
                </a:lnTo>
                <a:lnTo>
                  <a:pt x="177" y="435"/>
                </a:lnTo>
                <a:lnTo>
                  <a:pt x="168" y="423"/>
                </a:lnTo>
                <a:lnTo>
                  <a:pt x="158" y="408"/>
                </a:lnTo>
                <a:lnTo>
                  <a:pt x="151" y="394"/>
                </a:lnTo>
                <a:lnTo>
                  <a:pt x="146" y="379"/>
                </a:lnTo>
                <a:lnTo>
                  <a:pt x="142" y="363"/>
                </a:lnTo>
                <a:lnTo>
                  <a:pt x="139" y="345"/>
                </a:lnTo>
                <a:lnTo>
                  <a:pt x="138" y="328"/>
                </a:lnTo>
                <a:lnTo>
                  <a:pt x="138" y="328"/>
                </a:lnTo>
                <a:lnTo>
                  <a:pt x="139" y="324"/>
                </a:lnTo>
                <a:lnTo>
                  <a:pt x="141" y="321"/>
                </a:lnTo>
                <a:lnTo>
                  <a:pt x="145" y="320"/>
                </a:lnTo>
                <a:lnTo>
                  <a:pt x="147" y="318"/>
                </a:lnTo>
                <a:lnTo>
                  <a:pt x="147" y="318"/>
                </a:lnTo>
                <a:lnTo>
                  <a:pt x="151" y="320"/>
                </a:lnTo>
                <a:lnTo>
                  <a:pt x="155" y="321"/>
                </a:lnTo>
                <a:lnTo>
                  <a:pt x="157" y="324"/>
                </a:lnTo>
                <a:lnTo>
                  <a:pt x="158" y="328"/>
                </a:lnTo>
                <a:lnTo>
                  <a:pt x="158" y="328"/>
                </a:lnTo>
                <a:lnTo>
                  <a:pt x="158" y="344"/>
                </a:lnTo>
                <a:lnTo>
                  <a:pt x="161" y="359"/>
                </a:lnTo>
                <a:lnTo>
                  <a:pt x="165" y="372"/>
                </a:lnTo>
                <a:lnTo>
                  <a:pt x="170" y="386"/>
                </a:lnTo>
                <a:lnTo>
                  <a:pt x="176" y="399"/>
                </a:lnTo>
                <a:lnTo>
                  <a:pt x="184" y="411"/>
                </a:lnTo>
                <a:lnTo>
                  <a:pt x="192" y="423"/>
                </a:lnTo>
                <a:lnTo>
                  <a:pt x="201" y="434"/>
                </a:lnTo>
                <a:lnTo>
                  <a:pt x="212" y="443"/>
                </a:lnTo>
                <a:lnTo>
                  <a:pt x="224" y="451"/>
                </a:lnTo>
                <a:lnTo>
                  <a:pt x="236" y="459"/>
                </a:lnTo>
                <a:lnTo>
                  <a:pt x="250" y="465"/>
                </a:lnTo>
                <a:lnTo>
                  <a:pt x="263" y="470"/>
                </a:lnTo>
                <a:lnTo>
                  <a:pt x="276" y="474"/>
                </a:lnTo>
                <a:lnTo>
                  <a:pt x="291" y="477"/>
                </a:lnTo>
                <a:lnTo>
                  <a:pt x="307" y="477"/>
                </a:lnTo>
                <a:lnTo>
                  <a:pt x="307" y="477"/>
                </a:lnTo>
                <a:lnTo>
                  <a:pt x="322" y="477"/>
                </a:lnTo>
                <a:lnTo>
                  <a:pt x="337" y="474"/>
                </a:lnTo>
                <a:lnTo>
                  <a:pt x="352" y="470"/>
                </a:lnTo>
                <a:lnTo>
                  <a:pt x="365" y="465"/>
                </a:lnTo>
                <a:lnTo>
                  <a:pt x="378" y="459"/>
                </a:lnTo>
                <a:lnTo>
                  <a:pt x="391" y="451"/>
                </a:lnTo>
                <a:lnTo>
                  <a:pt x="401" y="443"/>
                </a:lnTo>
                <a:lnTo>
                  <a:pt x="412" y="434"/>
                </a:lnTo>
                <a:lnTo>
                  <a:pt x="421" y="423"/>
                </a:lnTo>
                <a:lnTo>
                  <a:pt x="431" y="411"/>
                </a:lnTo>
                <a:lnTo>
                  <a:pt x="438" y="399"/>
                </a:lnTo>
                <a:lnTo>
                  <a:pt x="444" y="386"/>
                </a:lnTo>
                <a:lnTo>
                  <a:pt x="450" y="372"/>
                </a:lnTo>
                <a:lnTo>
                  <a:pt x="452" y="359"/>
                </a:lnTo>
                <a:lnTo>
                  <a:pt x="455" y="344"/>
                </a:lnTo>
                <a:lnTo>
                  <a:pt x="456" y="328"/>
                </a:lnTo>
                <a:lnTo>
                  <a:pt x="456" y="328"/>
                </a:lnTo>
                <a:lnTo>
                  <a:pt x="456" y="324"/>
                </a:lnTo>
                <a:lnTo>
                  <a:pt x="459" y="321"/>
                </a:lnTo>
                <a:lnTo>
                  <a:pt x="462" y="320"/>
                </a:lnTo>
                <a:lnTo>
                  <a:pt x="466" y="318"/>
                </a:lnTo>
                <a:lnTo>
                  <a:pt x="466" y="318"/>
                </a:lnTo>
                <a:lnTo>
                  <a:pt x="470" y="320"/>
                </a:lnTo>
                <a:lnTo>
                  <a:pt x="472" y="321"/>
                </a:lnTo>
                <a:lnTo>
                  <a:pt x="475" y="324"/>
                </a:lnTo>
                <a:lnTo>
                  <a:pt x="475" y="328"/>
                </a:lnTo>
                <a:lnTo>
                  <a:pt x="475" y="328"/>
                </a:lnTo>
                <a:lnTo>
                  <a:pt x="475" y="345"/>
                </a:lnTo>
                <a:lnTo>
                  <a:pt x="472" y="363"/>
                </a:lnTo>
                <a:lnTo>
                  <a:pt x="468" y="379"/>
                </a:lnTo>
                <a:lnTo>
                  <a:pt x="463" y="394"/>
                </a:lnTo>
                <a:lnTo>
                  <a:pt x="455" y="408"/>
                </a:lnTo>
                <a:lnTo>
                  <a:pt x="447" y="423"/>
                </a:lnTo>
                <a:lnTo>
                  <a:pt x="438" y="435"/>
                </a:lnTo>
                <a:lnTo>
                  <a:pt x="427" y="447"/>
                </a:lnTo>
                <a:lnTo>
                  <a:pt x="415" y="458"/>
                </a:lnTo>
                <a:lnTo>
                  <a:pt x="401" y="469"/>
                </a:lnTo>
                <a:lnTo>
                  <a:pt x="388" y="477"/>
                </a:lnTo>
                <a:lnTo>
                  <a:pt x="373" y="484"/>
                </a:lnTo>
                <a:lnTo>
                  <a:pt x="357" y="489"/>
                </a:lnTo>
                <a:lnTo>
                  <a:pt x="341" y="493"/>
                </a:lnTo>
                <a:lnTo>
                  <a:pt x="325" y="496"/>
                </a:lnTo>
                <a:lnTo>
                  <a:pt x="307" y="497"/>
                </a:lnTo>
                <a:lnTo>
                  <a:pt x="307" y="497"/>
                </a:lnTo>
                <a:close/>
                <a:moveTo>
                  <a:pt x="466" y="239"/>
                </a:moveTo>
                <a:lnTo>
                  <a:pt x="466" y="239"/>
                </a:lnTo>
                <a:lnTo>
                  <a:pt x="462" y="238"/>
                </a:lnTo>
                <a:lnTo>
                  <a:pt x="459" y="236"/>
                </a:lnTo>
                <a:lnTo>
                  <a:pt x="456" y="232"/>
                </a:lnTo>
                <a:lnTo>
                  <a:pt x="456" y="228"/>
                </a:lnTo>
                <a:lnTo>
                  <a:pt x="456" y="228"/>
                </a:lnTo>
                <a:lnTo>
                  <a:pt x="455" y="223"/>
                </a:lnTo>
                <a:lnTo>
                  <a:pt x="454" y="218"/>
                </a:lnTo>
                <a:lnTo>
                  <a:pt x="451" y="212"/>
                </a:lnTo>
                <a:lnTo>
                  <a:pt x="447" y="208"/>
                </a:lnTo>
                <a:lnTo>
                  <a:pt x="443" y="204"/>
                </a:lnTo>
                <a:lnTo>
                  <a:pt x="438" y="202"/>
                </a:lnTo>
                <a:lnTo>
                  <a:pt x="432" y="200"/>
                </a:lnTo>
                <a:lnTo>
                  <a:pt x="425" y="199"/>
                </a:lnTo>
                <a:lnTo>
                  <a:pt x="425" y="199"/>
                </a:lnTo>
                <a:lnTo>
                  <a:pt x="420" y="200"/>
                </a:lnTo>
                <a:lnTo>
                  <a:pt x="415" y="202"/>
                </a:lnTo>
                <a:lnTo>
                  <a:pt x="409" y="204"/>
                </a:lnTo>
                <a:lnTo>
                  <a:pt x="405" y="208"/>
                </a:lnTo>
                <a:lnTo>
                  <a:pt x="401" y="212"/>
                </a:lnTo>
                <a:lnTo>
                  <a:pt x="399" y="218"/>
                </a:lnTo>
                <a:lnTo>
                  <a:pt x="397" y="223"/>
                </a:lnTo>
                <a:lnTo>
                  <a:pt x="396" y="228"/>
                </a:lnTo>
                <a:lnTo>
                  <a:pt x="396" y="228"/>
                </a:lnTo>
                <a:lnTo>
                  <a:pt x="396" y="232"/>
                </a:lnTo>
                <a:lnTo>
                  <a:pt x="393" y="236"/>
                </a:lnTo>
                <a:lnTo>
                  <a:pt x="391" y="238"/>
                </a:lnTo>
                <a:lnTo>
                  <a:pt x="387" y="239"/>
                </a:lnTo>
                <a:lnTo>
                  <a:pt x="387" y="239"/>
                </a:lnTo>
                <a:lnTo>
                  <a:pt x="382" y="238"/>
                </a:lnTo>
                <a:lnTo>
                  <a:pt x="380" y="236"/>
                </a:lnTo>
                <a:lnTo>
                  <a:pt x="377" y="232"/>
                </a:lnTo>
                <a:lnTo>
                  <a:pt x="377" y="228"/>
                </a:lnTo>
                <a:lnTo>
                  <a:pt x="377" y="228"/>
                </a:lnTo>
                <a:lnTo>
                  <a:pt x="377" y="219"/>
                </a:lnTo>
                <a:lnTo>
                  <a:pt x="380" y="210"/>
                </a:lnTo>
                <a:lnTo>
                  <a:pt x="385" y="202"/>
                </a:lnTo>
                <a:lnTo>
                  <a:pt x="391" y="193"/>
                </a:lnTo>
                <a:lnTo>
                  <a:pt x="399" y="188"/>
                </a:lnTo>
                <a:lnTo>
                  <a:pt x="407" y="183"/>
                </a:lnTo>
                <a:lnTo>
                  <a:pt x="416" y="180"/>
                </a:lnTo>
                <a:lnTo>
                  <a:pt x="425" y="179"/>
                </a:lnTo>
                <a:lnTo>
                  <a:pt x="425" y="179"/>
                </a:lnTo>
                <a:lnTo>
                  <a:pt x="436" y="180"/>
                </a:lnTo>
                <a:lnTo>
                  <a:pt x="446" y="183"/>
                </a:lnTo>
                <a:lnTo>
                  <a:pt x="454" y="188"/>
                </a:lnTo>
                <a:lnTo>
                  <a:pt x="462" y="193"/>
                </a:lnTo>
                <a:lnTo>
                  <a:pt x="467" y="202"/>
                </a:lnTo>
                <a:lnTo>
                  <a:pt x="472" y="210"/>
                </a:lnTo>
                <a:lnTo>
                  <a:pt x="475" y="219"/>
                </a:lnTo>
                <a:lnTo>
                  <a:pt x="475" y="228"/>
                </a:lnTo>
                <a:lnTo>
                  <a:pt x="475" y="228"/>
                </a:lnTo>
                <a:lnTo>
                  <a:pt x="475" y="232"/>
                </a:lnTo>
                <a:lnTo>
                  <a:pt x="472" y="236"/>
                </a:lnTo>
                <a:lnTo>
                  <a:pt x="470" y="238"/>
                </a:lnTo>
                <a:lnTo>
                  <a:pt x="466" y="239"/>
                </a:lnTo>
                <a:lnTo>
                  <a:pt x="466" y="23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9" name="Freeform 274">
            <a:extLst>
              <a:ext uri="{FF2B5EF4-FFF2-40B4-BE49-F238E27FC236}">
                <a16:creationId xmlns:a16="http://schemas.microsoft.com/office/drawing/2014/main" id="{C1343BAD-3017-FAC7-40FF-B5FCE1F2219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56427" y="4783253"/>
            <a:ext cx="118099" cy="118483"/>
          </a:xfrm>
          <a:custGeom>
            <a:avLst/>
            <a:gdLst>
              <a:gd name="T0" fmla="*/ 246 w 615"/>
              <a:gd name="T1" fmla="*/ 7 h 617"/>
              <a:gd name="T2" fmla="*/ 135 w 615"/>
              <a:gd name="T3" fmla="*/ 54 h 617"/>
              <a:gd name="T4" fmla="*/ 52 w 615"/>
              <a:gd name="T5" fmla="*/ 137 h 617"/>
              <a:gd name="T6" fmla="*/ 6 w 615"/>
              <a:gd name="T7" fmla="*/ 246 h 617"/>
              <a:gd name="T8" fmla="*/ 1 w 615"/>
              <a:gd name="T9" fmla="*/ 340 h 617"/>
              <a:gd name="T10" fmla="*/ 37 w 615"/>
              <a:gd name="T11" fmla="*/ 456 h 617"/>
              <a:gd name="T12" fmla="*/ 111 w 615"/>
              <a:gd name="T13" fmla="*/ 546 h 617"/>
              <a:gd name="T14" fmla="*/ 216 w 615"/>
              <a:gd name="T15" fmla="*/ 602 h 617"/>
              <a:gd name="T16" fmla="*/ 307 w 615"/>
              <a:gd name="T17" fmla="*/ 617 h 617"/>
              <a:gd name="T18" fmla="*/ 427 w 615"/>
              <a:gd name="T19" fmla="*/ 593 h 617"/>
              <a:gd name="T20" fmla="*/ 525 w 615"/>
              <a:gd name="T21" fmla="*/ 527 h 617"/>
              <a:gd name="T22" fmla="*/ 591 w 615"/>
              <a:gd name="T23" fmla="*/ 429 h 617"/>
              <a:gd name="T24" fmla="*/ 615 w 615"/>
              <a:gd name="T25" fmla="*/ 309 h 617"/>
              <a:gd name="T26" fmla="*/ 601 w 615"/>
              <a:gd name="T27" fmla="*/ 218 h 617"/>
              <a:gd name="T28" fmla="*/ 545 w 615"/>
              <a:gd name="T29" fmla="*/ 113 h 617"/>
              <a:gd name="T30" fmla="*/ 454 w 615"/>
              <a:gd name="T31" fmla="*/ 38 h 617"/>
              <a:gd name="T32" fmla="*/ 338 w 615"/>
              <a:gd name="T33" fmla="*/ 3 h 617"/>
              <a:gd name="T34" fmla="*/ 99 w 615"/>
              <a:gd name="T35" fmla="*/ 229 h 617"/>
              <a:gd name="T36" fmla="*/ 109 w 615"/>
              <a:gd name="T37" fmla="*/ 219 h 617"/>
              <a:gd name="T38" fmla="*/ 118 w 615"/>
              <a:gd name="T39" fmla="*/ 226 h 617"/>
              <a:gd name="T40" fmla="*/ 125 w 615"/>
              <a:gd name="T41" fmla="*/ 257 h 617"/>
              <a:gd name="T42" fmla="*/ 162 w 615"/>
              <a:gd name="T43" fmla="*/ 295 h 617"/>
              <a:gd name="T44" fmla="*/ 204 w 615"/>
              <a:gd name="T45" fmla="*/ 299 h 617"/>
              <a:gd name="T46" fmla="*/ 248 w 615"/>
              <a:gd name="T47" fmla="*/ 269 h 617"/>
              <a:gd name="T48" fmla="*/ 260 w 615"/>
              <a:gd name="T49" fmla="*/ 229 h 617"/>
              <a:gd name="T50" fmla="*/ 270 w 615"/>
              <a:gd name="T51" fmla="*/ 219 h 617"/>
              <a:gd name="T52" fmla="*/ 279 w 615"/>
              <a:gd name="T53" fmla="*/ 226 h 617"/>
              <a:gd name="T54" fmla="*/ 278 w 615"/>
              <a:gd name="T55" fmla="*/ 248 h 617"/>
              <a:gd name="T56" fmla="*/ 264 w 615"/>
              <a:gd name="T57" fmla="*/ 280 h 617"/>
              <a:gd name="T58" fmla="*/ 240 w 615"/>
              <a:gd name="T59" fmla="*/ 304 h 617"/>
              <a:gd name="T60" fmla="*/ 208 w 615"/>
              <a:gd name="T61" fmla="*/ 319 h 617"/>
              <a:gd name="T62" fmla="*/ 180 w 615"/>
              <a:gd name="T63" fmla="*/ 320 h 617"/>
              <a:gd name="T64" fmla="*/ 146 w 615"/>
              <a:gd name="T65" fmla="*/ 309 h 617"/>
              <a:gd name="T66" fmla="*/ 119 w 615"/>
              <a:gd name="T67" fmla="*/ 286 h 617"/>
              <a:gd name="T68" fmla="*/ 103 w 615"/>
              <a:gd name="T69" fmla="*/ 257 h 617"/>
              <a:gd name="T70" fmla="*/ 99 w 615"/>
              <a:gd name="T71" fmla="*/ 229 h 617"/>
              <a:gd name="T72" fmla="*/ 224 w 615"/>
              <a:gd name="T73" fmla="*/ 457 h 617"/>
              <a:gd name="T74" fmla="*/ 217 w 615"/>
              <a:gd name="T75" fmla="*/ 448 h 617"/>
              <a:gd name="T76" fmla="*/ 228 w 615"/>
              <a:gd name="T77" fmla="*/ 438 h 617"/>
              <a:gd name="T78" fmla="*/ 393 w 615"/>
              <a:gd name="T79" fmla="*/ 441 h 617"/>
              <a:gd name="T80" fmla="*/ 396 w 615"/>
              <a:gd name="T81" fmla="*/ 452 h 617"/>
              <a:gd name="T82" fmla="*/ 387 w 615"/>
              <a:gd name="T83" fmla="*/ 457 h 617"/>
              <a:gd name="T84" fmla="*/ 409 w 615"/>
              <a:gd name="T85" fmla="*/ 319 h 617"/>
              <a:gd name="T86" fmla="*/ 377 w 615"/>
              <a:gd name="T87" fmla="*/ 304 h 617"/>
              <a:gd name="T88" fmla="*/ 353 w 615"/>
              <a:gd name="T89" fmla="*/ 280 h 617"/>
              <a:gd name="T90" fmla="*/ 340 w 615"/>
              <a:gd name="T91" fmla="*/ 248 h 617"/>
              <a:gd name="T92" fmla="*/ 338 w 615"/>
              <a:gd name="T93" fmla="*/ 226 h 617"/>
              <a:gd name="T94" fmla="*/ 348 w 615"/>
              <a:gd name="T95" fmla="*/ 219 h 617"/>
              <a:gd name="T96" fmla="*/ 357 w 615"/>
              <a:gd name="T97" fmla="*/ 229 h 617"/>
              <a:gd name="T98" fmla="*/ 369 w 615"/>
              <a:gd name="T99" fmla="*/ 269 h 617"/>
              <a:gd name="T100" fmla="*/ 413 w 615"/>
              <a:gd name="T101" fmla="*/ 299 h 617"/>
              <a:gd name="T102" fmla="*/ 455 w 615"/>
              <a:gd name="T103" fmla="*/ 295 h 617"/>
              <a:gd name="T104" fmla="*/ 493 w 615"/>
              <a:gd name="T105" fmla="*/ 257 h 617"/>
              <a:gd name="T106" fmla="*/ 499 w 615"/>
              <a:gd name="T107" fmla="*/ 226 h 617"/>
              <a:gd name="T108" fmla="*/ 509 w 615"/>
              <a:gd name="T109" fmla="*/ 219 h 617"/>
              <a:gd name="T110" fmla="*/ 518 w 615"/>
              <a:gd name="T111" fmla="*/ 229 h 617"/>
              <a:gd name="T112" fmla="*/ 514 w 615"/>
              <a:gd name="T113" fmla="*/ 257 h 617"/>
              <a:gd name="T114" fmla="*/ 498 w 615"/>
              <a:gd name="T115" fmla="*/ 286 h 617"/>
              <a:gd name="T116" fmla="*/ 471 w 615"/>
              <a:gd name="T117" fmla="*/ 309 h 617"/>
              <a:gd name="T118" fmla="*/ 438 w 615"/>
              <a:gd name="T119" fmla="*/ 32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6" y="3"/>
                </a:lnTo>
                <a:lnTo>
                  <a:pt x="246" y="7"/>
                </a:lnTo>
                <a:lnTo>
                  <a:pt x="216" y="15"/>
                </a:lnTo>
                <a:lnTo>
                  <a:pt x="188" y="26"/>
                </a:lnTo>
                <a:lnTo>
                  <a:pt x="161" y="38"/>
                </a:lnTo>
                <a:lnTo>
                  <a:pt x="135" y="54"/>
                </a:lnTo>
                <a:lnTo>
                  <a:pt x="111" y="72"/>
                </a:lnTo>
                <a:lnTo>
                  <a:pt x="90" y="92"/>
                </a:lnTo>
                <a:lnTo>
                  <a:pt x="70" y="113"/>
                </a:lnTo>
                <a:lnTo>
                  <a:pt x="52" y="137"/>
                </a:lnTo>
                <a:lnTo>
                  <a:pt x="37" y="162"/>
                </a:lnTo>
                <a:lnTo>
                  <a:pt x="24" y="190"/>
                </a:lnTo>
                <a:lnTo>
                  <a:pt x="13" y="218"/>
                </a:lnTo>
                <a:lnTo>
                  <a:pt x="6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6" y="371"/>
                </a:lnTo>
                <a:lnTo>
                  <a:pt x="13" y="401"/>
                </a:lnTo>
                <a:lnTo>
                  <a:pt x="24" y="429"/>
                </a:lnTo>
                <a:lnTo>
                  <a:pt x="37" y="456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6"/>
                </a:lnTo>
                <a:lnTo>
                  <a:pt x="135" y="564"/>
                </a:lnTo>
                <a:lnTo>
                  <a:pt x="161" y="579"/>
                </a:lnTo>
                <a:lnTo>
                  <a:pt x="188" y="593"/>
                </a:lnTo>
                <a:lnTo>
                  <a:pt x="216" y="602"/>
                </a:lnTo>
                <a:lnTo>
                  <a:pt x="246" y="610"/>
                </a:lnTo>
                <a:lnTo>
                  <a:pt x="276" y="616"/>
                </a:lnTo>
                <a:lnTo>
                  <a:pt x="307" y="617"/>
                </a:lnTo>
                <a:lnTo>
                  <a:pt x="307" y="617"/>
                </a:lnTo>
                <a:lnTo>
                  <a:pt x="338" y="616"/>
                </a:lnTo>
                <a:lnTo>
                  <a:pt x="369" y="610"/>
                </a:lnTo>
                <a:lnTo>
                  <a:pt x="399" y="602"/>
                </a:lnTo>
                <a:lnTo>
                  <a:pt x="427" y="593"/>
                </a:lnTo>
                <a:lnTo>
                  <a:pt x="454" y="579"/>
                </a:lnTo>
                <a:lnTo>
                  <a:pt x="479" y="564"/>
                </a:lnTo>
                <a:lnTo>
                  <a:pt x="503" y="546"/>
                </a:lnTo>
                <a:lnTo>
                  <a:pt x="525" y="527"/>
                </a:lnTo>
                <a:lnTo>
                  <a:pt x="545" y="504"/>
                </a:lnTo>
                <a:lnTo>
                  <a:pt x="563" y="481"/>
                </a:lnTo>
                <a:lnTo>
                  <a:pt x="577" y="456"/>
                </a:lnTo>
                <a:lnTo>
                  <a:pt x="591" y="429"/>
                </a:lnTo>
                <a:lnTo>
                  <a:pt x="601" y="401"/>
                </a:lnTo>
                <a:lnTo>
                  <a:pt x="608" y="371"/>
                </a:lnTo>
                <a:lnTo>
                  <a:pt x="614" y="340"/>
                </a:lnTo>
                <a:lnTo>
                  <a:pt x="615" y="309"/>
                </a:lnTo>
                <a:lnTo>
                  <a:pt x="615" y="309"/>
                </a:lnTo>
                <a:lnTo>
                  <a:pt x="614" y="277"/>
                </a:lnTo>
                <a:lnTo>
                  <a:pt x="608" y="246"/>
                </a:lnTo>
                <a:lnTo>
                  <a:pt x="601" y="218"/>
                </a:lnTo>
                <a:lnTo>
                  <a:pt x="591" y="190"/>
                </a:lnTo>
                <a:lnTo>
                  <a:pt x="577" y="162"/>
                </a:lnTo>
                <a:lnTo>
                  <a:pt x="563" y="137"/>
                </a:lnTo>
                <a:lnTo>
                  <a:pt x="545" y="113"/>
                </a:lnTo>
                <a:lnTo>
                  <a:pt x="525" y="92"/>
                </a:lnTo>
                <a:lnTo>
                  <a:pt x="503" y="72"/>
                </a:lnTo>
                <a:lnTo>
                  <a:pt x="479" y="54"/>
                </a:lnTo>
                <a:lnTo>
                  <a:pt x="454" y="38"/>
                </a:lnTo>
                <a:lnTo>
                  <a:pt x="427" y="26"/>
                </a:lnTo>
                <a:lnTo>
                  <a:pt x="399" y="15"/>
                </a:lnTo>
                <a:lnTo>
                  <a:pt x="369" y="7"/>
                </a:lnTo>
                <a:lnTo>
                  <a:pt x="338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99" y="229"/>
                </a:moveTo>
                <a:lnTo>
                  <a:pt x="99" y="229"/>
                </a:lnTo>
                <a:lnTo>
                  <a:pt x="99" y="226"/>
                </a:lnTo>
                <a:lnTo>
                  <a:pt x="102" y="222"/>
                </a:lnTo>
                <a:lnTo>
                  <a:pt x="105" y="221"/>
                </a:lnTo>
                <a:lnTo>
                  <a:pt x="109" y="219"/>
                </a:lnTo>
                <a:lnTo>
                  <a:pt x="109" y="219"/>
                </a:lnTo>
                <a:lnTo>
                  <a:pt x="113" y="221"/>
                </a:lnTo>
                <a:lnTo>
                  <a:pt x="115" y="222"/>
                </a:lnTo>
                <a:lnTo>
                  <a:pt x="118" y="226"/>
                </a:lnTo>
                <a:lnTo>
                  <a:pt x="119" y="229"/>
                </a:lnTo>
                <a:lnTo>
                  <a:pt x="119" y="229"/>
                </a:lnTo>
                <a:lnTo>
                  <a:pt x="121" y="243"/>
                </a:lnTo>
                <a:lnTo>
                  <a:pt x="125" y="257"/>
                </a:lnTo>
                <a:lnTo>
                  <a:pt x="131" y="269"/>
                </a:lnTo>
                <a:lnTo>
                  <a:pt x="139" y="280"/>
                </a:lnTo>
                <a:lnTo>
                  <a:pt x="150" y="288"/>
                </a:lnTo>
                <a:lnTo>
                  <a:pt x="162" y="295"/>
                </a:lnTo>
                <a:lnTo>
                  <a:pt x="176" y="299"/>
                </a:lnTo>
                <a:lnTo>
                  <a:pt x="189" y="300"/>
                </a:lnTo>
                <a:lnTo>
                  <a:pt x="189" y="300"/>
                </a:lnTo>
                <a:lnTo>
                  <a:pt x="204" y="299"/>
                </a:lnTo>
                <a:lnTo>
                  <a:pt x="217" y="295"/>
                </a:lnTo>
                <a:lnTo>
                  <a:pt x="229" y="288"/>
                </a:lnTo>
                <a:lnTo>
                  <a:pt x="239" y="280"/>
                </a:lnTo>
                <a:lnTo>
                  <a:pt x="248" y="269"/>
                </a:lnTo>
                <a:lnTo>
                  <a:pt x="255" y="257"/>
                </a:lnTo>
                <a:lnTo>
                  <a:pt x="259" y="243"/>
                </a:lnTo>
                <a:lnTo>
                  <a:pt x="260" y="229"/>
                </a:lnTo>
                <a:lnTo>
                  <a:pt x="260" y="229"/>
                </a:lnTo>
                <a:lnTo>
                  <a:pt x="260" y="226"/>
                </a:lnTo>
                <a:lnTo>
                  <a:pt x="263" y="222"/>
                </a:lnTo>
                <a:lnTo>
                  <a:pt x="266" y="221"/>
                </a:lnTo>
                <a:lnTo>
                  <a:pt x="270" y="219"/>
                </a:lnTo>
                <a:lnTo>
                  <a:pt x="270" y="219"/>
                </a:lnTo>
                <a:lnTo>
                  <a:pt x="274" y="221"/>
                </a:lnTo>
                <a:lnTo>
                  <a:pt x="278" y="222"/>
                </a:lnTo>
                <a:lnTo>
                  <a:pt x="279" y="226"/>
                </a:lnTo>
                <a:lnTo>
                  <a:pt x="280" y="229"/>
                </a:lnTo>
                <a:lnTo>
                  <a:pt x="280" y="229"/>
                </a:lnTo>
                <a:lnTo>
                  <a:pt x="279" y="238"/>
                </a:lnTo>
                <a:lnTo>
                  <a:pt x="278" y="248"/>
                </a:lnTo>
                <a:lnTo>
                  <a:pt x="276" y="257"/>
                </a:lnTo>
                <a:lnTo>
                  <a:pt x="272" y="265"/>
                </a:lnTo>
                <a:lnTo>
                  <a:pt x="270" y="273"/>
                </a:lnTo>
                <a:lnTo>
                  <a:pt x="264" y="280"/>
                </a:lnTo>
                <a:lnTo>
                  <a:pt x="259" y="286"/>
                </a:lnTo>
                <a:lnTo>
                  <a:pt x="254" y="293"/>
                </a:lnTo>
                <a:lnTo>
                  <a:pt x="247" y="300"/>
                </a:lnTo>
                <a:lnTo>
                  <a:pt x="240" y="304"/>
                </a:lnTo>
                <a:lnTo>
                  <a:pt x="232" y="309"/>
                </a:lnTo>
                <a:lnTo>
                  <a:pt x="224" y="313"/>
                </a:lnTo>
                <a:lnTo>
                  <a:pt x="216" y="316"/>
                </a:lnTo>
                <a:lnTo>
                  <a:pt x="208" y="319"/>
                </a:lnTo>
                <a:lnTo>
                  <a:pt x="199" y="320"/>
                </a:lnTo>
                <a:lnTo>
                  <a:pt x="189" y="320"/>
                </a:lnTo>
                <a:lnTo>
                  <a:pt x="189" y="320"/>
                </a:lnTo>
                <a:lnTo>
                  <a:pt x="180" y="320"/>
                </a:lnTo>
                <a:lnTo>
                  <a:pt x="172" y="319"/>
                </a:lnTo>
                <a:lnTo>
                  <a:pt x="162" y="316"/>
                </a:lnTo>
                <a:lnTo>
                  <a:pt x="154" y="313"/>
                </a:lnTo>
                <a:lnTo>
                  <a:pt x="146" y="309"/>
                </a:lnTo>
                <a:lnTo>
                  <a:pt x="139" y="304"/>
                </a:lnTo>
                <a:lnTo>
                  <a:pt x="131" y="300"/>
                </a:lnTo>
                <a:lnTo>
                  <a:pt x="126" y="293"/>
                </a:lnTo>
                <a:lnTo>
                  <a:pt x="119" y="286"/>
                </a:lnTo>
                <a:lnTo>
                  <a:pt x="114" y="280"/>
                </a:lnTo>
                <a:lnTo>
                  <a:pt x="110" y="273"/>
                </a:lnTo>
                <a:lnTo>
                  <a:pt x="106" y="265"/>
                </a:lnTo>
                <a:lnTo>
                  <a:pt x="103" y="257"/>
                </a:lnTo>
                <a:lnTo>
                  <a:pt x="100" y="248"/>
                </a:lnTo>
                <a:lnTo>
                  <a:pt x="99" y="238"/>
                </a:lnTo>
                <a:lnTo>
                  <a:pt x="99" y="229"/>
                </a:lnTo>
                <a:lnTo>
                  <a:pt x="99" y="229"/>
                </a:lnTo>
                <a:close/>
                <a:moveTo>
                  <a:pt x="387" y="457"/>
                </a:moveTo>
                <a:lnTo>
                  <a:pt x="228" y="457"/>
                </a:lnTo>
                <a:lnTo>
                  <a:pt x="228" y="457"/>
                </a:lnTo>
                <a:lnTo>
                  <a:pt x="224" y="457"/>
                </a:lnTo>
                <a:lnTo>
                  <a:pt x="221" y="454"/>
                </a:lnTo>
                <a:lnTo>
                  <a:pt x="219" y="452"/>
                </a:lnTo>
                <a:lnTo>
                  <a:pt x="217" y="448"/>
                </a:lnTo>
                <a:lnTo>
                  <a:pt x="217" y="448"/>
                </a:lnTo>
                <a:lnTo>
                  <a:pt x="219" y="444"/>
                </a:lnTo>
                <a:lnTo>
                  <a:pt x="221" y="441"/>
                </a:lnTo>
                <a:lnTo>
                  <a:pt x="224" y="438"/>
                </a:lnTo>
                <a:lnTo>
                  <a:pt x="228" y="438"/>
                </a:lnTo>
                <a:lnTo>
                  <a:pt x="387" y="438"/>
                </a:lnTo>
                <a:lnTo>
                  <a:pt x="387" y="438"/>
                </a:lnTo>
                <a:lnTo>
                  <a:pt x="391" y="438"/>
                </a:lnTo>
                <a:lnTo>
                  <a:pt x="393" y="441"/>
                </a:lnTo>
                <a:lnTo>
                  <a:pt x="396" y="444"/>
                </a:lnTo>
                <a:lnTo>
                  <a:pt x="397" y="448"/>
                </a:lnTo>
                <a:lnTo>
                  <a:pt x="397" y="448"/>
                </a:lnTo>
                <a:lnTo>
                  <a:pt x="396" y="452"/>
                </a:lnTo>
                <a:lnTo>
                  <a:pt x="393" y="454"/>
                </a:lnTo>
                <a:lnTo>
                  <a:pt x="391" y="457"/>
                </a:lnTo>
                <a:lnTo>
                  <a:pt x="387" y="457"/>
                </a:lnTo>
                <a:lnTo>
                  <a:pt x="387" y="457"/>
                </a:lnTo>
                <a:close/>
                <a:moveTo>
                  <a:pt x="428" y="320"/>
                </a:moveTo>
                <a:lnTo>
                  <a:pt x="428" y="320"/>
                </a:lnTo>
                <a:lnTo>
                  <a:pt x="419" y="320"/>
                </a:lnTo>
                <a:lnTo>
                  <a:pt x="409" y="319"/>
                </a:lnTo>
                <a:lnTo>
                  <a:pt x="401" y="316"/>
                </a:lnTo>
                <a:lnTo>
                  <a:pt x="392" y="313"/>
                </a:lnTo>
                <a:lnTo>
                  <a:pt x="385" y="309"/>
                </a:lnTo>
                <a:lnTo>
                  <a:pt x="377" y="304"/>
                </a:lnTo>
                <a:lnTo>
                  <a:pt x="370" y="300"/>
                </a:lnTo>
                <a:lnTo>
                  <a:pt x="364" y="293"/>
                </a:lnTo>
                <a:lnTo>
                  <a:pt x="358" y="286"/>
                </a:lnTo>
                <a:lnTo>
                  <a:pt x="353" y="280"/>
                </a:lnTo>
                <a:lnTo>
                  <a:pt x="348" y="273"/>
                </a:lnTo>
                <a:lnTo>
                  <a:pt x="344" y="265"/>
                </a:lnTo>
                <a:lnTo>
                  <a:pt x="341" y="257"/>
                </a:lnTo>
                <a:lnTo>
                  <a:pt x="340" y="248"/>
                </a:lnTo>
                <a:lnTo>
                  <a:pt x="338" y="238"/>
                </a:lnTo>
                <a:lnTo>
                  <a:pt x="337" y="229"/>
                </a:lnTo>
                <a:lnTo>
                  <a:pt x="337" y="229"/>
                </a:lnTo>
                <a:lnTo>
                  <a:pt x="338" y="226"/>
                </a:lnTo>
                <a:lnTo>
                  <a:pt x="340" y="222"/>
                </a:lnTo>
                <a:lnTo>
                  <a:pt x="344" y="221"/>
                </a:lnTo>
                <a:lnTo>
                  <a:pt x="348" y="219"/>
                </a:lnTo>
                <a:lnTo>
                  <a:pt x="348" y="219"/>
                </a:lnTo>
                <a:lnTo>
                  <a:pt x="350" y="221"/>
                </a:lnTo>
                <a:lnTo>
                  <a:pt x="354" y="222"/>
                </a:lnTo>
                <a:lnTo>
                  <a:pt x="356" y="226"/>
                </a:lnTo>
                <a:lnTo>
                  <a:pt x="357" y="229"/>
                </a:lnTo>
                <a:lnTo>
                  <a:pt x="357" y="229"/>
                </a:lnTo>
                <a:lnTo>
                  <a:pt x="358" y="243"/>
                </a:lnTo>
                <a:lnTo>
                  <a:pt x="362" y="257"/>
                </a:lnTo>
                <a:lnTo>
                  <a:pt x="369" y="269"/>
                </a:lnTo>
                <a:lnTo>
                  <a:pt x="377" y="280"/>
                </a:lnTo>
                <a:lnTo>
                  <a:pt x="388" y="288"/>
                </a:lnTo>
                <a:lnTo>
                  <a:pt x="400" y="295"/>
                </a:lnTo>
                <a:lnTo>
                  <a:pt x="413" y="299"/>
                </a:lnTo>
                <a:lnTo>
                  <a:pt x="428" y="300"/>
                </a:lnTo>
                <a:lnTo>
                  <a:pt x="428" y="300"/>
                </a:lnTo>
                <a:lnTo>
                  <a:pt x="442" y="299"/>
                </a:lnTo>
                <a:lnTo>
                  <a:pt x="455" y="295"/>
                </a:lnTo>
                <a:lnTo>
                  <a:pt x="467" y="288"/>
                </a:lnTo>
                <a:lnTo>
                  <a:pt x="478" y="280"/>
                </a:lnTo>
                <a:lnTo>
                  <a:pt x="486" y="269"/>
                </a:lnTo>
                <a:lnTo>
                  <a:pt x="493" y="257"/>
                </a:lnTo>
                <a:lnTo>
                  <a:pt x="497" y="243"/>
                </a:lnTo>
                <a:lnTo>
                  <a:pt x="498" y="229"/>
                </a:lnTo>
                <a:lnTo>
                  <a:pt x="498" y="229"/>
                </a:lnTo>
                <a:lnTo>
                  <a:pt x="499" y="226"/>
                </a:lnTo>
                <a:lnTo>
                  <a:pt x="501" y="222"/>
                </a:lnTo>
                <a:lnTo>
                  <a:pt x="505" y="221"/>
                </a:lnTo>
                <a:lnTo>
                  <a:pt x="509" y="219"/>
                </a:lnTo>
                <a:lnTo>
                  <a:pt x="509" y="219"/>
                </a:lnTo>
                <a:lnTo>
                  <a:pt x="513" y="221"/>
                </a:lnTo>
                <a:lnTo>
                  <a:pt x="516" y="222"/>
                </a:lnTo>
                <a:lnTo>
                  <a:pt x="517" y="226"/>
                </a:lnTo>
                <a:lnTo>
                  <a:pt x="518" y="229"/>
                </a:lnTo>
                <a:lnTo>
                  <a:pt x="518" y="229"/>
                </a:lnTo>
                <a:lnTo>
                  <a:pt x="518" y="238"/>
                </a:lnTo>
                <a:lnTo>
                  <a:pt x="517" y="248"/>
                </a:lnTo>
                <a:lnTo>
                  <a:pt x="514" y="257"/>
                </a:lnTo>
                <a:lnTo>
                  <a:pt x="511" y="265"/>
                </a:lnTo>
                <a:lnTo>
                  <a:pt x="507" y="273"/>
                </a:lnTo>
                <a:lnTo>
                  <a:pt x="503" y="280"/>
                </a:lnTo>
                <a:lnTo>
                  <a:pt x="498" y="286"/>
                </a:lnTo>
                <a:lnTo>
                  <a:pt x="491" y="293"/>
                </a:lnTo>
                <a:lnTo>
                  <a:pt x="486" y="300"/>
                </a:lnTo>
                <a:lnTo>
                  <a:pt x="478" y="304"/>
                </a:lnTo>
                <a:lnTo>
                  <a:pt x="471" y="309"/>
                </a:lnTo>
                <a:lnTo>
                  <a:pt x="463" y="313"/>
                </a:lnTo>
                <a:lnTo>
                  <a:pt x="455" y="316"/>
                </a:lnTo>
                <a:lnTo>
                  <a:pt x="446" y="319"/>
                </a:lnTo>
                <a:lnTo>
                  <a:pt x="438" y="320"/>
                </a:lnTo>
                <a:lnTo>
                  <a:pt x="428" y="320"/>
                </a:lnTo>
                <a:lnTo>
                  <a:pt x="428" y="32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40" name="Freeform 275">
            <a:extLst>
              <a:ext uri="{FF2B5EF4-FFF2-40B4-BE49-F238E27FC236}">
                <a16:creationId xmlns:a16="http://schemas.microsoft.com/office/drawing/2014/main" id="{4FC4040B-AE9B-871F-B42C-0EA4A8FCEA4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56427" y="5789418"/>
            <a:ext cx="118099" cy="118483"/>
          </a:xfrm>
          <a:custGeom>
            <a:avLst/>
            <a:gdLst>
              <a:gd name="T0" fmla="*/ 246 w 615"/>
              <a:gd name="T1" fmla="*/ 7 h 617"/>
              <a:gd name="T2" fmla="*/ 135 w 615"/>
              <a:gd name="T3" fmla="*/ 54 h 617"/>
              <a:gd name="T4" fmla="*/ 52 w 615"/>
              <a:gd name="T5" fmla="*/ 137 h 617"/>
              <a:gd name="T6" fmla="*/ 7 w 615"/>
              <a:gd name="T7" fmla="*/ 246 h 617"/>
              <a:gd name="T8" fmla="*/ 1 w 615"/>
              <a:gd name="T9" fmla="*/ 340 h 617"/>
              <a:gd name="T10" fmla="*/ 37 w 615"/>
              <a:gd name="T11" fmla="*/ 455 h 617"/>
              <a:gd name="T12" fmla="*/ 111 w 615"/>
              <a:gd name="T13" fmla="*/ 545 h 617"/>
              <a:gd name="T14" fmla="*/ 216 w 615"/>
              <a:gd name="T15" fmla="*/ 602 h 617"/>
              <a:gd name="T16" fmla="*/ 307 w 615"/>
              <a:gd name="T17" fmla="*/ 617 h 617"/>
              <a:gd name="T18" fmla="*/ 427 w 615"/>
              <a:gd name="T19" fmla="*/ 592 h 617"/>
              <a:gd name="T20" fmla="*/ 525 w 615"/>
              <a:gd name="T21" fmla="*/ 527 h 617"/>
              <a:gd name="T22" fmla="*/ 591 w 615"/>
              <a:gd name="T23" fmla="*/ 428 h 617"/>
              <a:gd name="T24" fmla="*/ 615 w 615"/>
              <a:gd name="T25" fmla="*/ 309 h 617"/>
              <a:gd name="T26" fmla="*/ 602 w 615"/>
              <a:gd name="T27" fmla="*/ 216 h 617"/>
              <a:gd name="T28" fmla="*/ 545 w 615"/>
              <a:gd name="T29" fmla="*/ 113 h 617"/>
              <a:gd name="T30" fmla="*/ 454 w 615"/>
              <a:gd name="T31" fmla="*/ 38 h 617"/>
              <a:gd name="T32" fmla="*/ 340 w 615"/>
              <a:gd name="T33" fmla="*/ 3 h 617"/>
              <a:gd name="T34" fmla="*/ 150 w 615"/>
              <a:gd name="T35" fmla="*/ 204 h 617"/>
              <a:gd name="T36" fmla="*/ 164 w 615"/>
              <a:gd name="T37" fmla="*/ 200 h 617"/>
              <a:gd name="T38" fmla="*/ 258 w 615"/>
              <a:gd name="T39" fmla="*/ 257 h 617"/>
              <a:gd name="T40" fmla="*/ 252 w 615"/>
              <a:gd name="T41" fmla="*/ 267 h 617"/>
              <a:gd name="T42" fmla="*/ 154 w 615"/>
              <a:gd name="T43" fmla="*/ 218 h 617"/>
              <a:gd name="T44" fmla="*/ 149 w 615"/>
              <a:gd name="T45" fmla="*/ 208 h 617"/>
              <a:gd name="T46" fmla="*/ 407 w 615"/>
              <a:gd name="T47" fmla="*/ 477 h 617"/>
              <a:gd name="T48" fmla="*/ 397 w 615"/>
              <a:gd name="T49" fmla="*/ 467 h 617"/>
              <a:gd name="T50" fmla="*/ 393 w 615"/>
              <a:gd name="T51" fmla="*/ 441 h 617"/>
              <a:gd name="T52" fmla="*/ 376 w 615"/>
              <a:gd name="T53" fmla="*/ 411 h 617"/>
              <a:gd name="T54" fmla="*/ 350 w 615"/>
              <a:gd name="T55" fmla="*/ 388 h 617"/>
              <a:gd name="T56" fmla="*/ 317 w 615"/>
              <a:gd name="T57" fmla="*/ 379 h 617"/>
              <a:gd name="T58" fmla="*/ 290 w 615"/>
              <a:gd name="T59" fmla="*/ 380 h 617"/>
              <a:gd name="T60" fmla="*/ 258 w 615"/>
              <a:gd name="T61" fmla="*/ 394 h 617"/>
              <a:gd name="T62" fmla="*/ 234 w 615"/>
              <a:gd name="T63" fmla="*/ 418 h 617"/>
              <a:gd name="T64" fmla="*/ 220 w 615"/>
              <a:gd name="T65" fmla="*/ 449 h 617"/>
              <a:gd name="T66" fmla="*/ 217 w 615"/>
              <a:gd name="T67" fmla="*/ 471 h 617"/>
              <a:gd name="T68" fmla="*/ 208 w 615"/>
              <a:gd name="T69" fmla="*/ 477 h 617"/>
              <a:gd name="T70" fmla="*/ 199 w 615"/>
              <a:gd name="T71" fmla="*/ 467 h 617"/>
              <a:gd name="T72" fmla="*/ 203 w 615"/>
              <a:gd name="T73" fmla="*/ 435 h 617"/>
              <a:gd name="T74" fmla="*/ 223 w 615"/>
              <a:gd name="T75" fmla="*/ 398 h 617"/>
              <a:gd name="T76" fmla="*/ 255 w 615"/>
              <a:gd name="T77" fmla="*/ 371 h 617"/>
              <a:gd name="T78" fmla="*/ 297 w 615"/>
              <a:gd name="T79" fmla="*/ 359 h 617"/>
              <a:gd name="T80" fmla="*/ 329 w 615"/>
              <a:gd name="T81" fmla="*/ 360 h 617"/>
              <a:gd name="T82" fmla="*/ 369 w 615"/>
              <a:gd name="T83" fmla="*/ 376 h 617"/>
              <a:gd name="T84" fmla="*/ 399 w 615"/>
              <a:gd name="T85" fmla="*/ 406 h 617"/>
              <a:gd name="T86" fmla="*/ 415 w 615"/>
              <a:gd name="T87" fmla="*/ 445 h 617"/>
              <a:gd name="T88" fmla="*/ 416 w 615"/>
              <a:gd name="T89" fmla="*/ 471 h 617"/>
              <a:gd name="T90" fmla="*/ 407 w 615"/>
              <a:gd name="T91" fmla="*/ 477 h 617"/>
              <a:gd name="T92" fmla="*/ 366 w 615"/>
              <a:gd name="T93" fmla="*/ 269 h 617"/>
              <a:gd name="T94" fmla="*/ 358 w 615"/>
              <a:gd name="T95" fmla="*/ 263 h 617"/>
              <a:gd name="T96" fmla="*/ 362 w 615"/>
              <a:gd name="T97" fmla="*/ 250 h 617"/>
              <a:gd name="T98" fmla="*/ 459 w 615"/>
              <a:gd name="T99" fmla="*/ 200 h 617"/>
              <a:gd name="T100" fmla="*/ 466 w 615"/>
              <a:gd name="T101" fmla="*/ 208 h 617"/>
              <a:gd name="T102" fmla="*/ 462 w 615"/>
              <a:gd name="T103" fmla="*/ 218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7" y="3"/>
                </a:lnTo>
                <a:lnTo>
                  <a:pt x="246" y="7"/>
                </a:lnTo>
                <a:lnTo>
                  <a:pt x="216" y="15"/>
                </a:lnTo>
                <a:lnTo>
                  <a:pt x="188" y="24"/>
                </a:lnTo>
                <a:lnTo>
                  <a:pt x="161" y="38"/>
                </a:lnTo>
                <a:lnTo>
                  <a:pt x="135" y="54"/>
                </a:lnTo>
                <a:lnTo>
                  <a:pt x="111" y="71"/>
                </a:lnTo>
                <a:lnTo>
                  <a:pt x="90" y="91"/>
                </a:lnTo>
                <a:lnTo>
                  <a:pt x="70" y="113"/>
                </a:lnTo>
                <a:lnTo>
                  <a:pt x="52" y="137"/>
                </a:lnTo>
                <a:lnTo>
                  <a:pt x="37" y="161"/>
                </a:lnTo>
                <a:lnTo>
                  <a:pt x="24" y="188"/>
                </a:lnTo>
                <a:lnTo>
                  <a:pt x="13" y="216"/>
                </a:lnTo>
                <a:lnTo>
                  <a:pt x="7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7" y="371"/>
                </a:lnTo>
                <a:lnTo>
                  <a:pt x="13" y="400"/>
                </a:lnTo>
                <a:lnTo>
                  <a:pt x="24" y="428"/>
                </a:lnTo>
                <a:lnTo>
                  <a:pt x="37" y="455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5"/>
                </a:lnTo>
                <a:lnTo>
                  <a:pt x="135" y="564"/>
                </a:lnTo>
                <a:lnTo>
                  <a:pt x="161" y="579"/>
                </a:lnTo>
                <a:lnTo>
                  <a:pt x="188" y="592"/>
                </a:lnTo>
                <a:lnTo>
                  <a:pt x="216" y="602"/>
                </a:lnTo>
                <a:lnTo>
                  <a:pt x="246" y="610"/>
                </a:lnTo>
                <a:lnTo>
                  <a:pt x="277" y="615"/>
                </a:lnTo>
                <a:lnTo>
                  <a:pt x="307" y="617"/>
                </a:lnTo>
                <a:lnTo>
                  <a:pt x="307" y="617"/>
                </a:lnTo>
                <a:lnTo>
                  <a:pt x="340" y="615"/>
                </a:lnTo>
                <a:lnTo>
                  <a:pt x="369" y="610"/>
                </a:lnTo>
                <a:lnTo>
                  <a:pt x="399" y="602"/>
                </a:lnTo>
                <a:lnTo>
                  <a:pt x="427" y="592"/>
                </a:lnTo>
                <a:lnTo>
                  <a:pt x="454" y="579"/>
                </a:lnTo>
                <a:lnTo>
                  <a:pt x="479" y="564"/>
                </a:lnTo>
                <a:lnTo>
                  <a:pt x="503" y="545"/>
                </a:lnTo>
                <a:lnTo>
                  <a:pt x="525" y="527"/>
                </a:lnTo>
                <a:lnTo>
                  <a:pt x="545" y="504"/>
                </a:lnTo>
                <a:lnTo>
                  <a:pt x="563" y="481"/>
                </a:lnTo>
                <a:lnTo>
                  <a:pt x="579" y="455"/>
                </a:lnTo>
                <a:lnTo>
                  <a:pt x="591" y="428"/>
                </a:lnTo>
                <a:lnTo>
                  <a:pt x="602" y="400"/>
                </a:lnTo>
                <a:lnTo>
                  <a:pt x="610" y="371"/>
                </a:lnTo>
                <a:lnTo>
                  <a:pt x="614" y="340"/>
                </a:lnTo>
                <a:lnTo>
                  <a:pt x="615" y="309"/>
                </a:lnTo>
                <a:lnTo>
                  <a:pt x="615" y="309"/>
                </a:lnTo>
                <a:lnTo>
                  <a:pt x="614" y="277"/>
                </a:lnTo>
                <a:lnTo>
                  <a:pt x="610" y="246"/>
                </a:lnTo>
                <a:lnTo>
                  <a:pt x="602" y="216"/>
                </a:lnTo>
                <a:lnTo>
                  <a:pt x="591" y="188"/>
                </a:lnTo>
                <a:lnTo>
                  <a:pt x="579" y="161"/>
                </a:lnTo>
                <a:lnTo>
                  <a:pt x="563" y="137"/>
                </a:lnTo>
                <a:lnTo>
                  <a:pt x="545" y="113"/>
                </a:lnTo>
                <a:lnTo>
                  <a:pt x="525" y="91"/>
                </a:lnTo>
                <a:lnTo>
                  <a:pt x="503" y="71"/>
                </a:lnTo>
                <a:lnTo>
                  <a:pt x="479" y="54"/>
                </a:lnTo>
                <a:lnTo>
                  <a:pt x="454" y="38"/>
                </a:lnTo>
                <a:lnTo>
                  <a:pt x="427" y="24"/>
                </a:lnTo>
                <a:lnTo>
                  <a:pt x="399" y="15"/>
                </a:lnTo>
                <a:lnTo>
                  <a:pt x="369" y="7"/>
                </a:lnTo>
                <a:lnTo>
                  <a:pt x="340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150" y="204"/>
                </a:moveTo>
                <a:lnTo>
                  <a:pt x="150" y="204"/>
                </a:lnTo>
                <a:lnTo>
                  <a:pt x="153" y="202"/>
                </a:lnTo>
                <a:lnTo>
                  <a:pt x="156" y="200"/>
                </a:lnTo>
                <a:lnTo>
                  <a:pt x="160" y="199"/>
                </a:lnTo>
                <a:lnTo>
                  <a:pt x="164" y="200"/>
                </a:lnTo>
                <a:lnTo>
                  <a:pt x="252" y="250"/>
                </a:lnTo>
                <a:lnTo>
                  <a:pt x="252" y="250"/>
                </a:lnTo>
                <a:lnTo>
                  <a:pt x="256" y="253"/>
                </a:lnTo>
                <a:lnTo>
                  <a:pt x="258" y="257"/>
                </a:lnTo>
                <a:lnTo>
                  <a:pt x="258" y="259"/>
                </a:lnTo>
                <a:lnTo>
                  <a:pt x="256" y="263"/>
                </a:lnTo>
                <a:lnTo>
                  <a:pt x="256" y="263"/>
                </a:lnTo>
                <a:lnTo>
                  <a:pt x="252" y="267"/>
                </a:lnTo>
                <a:lnTo>
                  <a:pt x="248" y="269"/>
                </a:lnTo>
                <a:lnTo>
                  <a:pt x="248" y="269"/>
                </a:lnTo>
                <a:lnTo>
                  <a:pt x="243" y="267"/>
                </a:lnTo>
                <a:lnTo>
                  <a:pt x="154" y="218"/>
                </a:lnTo>
                <a:lnTo>
                  <a:pt x="154" y="218"/>
                </a:lnTo>
                <a:lnTo>
                  <a:pt x="150" y="215"/>
                </a:lnTo>
                <a:lnTo>
                  <a:pt x="149" y="212"/>
                </a:lnTo>
                <a:lnTo>
                  <a:pt x="149" y="208"/>
                </a:lnTo>
                <a:lnTo>
                  <a:pt x="150" y="204"/>
                </a:lnTo>
                <a:lnTo>
                  <a:pt x="150" y="204"/>
                </a:lnTo>
                <a:close/>
                <a:moveTo>
                  <a:pt x="407" y="477"/>
                </a:moveTo>
                <a:lnTo>
                  <a:pt x="407" y="477"/>
                </a:lnTo>
                <a:lnTo>
                  <a:pt x="403" y="477"/>
                </a:lnTo>
                <a:lnTo>
                  <a:pt x="400" y="474"/>
                </a:lnTo>
                <a:lnTo>
                  <a:pt x="397" y="471"/>
                </a:lnTo>
                <a:lnTo>
                  <a:pt x="397" y="467"/>
                </a:lnTo>
                <a:lnTo>
                  <a:pt x="397" y="467"/>
                </a:lnTo>
                <a:lnTo>
                  <a:pt x="396" y="458"/>
                </a:lnTo>
                <a:lnTo>
                  <a:pt x="395" y="449"/>
                </a:lnTo>
                <a:lnTo>
                  <a:pt x="393" y="441"/>
                </a:lnTo>
                <a:lnTo>
                  <a:pt x="389" y="433"/>
                </a:lnTo>
                <a:lnTo>
                  <a:pt x="387" y="424"/>
                </a:lnTo>
                <a:lnTo>
                  <a:pt x="381" y="418"/>
                </a:lnTo>
                <a:lnTo>
                  <a:pt x="376" y="411"/>
                </a:lnTo>
                <a:lnTo>
                  <a:pt x="371" y="404"/>
                </a:lnTo>
                <a:lnTo>
                  <a:pt x="364" y="399"/>
                </a:lnTo>
                <a:lnTo>
                  <a:pt x="357" y="394"/>
                </a:lnTo>
                <a:lnTo>
                  <a:pt x="350" y="388"/>
                </a:lnTo>
                <a:lnTo>
                  <a:pt x="342" y="386"/>
                </a:lnTo>
                <a:lnTo>
                  <a:pt x="334" y="381"/>
                </a:lnTo>
                <a:lnTo>
                  <a:pt x="325" y="380"/>
                </a:lnTo>
                <a:lnTo>
                  <a:pt x="317" y="379"/>
                </a:lnTo>
                <a:lnTo>
                  <a:pt x="307" y="377"/>
                </a:lnTo>
                <a:lnTo>
                  <a:pt x="307" y="377"/>
                </a:lnTo>
                <a:lnTo>
                  <a:pt x="298" y="379"/>
                </a:lnTo>
                <a:lnTo>
                  <a:pt x="290" y="380"/>
                </a:lnTo>
                <a:lnTo>
                  <a:pt x="281" y="381"/>
                </a:lnTo>
                <a:lnTo>
                  <a:pt x="272" y="386"/>
                </a:lnTo>
                <a:lnTo>
                  <a:pt x="264" y="388"/>
                </a:lnTo>
                <a:lnTo>
                  <a:pt x="258" y="394"/>
                </a:lnTo>
                <a:lnTo>
                  <a:pt x="251" y="399"/>
                </a:lnTo>
                <a:lnTo>
                  <a:pt x="244" y="404"/>
                </a:lnTo>
                <a:lnTo>
                  <a:pt x="239" y="411"/>
                </a:lnTo>
                <a:lnTo>
                  <a:pt x="234" y="418"/>
                </a:lnTo>
                <a:lnTo>
                  <a:pt x="230" y="424"/>
                </a:lnTo>
                <a:lnTo>
                  <a:pt x="225" y="433"/>
                </a:lnTo>
                <a:lnTo>
                  <a:pt x="223" y="441"/>
                </a:lnTo>
                <a:lnTo>
                  <a:pt x="220" y="449"/>
                </a:lnTo>
                <a:lnTo>
                  <a:pt x="219" y="458"/>
                </a:lnTo>
                <a:lnTo>
                  <a:pt x="219" y="467"/>
                </a:lnTo>
                <a:lnTo>
                  <a:pt x="219" y="467"/>
                </a:lnTo>
                <a:lnTo>
                  <a:pt x="217" y="471"/>
                </a:lnTo>
                <a:lnTo>
                  <a:pt x="215" y="474"/>
                </a:lnTo>
                <a:lnTo>
                  <a:pt x="212" y="477"/>
                </a:lnTo>
                <a:lnTo>
                  <a:pt x="208" y="477"/>
                </a:lnTo>
                <a:lnTo>
                  <a:pt x="208" y="477"/>
                </a:lnTo>
                <a:lnTo>
                  <a:pt x="204" y="477"/>
                </a:lnTo>
                <a:lnTo>
                  <a:pt x="201" y="474"/>
                </a:lnTo>
                <a:lnTo>
                  <a:pt x="199" y="471"/>
                </a:lnTo>
                <a:lnTo>
                  <a:pt x="199" y="467"/>
                </a:lnTo>
                <a:lnTo>
                  <a:pt x="199" y="467"/>
                </a:lnTo>
                <a:lnTo>
                  <a:pt x="199" y="457"/>
                </a:lnTo>
                <a:lnTo>
                  <a:pt x="200" y="445"/>
                </a:lnTo>
                <a:lnTo>
                  <a:pt x="203" y="435"/>
                </a:lnTo>
                <a:lnTo>
                  <a:pt x="207" y="424"/>
                </a:lnTo>
                <a:lnTo>
                  <a:pt x="212" y="415"/>
                </a:lnTo>
                <a:lnTo>
                  <a:pt x="217" y="406"/>
                </a:lnTo>
                <a:lnTo>
                  <a:pt x="223" y="398"/>
                </a:lnTo>
                <a:lnTo>
                  <a:pt x="231" y="390"/>
                </a:lnTo>
                <a:lnTo>
                  <a:pt x="238" y="383"/>
                </a:lnTo>
                <a:lnTo>
                  <a:pt x="247" y="376"/>
                </a:lnTo>
                <a:lnTo>
                  <a:pt x="255" y="371"/>
                </a:lnTo>
                <a:lnTo>
                  <a:pt x="264" y="367"/>
                </a:lnTo>
                <a:lnTo>
                  <a:pt x="275" y="363"/>
                </a:lnTo>
                <a:lnTo>
                  <a:pt x="286" y="360"/>
                </a:lnTo>
                <a:lnTo>
                  <a:pt x="297" y="359"/>
                </a:lnTo>
                <a:lnTo>
                  <a:pt x="307" y="359"/>
                </a:lnTo>
                <a:lnTo>
                  <a:pt x="307" y="359"/>
                </a:lnTo>
                <a:lnTo>
                  <a:pt x="318" y="359"/>
                </a:lnTo>
                <a:lnTo>
                  <a:pt x="329" y="360"/>
                </a:lnTo>
                <a:lnTo>
                  <a:pt x="340" y="363"/>
                </a:lnTo>
                <a:lnTo>
                  <a:pt x="350" y="367"/>
                </a:lnTo>
                <a:lnTo>
                  <a:pt x="360" y="371"/>
                </a:lnTo>
                <a:lnTo>
                  <a:pt x="369" y="376"/>
                </a:lnTo>
                <a:lnTo>
                  <a:pt x="377" y="383"/>
                </a:lnTo>
                <a:lnTo>
                  <a:pt x="385" y="390"/>
                </a:lnTo>
                <a:lnTo>
                  <a:pt x="392" y="398"/>
                </a:lnTo>
                <a:lnTo>
                  <a:pt x="399" y="406"/>
                </a:lnTo>
                <a:lnTo>
                  <a:pt x="404" y="415"/>
                </a:lnTo>
                <a:lnTo>
                  <a:pt x="408" y="424"/>
                </a:lnTo>
                <a:lnTo>
                  <a:pt x="412" y="435"/>
                </a:lnTo>
                <a:lnTo>
                  <a:pt x="415" y="445"/>
                </a:lnTo>
                <a:lnTo>
                  <a:pt x="416" y="457"/>
                </a:lnTo>
                <a:lnTo>
                  <a:pt x="416" y="467"/>
                </a:lnTo>
                <a:lnTo>
                  <a:pt x="416" y="467"/>
                </a:lnTo>
                <a:lnTo>
                  <a:pt x="416" y="471"/>
                </a:lnTo>
                <a:lnTo>
                  <a:pt x="414" y="474"/>
                </a:lnTo>
                <a:lnTo>
                  <a:pt x="411" y="477"/>
                </a:lnTo>
                <a:lnTo>
                  <a:pt x="407" y="477"/>
                </a:lnTo>
                <a:lnTo>
                  <a:pt x="407" y="477"/>
                </a:lnTo>
                <a:close/>
                <a:moveTo>
                  <a:pt x="462" y="218"/>
                </a:moveTo>
                <a:lnTo>
                  <a:pt x="372" y="267"/>
                </a:lnTo>
                <a:lnTo>
                  <a:pt x="372" y="267"/>
                </a:lnTo>
                <a:lnTo>
                  <a:pt x="366" y="269"/>
                </a:lnTo>
                <a:lnTo>
                  <a:pt x="366" y="269"/>
                </a:lnTo>
                <a:lnTo>
                  <a:pt x="362" y="267"/>
                </a:lnTo>
                <a:lnTo>
                  <a:pt x="358" y="263"/>
                </a:lnTo>
                <a:lnTo>
                  <a:pt x="358" y="263"/>
                </a:lnTo>
                <a:lnTo>
                  <a:pt x="357" y="259"/>
                </a:lnTo>
                <a:lnTo>
                  <a:pt x="357" y="257"/>
                </a:lnTo>
                <a:lnTo>
                  <a:pt x="360" y="253"/>
                </a:lnTo>
                <a:lnTo>
                  <a:pt x="362" y="250"/>
                </a:lnTo>
                <a:lnTo>
                  <a:pt x="451" y="200"/>
                </a:lnTo>
                <a:lnTo>
                  <a:pt x="451" y="200"/>
                </a:lnTo>
                <a:lnTo>
                  <a:pt x="455" y="199"/>
                </a:lnTo>
                <a:lnTo>
                  <a:pt x="459" y="200"/>
                </a:lnTo>
                <a:lnTo>
                  <a:pt x="463" y="202"/>
                </a:lnTo>
                <a:lnTo>
                  <a:pt x="465" y="204"/>
                </a:lnTo>
                <a:lnTo>
                  <a:pt x="465" y="204"/>
                </a:lnTo>
                <a:lnTo>
                  <a:pt x="466" y="208"/>
                </a:lnTo>
                <a:lnTo>
                  <a:pt x="466" y="212"/>
                </a:lnTo>
                <a:lnTo>
                  <a:pt x="465" y="215"/>
                </a:lnTo>
                <a:lnTo>
                  <a:pt x="462" y="218"/>
                </a:lnTo>
                <a:lnTo>
                  <a:pt x="462" y="21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1D1CE98-657A-DF64-B99A-8A048E7B7FE2}"/>
              </a:ext>
            </a:extLst>
          </p:cNvPr>
          <p:cNvSpPr/>
          <p:nvPr/>
        </p:nvSpPr>
        <p:spPr>
          <a:xfrm>
            <a:off x="628649" y="4650296"/>
            <a:ext cx="850669" cy="3331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EMOTIONS</a:t>
            </a:r>
          </a:p>
        </p:txBody>
      </p:sp>
      <p:sp>
        <p:nvSpPr>
          <p:cNvPr id="142" name="Rounded Rectangle 1">
            <a:extLst>
              <a:ext uri="{FF2B5EF4-FFF2-40B4-BE49-F238E27FC236}">
                <a16:creationId xmlns:a16="http://schemas.microsoft.com/office/drawing/2014/main" id="{78A229A3-5B24-CCA5-C570-9AC2F6A12C54}"/>
              </a:ext>
            </a:extLst>
          </p:cNvPr>
          <p:cNvSpPr/>
          <p:nvPr/>
        </p:nvSpPr>
        <p:spPr>
          <a:xfrm>
            <a:off x="9057954" y="430637"/>
            <a:ext cx="2577575" cy="31421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0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p</a:t>
            </a:r>
            <a:r>
              <a:rPr kumimoji="0" lang="fr-BE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ropriétaire</a:t>
            </a:r>
            <a:endParaRPr kumimoji="0" lang="fr-BE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4B605D4-F11D-2AD1-BC05-2CCBAA7A04E0}"/>
              </a:ext>
            </a:extLst>
          </p:cNvPr>
          <p:cNvSpPr/>
          <p:nvPr/>
        </p:nvSpPr>
        <p:spPr>
          <a:xfrm>
            <a:off x="1552574" y="3246229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94BFBEB-6A9D-EBD4-783C-B1152656F281}"/>
              </a:ext>
            </a:extLst>
          </p:cNvPr>
          <p:cNvSpPr/>
          <p:nvPr/>
        </p:nvSpPr>
        <p:spPr>
          <a:xfrm>
            <a:off x="8876637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fr-BE" sz="900" b="1">
                <a:solidFill>
                  <a:srgbClr val="000000"/>
                </a:solidFill>
              </a:rPr>
              <a:t>J’ai une question, je contacte l’administration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457D13-CF98-8AE8-4457-FB8D86011D91}"/>
              </a:ext>
            </a:extLst>
          </p:cNvPr>
          <p:cNvSpPr/>
          <p:nvPr/>
        </p:nvSpPr>
        <p:spPr>
          <a:xfrm>
            <a:off x="8876637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30AE32E-F7BF-67A0-5739-0716FA8AE414}"/>
              </a:ext>
            </a:extLst>
          </p:cNvPr>
          <p:cNvSpPr/>
          <p:nvPr/>
        </p:nvSpPr>
        <p:spPr>
          <a:xfrm>
            <a:off x="8876637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147" name="Groupe 4">
            <a:extLst>
              <a:ext uri="{FF2B5EF4-FFF2-40B4-BE49-F238E27FC236}">
                <a16:creationId xmlns:a16="http://schemas.microsoft.com/office/drawing/2014/main" id="{3FB1B8C2-5148-713A-2CA0-87A4F3AA577C}"/>
              </a:ext>
            </a:extLst>
          </p:cNvPr>
          <p:cNvGrpSpPr/>
          <p:nvPr/>
        </p:nvGrpSpPr>
        <p:grpSpPr>
          <a:xfrm>
            <a:off x="1718691" y="1957491"/>
            <a:ext cx="2137029" cy="251914"/>
            <a:chOff x="1718691" y="1957491"/>
            <a:chExt cx="2137029" cy="251914"/>
          </a:xfrm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E5473966-347B-03E8-3890-BBB21E19E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201144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Open Sans"/>
                </a:rPr>
                <a:t>1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6395453E-734A-9ED2-17E3-645A6F747D5F}"/>
                </a:ext>
              </a:extLst>
            </p:cNvPr>
            <p:cNvSpPr/>
            <p:nvPr/>
          </p:nvSpPr>
          <p:spPr>
            <a:xfrm>
              <a:off x="1862690" y="195749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  <a:ea typeface="Open Sans"/>
                  <a:cs typeface="Open Sans"/>
                </a:rPr>
                <a:t>Actions 1</a:t>
              </a:r>
              <a:endParaRPr lang="fr-BE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48" name="Groupe 155">
            <a:extLst>
              <a:ext uri="{FF2B5EF4-FFF2-40B4-BE49-F238E27FC236}">
                <a16:creationId xmlns:a16="http://schemas.microsoft.com/office/drawing/2014/main" id="{03FE432D-7F3F-A0F7-FF8F-A3C1276D7D23}"/>
              </a:ext>
            </a:extLst>
          </p:cNvPr>
          <p:cNvGrpSpPr/>
          <p:nvPr/>
        </p:nvGrpSpPr>
        <p:grpSpPr>
          <a:xfrm>
            <a:off x="1718691" y="2342468"/>
            <a:ext cx="2137029" cy="251914"/>
            <a:chOff x="1718691" y="2342468"/>
            <a:chExt cx="2137029" cy="251914"/>
          </a:xfrm>
        </p:grpSpPr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7FE6B7DE-13FE-C503-431A-01C11D47E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239642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Open Sans"/>
                </a:rPr>
                <a:t>2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EE1E7F5-6530-69C4-E18E-E15C80EC38E1}"/>
                </a:ext>
              </a:extLst>
            </p:cNvPr>
            <p:cNvSpPr/>
            <p:nvPr/>
          </p:nvSpPr>
          <p:spPr>
            <a:xfrm>
              <a:off x="1862690" y="2342468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Actions 2</a:t>
              </a:r>
              <a:endParaRPr lang="en-US" sz="700" dirty="0">
                <a:solidFill>
                  <a:sysClr val="windowText" lastClr="000000"/>
                </a:solidFill>
                <a:latin typeface="Open Sans"/>
              </a:endParaRPr>
            </a:p>
          </p:txBody>
        </p:sp>
      </p:grpSp>
      <p:grpSp>
        <p:nvGrpSpPr>
          <p:cNvPr id="149" name="Groupe 4">
            <a:extLst>
              <a:ext uri="{FF2B5EF4-FFF2-40B4-BE49-F238E27FC236}">
                <a16:creationId xmlns:a16="http://schemas.microsoft.com/office/drawing/2014/main" id="{EE3D8B94-4B56-4DAA-F1DD-DE26AF3C75A7}"/>
              </a:ext>
            </a:extLst>
          </p:cNvPr>
          <p:cNvGrpSpPr/>
          <p:nvPr/>
        </p:nvGrpSpPr>
        <p:grpSpPr>
          <a:xfrm>
            <a:off x="4149366" y="1873671"/>
            <a:ext cx="2137029" cy="251914"/>
            <a:chOff x="4149366" y="1873671"/>
            <a:chExt cx="2137029" cy="251914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F1175E1-D589-B884-A4E3-988DF5AFA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366" y="19276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Open Sans"/>
                </a:rPr>
                <a:t>3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4A69A89-8961-1250-37D6-69237751EC2F}"/>
                </a:ext>
              </a:extLst>
            </p:cNvPr>
            <p:cNvSpPr/>
            <p:nvPr/>
          </p:nvSpPr>
          <p:spPr>
            <a:xfrm>
              <a:off x="4293365" y="18736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Actions 3</a:t>
              </a:r>
              <a:endParaRPr lang="en-US" sz="700" dirty="0">
                <a:solidFill>
                  <a:sysClr val="windowText" lastClr="000000"/>
                </a:solidFill>
              </a:endParaRPr>
            </a:p>
            <a:p>
              <a:pPr lvl="0">
                <a:defRPr/>
              </a:pPr>
              <a:endParaRPr lang="fr-BE" sz="700" dirty="0">
                <a:solidFill>
                  <a:sysClr val="windowText" lastClr="000000"/>
                </a:solidFill>
                <a:ea typeface="Open Sans"/>
                <a:cs typeface="Open Sans"/>
              </a:endParaRPr>
            </a:p>
          </p:txBody>
        </p:sp>
      </p:grpSp>
      <p:grpSp>
        <p:nvGrpSpPr>
          <p:cNvPr id="150" name="Groupe 4">
            <a:extLst>
              <a:ext uri="{FF2B5EF4-FFF2-40B4-BE49-F238E27FC236}">
                <a16:creationId xmlns:a16="http://schemas.microsoft.com/office/drawing/2014/main" id="{5C0B5C15-7C98-58FA-F3A6-F942F8A2EA58}"/>
              </a:ext>
            </a:extLst>
          </p:cNvPr>
          <p:cNvGrpSpPr/>
          <p:nvPr/>
        </p:nvGrpSpPr>
        <p:grpSpPr>
          <a:xfrm>
            <a:off x="4149366" y="2212020"/>
            <a:ext cx="2137029" cy="587349"/>
            <a:chOff x="4149366" y="2212020"/>
            <a:chExt cx="2137029" cy="587349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87649F49-FB91-7903-8DDD-2F27F2AE1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366" y="2265977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>
                  <a:solidFill>
                    <a:srgbClr val="000000"/>
                  </a:solidFill>
                  <a:latin typeface="Open Sans"/>
                  <a:cs typeface="Open Sans"/>
                </a:rPr>
                <a:t>4</a:t>
              </a:r>
              <a:endParaRPr kumimoji="0" lang="fr-BE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C2FE0847-CB8F-9F66-C8A3-72B780B8322A}"/>
                </a:ext>
              </a:extLst>
            </p:cNvPr>
            <p:cNvSpPr/>
            <p:nvPr/>
          </p:nvSpPr>
          <p:spPr>
            <a:xfrm>
              <a:off x="4293365" y="2212020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Actions 4</a:t>
              </a:r>
              <a:endParaRPr lang="en-US" sz="700" dirty="0">
                <a:solidFill>
                  <a:sysClr val="windowText" lastClr="000000"/>
                </a:solidFill>
                <a:ea typeface="Open Sans"/>
                <a:cs typeface="Open Sans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52773626-FE60-7738-18B6-6FDAAE5B8F0D}"/>
                </a:ext>
              </a:extLst>
            </p:cNvPr>
            <p:cNvSpPr/>
            <p:nvPr/>
          </p:nvSpPr>
          <p:spPr>
            <a:xfrm>
              <a:off x="4286457" y="2547455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Actions 5</a:t>
              </a:r>
              <a:endParaRPr lang="en-US" sz="700" dirty="0">
                <a:solidFill>
                  <a:sysClr val="windowText" lastClr="000000"/>
                </a:solidFill>
                <a:ea typeface="Open Sans"/>
                <a:cs typeface="Open Sans"/>
              </a:endParaRPr>
            </a:p>
          </p:txBody>
        </p:sp>
      </p:grpSp>
      <p:grpSp>
        <p:nvGrpSpPr>
          <p:cNvPr id="151" name="Groupe 4">
            <a:extLst>
              <a:ext uri="{FF2B5EF4-FFF2-40B4-BE49-F238E27FC236}">
                <a16:creationId xmlns:a16="http://schemas.microsoft.com/office/drawing/2014/main" id="{A5F1EB4B-4237-99C1-8E53-DE7F386FF7DF}"/>
              </a:ext>
            </a:extLst>
          </p:cNvPr>
          <p:cNvGrpSpPr/>
          <p:nvPr/>
        </p:nvGrpSpPr>
        <p:grpSpPr>
          <a:xfrm>
            <a:off x="4149366" y="2550369"/>
            <a:ext cx="2137029" cy="251914"/>
            <a:chOff x="4149366" y="2550369"/>
            <a:chExt cx="2137029" cy="251914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2CBA349B-3A20-1710-AF43-D6D4104FC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366" y="2604326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>
                  <a:solidFill>
                    <a:srgbClr val="000000"/>
                  </a:solidFill>
                  <a:latin typeface="Open Sans"/>
                  <a:cs typeface="Open Sans"/>
                </a:rPr>
                <a:t>5</a:t>
              </a:r>
              <a:endParaRPr kumimoji="0" lang="fr-BE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13666087-97FB-7A57-4DA4-107F2CC0DBEA}"/>
                </a:ext>
              </a:extLst>
            </p:cNvPr>
            <p:cNvSpPr/>
            <p:nvPr/>
          </p:nvSpPr>
          <p:spPr>
            <a:xfrm>
              <a:off x="4293365" y="2550369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7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grpSp>
        <p:nvGrpSpPr>
          <p:cNvPr id="152" name="Groupe 4">
            <a:extLst>
              <a:ext uri="{FF2B5EF4-FFF2-40B4-BE49-F238E27FC236}">
                <a16:creationId xmlns:a16="http://schemas.microsoft.com/office/drawing/2014/main" id="{C9B2C57C-3539-67C7-254A-117FDF0017DA}"/>
              </a:ext>
            </a:extLst>
          </p:cNvPr>
          <p:cNvGrpSpPr/>
          <p:nvPr/>
        </p:nvGrpSpPr>
        <p:grpSpPr>
          <a:xfrm>
            <a:off x="6556985" y="1949871"/>
            <a:ext cx="2137029" cy="251914"/>
            <a:chOff x="6556985" y="1949871"/>
            <a:chExt cx="2137029" cy="251914"/>
          </a:xfrm>
        </p:grpSpPr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EE45FBA5-C663-31F9-4C58-BC1E13D99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985" y="20038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>
                  <a:solidFill>
                    <a:srgbClr val="000000"/>
                  </a:solidFill>
                  <a:latin typeface="Open Sans"/>
                  <a:cs typeface="Open Sans"/>
                </a:rPr>
                <a:t>7</a:t>
              </a:r>
              <a:endParaRPr kumimoji="0" lang="fr-BE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48C60713-C85E-30F3-7F78-DB32066AFE56}"/>
                </a:ext>
              </a:extLst>
            </p:cNvPr>
            <p:cNvSpPr/>
            <p:nvPr/>
          </p:nvSpPr>
          <p:spPr>
            <a:xfrm>
              <a:off x="6700984" y="19498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Actions 7</a:t>
              </a:r>
              <a:endParaRPr lang="en-US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53" name="Groupe 4">
            <a:extLst>
              <a:ext uri="{FF2B5EF4-FFF2-40B4-BE49-F238E27FC236}">
                <a16:creationId xmlns:a16="http://schemas.microsoft.com/office/drawing/2014/main" id="{E09805A8-8413-CAF3-455C-90A2D99BDB79}"/>
              </a:ext>
            </a:extLst>
          </p:cNvPr>
          <p:cNvGrpSpPr/>
          <p:nvPr/>
        </p:nvGrpSpPr>
        <p:grpSpPr>
          <a:xfrm>
            <a:off x="6556985" y="2332157"/>
            <a:ext cx="2137029" cy="251914"/>
            <a:chOff x="6556985" y="2332157"/>
            <a:chExt cx="2137029" cy="25191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A4ADDC0F-50A0-7E43-7E09-E09E96B0D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985" y="2386114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Open Sans"/>
                </a:rPr>
                <a:t>8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A5592BAB-F118-DF7E-C748-85DACF25F2A8}"/>
                </a:ext>
              </a:extLst>
            </p:cNvPr>
            <p:cNvSpPr/>
            <p:nvPr/>
          </p:nvSpPr>
          <p:spPr>
            <a:xfrm>
              <a:off x="6700984" y="2332157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Actions 8</a:t>
              </a:r>
              <a:endParaRPr lang="en-US" sz="700" dirty="0">
                <a:solidFill>
                  <a:sysClr val="windowText" lastClr="000000"/>
                </a:solidFill>
                <a:latin typeface="Open Sans"/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fr-BE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54" name="Groupe 4">
            <a:extLst>
              <a:ext uri="{FF2B5EF4-FFF2-40B4-BE49-F238E27FC236}">
                <a16:creationId xmlns:a16="http://schemas.microsoft.com/office/drawing/2014/main" id="{106137F6-79FB-759C-4E7C-F62A14F3493D}"/>
              </a:ext>
            </a:extLst>
          </p:cNvPr>
          <p:cNvGrpSpPr/>
          <p:nvPr/>
        </p:nvGrpSpPr>
        <p:grpSpPr>
          <a:xfrm>
            <a:off x="4149366" y="2888717"/>
            <a:ext cx="2137029" cy="251914"/>
            <a:chOff x="4149366" y="2888717"/>
            <a:chExt cx="2137029" cy="251914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34DC10AD-24D6-F244-4964-A7081E774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366" y="2942674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>
                  <a:solidFill>
                    <a:srgbClr val="000000"/>
                  </a:solidFill>
                  <a:latin typeface="Open Sans"/>
                  <a:cs typeface="Open Sans"/>
                </a:rPr>
                <a:t>6</a:t>
              </a:r>
              <a:endParaRPr kumimoji="0" lang="fr-BE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7BC8B18-9E6C-048E-8D1C-4C9097DDD2F2}"/>
                </a:ext>
              </a:extLst>
            </p:cNvPr>
            <p:cNvSpPr/>
            <p:nvPr/>
          </p:nvSpPr>
          <p:spPr>
            <a:xfrm>
              <a:off x="4293365" y="2888717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Actions 6</a:t>
              </a:r>
              <a:endParaRPr lang="en-US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55" name="Groupe 4">
            <a:extLst>
              <a:ext uri="{FF2B5EF4-FFF2-40B4-BE49-F238E27FC236}">
                <a16:creationId xmlns:a16="http://schemas.microsoft.com/office/drawing/2014/main" id="{AB1D18CC-BCE3-423B-1825-33D574296874}"/>
              </a:ext>
            </a:extLst>
          </p:cNvPr>
          <p:cNvGrpSpPr/>
          <p:nvPr/>
        </p:nvGrpSpPr>
        <p:grpSpPr>
          <a:xfrm>
            <a:off x="9057954" y="1906723"/>
            <a:ext cx="2137029" cy="251914"/>
            <a:chOff x="9057954" y="1906723"/>
            <a:chExt cx="2137029" cy="251914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F56F833-760B-8DD8-1EC6-77962ABE4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7954" y="1960680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>
                  <a:solidFill>
                    <a:srgbClr val="000000"/>
                  </a:solidFill>
                  <a:latin typeface="Open Sans"/>
                  <a:cs typeface="Open Sans"/>
                </a:rPr>
                <a:t>9</a:t>
              </a:r>
              <a:endParaRPr kumimoji="0" lang="fr-BE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4B8D042-6CD7-03F2-C244-548F5FC02C0A}"/>
                </a:ext>
              </a:extLst>
            </p:cNvPr>
            <p:cNvSpPr/>
            <p:nvPr/>
          </p:nvSpPr>
          <p:spPr>
            <a:xfrm>
              <a:off x="9201953" y="1906723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Actions 9</a:t>
              </a:r>
              <a:endParaRPr lang="en-US" sz="700" dirty="0">
                <a:solidFill>
                  <a:sysClr val="windowText" lastClr="000000"/>
                </a:solidFill>
                <a:latin typeface="Open Sans"/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fr-BE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156" name="TextBox 127">
            <a:extLst>
              <a:ext uri="{FF2B5EF4-FFF2-40B4-BE49-F238E27FC236}">
                <a16:creationId xmlns:a16="http://schemas.microsoft.com/office/drawing/2014/main" id="{1FDD7033-A6B3-72F2-A559-DB9DB3F578DA}"/>
              </a:ext>
            </a:extLst>
          </p:cNvPr>
          <p:cNvSpPr txBox="1"/>
          <p:nvPr/>
        </p:nvSpPr>
        <p:spPr>
          <a:xfrm>
            <a:off x="1172376" y="5305092"/>
            <a:ext cx="1286776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1: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endParaRPr lang="fr-BE" sz="700" dirty="0">
              <a:ea typeface="Open Sans"/>
              <a:cs typeface="Open Sans"/>
            </a:endParaRPr>
          </a:p>
        </p:txBody>
      </p:sp>
      <p:sp>
        <p:nvSpPr>
          <p:cNvPr id="157" name="TextBox 129">
            <a:extLst>
              <a:ext uri="{FF2B5EF4-FFF2-40B4-BE49-F238E27FC236}">
                <a16:creationId xmlns:a16="http://schemas.microsoft.com/office/drawing/2014/main" id="{6139E810-B99B-7574-74C5-8C5E6007A8D7}"/>
              </a:ext>
            </a:extLst>
          </p:cNvPr>
          <p:cNvSpPr txBox="1"/>
          <p:nvPr/>
        </p:nvSpPr>
        <p:spPr>
          <a:xfrm>
            <a:off x="2588834" y="5059813"/>
            <a:ext cx="145495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2: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endParaRPr lang="fr-BE">
              <a:ea typeface="+mn-ea"/>
              <a:cs typeface="+mn-cs"/>
            </a:endParaRPr>
          </a:p>
        </p:txBody>
      </p:sp>
      <p:sp>
        <p:nvSpPr>
          <p:cNvPr id="158" name="TextBox 132">
            <a:extLst>
              <a:ext uri="{FF2B5EF4-FFF2-40B4-BE49-F238E27FC236}">
                <a16:creationId xmlns:a16="http://schemas.microsoft.com/office/drawing/2014/main" id="{4879773A-44AE-9C87-C923-DE8D1732E1A3}"/>
              </a:ext>
            </a:extLst>
          </p:cNvPr>
          <p:cNvSpPr txBox="1"/>
          <p:nvPr/>
        </p:nvSpPr>
        <p:spPr>
          <a:xfrm>
            <a:off x="3576229" y="3676167"/>
            <a:ext cx="133847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</a:rPr>
              <a:t>3: </a:t>
            </a:r>
            <a:r>
              <a:rPr lang="fr-BE" sz="700" dirty="0" err="1">
                <a:solidFill>
                  <a:srgbClr val="000000"/>
                </a:solidFill>
              </a:rPr>
              <a:t>vblalbalblalblabllalb</a:t>
            </a:r>
            <a:endParaRPr lang="en-US" sz="700" dirty="0" err="1">
              <a:solidFill>
                <a:srgbClr val="000000"/>
              </a:solidFill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</a:rPr>
              <a:t>blalbalblalblabllalb</a:t>
            </a:r>
            <a:endParaRPr lang="en-US" sz="700" dirty="0" err="1">
              <a:solidFill>
                <a:srgbClr val="000000"/>
              </a:solidFill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endParaRPr lang="fr-BE" sz="700" dirty="0">
              <a:ea typeface="Open Sans"/>
              <a:cs typeface="Open Sans"/>
            </a:endParaRPr>
          </a:p>
        </p:txBody>
      </p:sp>
      <p:cxnSp>
        <p:nvCxnSpPr>
          <p:cNvPr id="159" name="Straight Connector 17">
            <a:extLst>
              <a:ext uri="{FF2B5EF4-FFF2-40B4-BE49-F238E27FC236}">
                <a16:creationId xmlns:a16="http://schemas.microsoft.com/office/drawing/2014/main" id="{62479108-07BB-B26F-FCC7-A2E14DD623C7}"/>
              </a:ext>
            </a:extLst>
          </p:cNvPr>
          <p:cNvCxnSpPr>
            <a:cxnSpLocks/>
            <a:stCxn id="132" idx="0"/>
            <a:endCxn id="133" idx="2"/>
          </p:cNvCxnSpPr>
          <p:nvPr/>
        </p:nvCxnSpPr>
        <p:spPr>
          <a:xfrm rot="16200000" flipH="1" flipV="1">
            <a:off x="4234196" y="4619001"/>
            <a:ext cx="22543" cy="1"/>
          </a:xfrm>
          <a:prstGeom prst="bentConnector5">
            <a:avLst>
              <a:gd name="adj1" fmla="val -1014062"/>
              <a:gd name="adj2" fmla="val 89783900000"/>
              <a:gd name="adj3" fmla="val 111406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36">
            <a:extLst>
              <a:ext uri="{FF2B5EF4-FFF2-40B4-BE49-F238E27FC236}">
                <a16:creationId xmlns:a16="http://schemas.microsoft.com/office/drawing/2014/main" id="{9F078351-01D1-57EC-674A-0D76DCA5A637}"/>
              </a:ext>
            </a:extLst>
          </p:cNvPr>
          <p:cNvSpPr txBox="1"/>
          <p:nvPr/>
        </p:nvSpPr>
        <p:spPr>
          <a:xfrm>
            <a:off x="4798414" y="5295306"/>
            <a:ext cx="133848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4: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</p:txBody>
      </p:sp>
      <p:sp>
        <p:nvSpPr>
          <p:cNvPr id="161" name="TextBox 139">
            <a:extLst>
              <a:ext uri="{FF2B5EF4-FFF2-40B4-BE49-F238E27FC236}">
                <a16:creationId xmlns:a16="http://schemas.microsoft.com/office/drawing/2014/main" id="{701DE48E-92DD-4FE2-7907-C82148F72FD3}"/>
              </a:ext>
            </a:extLst>
          </p:cNvPr>
          <p:cNvSpPr txBox="1"/>
          <p:nvPr/>
        </p:nvSpPr>
        <p:spPr>
          <a:xfrm>
            <a:off x="5013453" y="3699951"/>
            <a:ext cx="121343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5: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fr-B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cxnSp>
        <p:nvCxnSpPr>
          <p:cNvPr id="162" name="Straight Connector 17">
            <a:extLst>
              <a:ext uri="{FF2B5EF4-FFF2-40B4-BE49-F238E27FC236}">
                <a16:creationId xmlns:a16="http://schemas.microsoft.com/office/drawing/2014/main" id="{121361F9-182D-4D75-E775-E8BC71D2DB05}"/>
              </a:ext>
            </a:extLst>
          </p:cNvPr>
          <p:cNvCxnSpPr>
            <a:cxnSpLocks/>
            <a:stCxn id="146" idx="1"/>
            <a:endCxn id="144" idx="4"/>
          </p:cNvCxnSpPr>
          <p:nvPr/>
        </p:nvCxnSpPr>
        <p:spPr>
          <a:xfrm rot="10800000">
            <a:off x="6226894" y="5128421"/>
            <a:ext cx="90000" cy="429617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45">
            <a:extLst>
              <a:ext uri="{FF2B5EF4-FFF2-40B4-BE49-F238E27FC236}">
                <a16:creationId xmlns:a16="http://schemas.microsoft.com/office/drawing/2014/main" id="{F62C19ED-F412-F364-3D22-A67C044990C9}"/>
              </a:ext>
            </a:extLst>
          </p:cNvPr>
          <p:cNvSpPr txBox="1"/>
          <p:nvPr/>
        </p:nvSpPr>
        <p:spPr>
          <a:xfrm>
            <a:off x="6316894" y="5134844"/>
            <a:ext cx="118163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6: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endParaRPr lang="fr-BE" sz="700" dirty="0">
              <a:ea typeface="Open Sans"/>
              <a:cs typeface="Open Sans"/>
            </a:endParaRPr>
          </a:p>
        </p:txBody>
      </p:sp>
      <p:cxnSp>
        <p:nvCxnSpPr>
          <p:cNvPr id="164" name="Straight Connector 17">
            <a:extLst>
              <a:ext uri="{FF2B5EF4-FFF2-40B4-BE49-F238E27FC236}">
                <a16:creationId xmlns:a16="http://schemas.microsoft.com/office/drawing/2014/main" id="{D8253870-2DB4-EBD2-E840-1F32D5A3F313}"/>
              </a:ext>
            </a:extLst>
          </p:cNvPr>
          <p:cNvCxnSpPr>
            <a:cxnSpLocks/>
            <a:stCxn id="150" idx="2"/>
            <a:endCxn id="148" idx="0"/>
          </p:cNvCxnSpPr>
          <p:nvPr/>
        </p:nvCxnSpPr>
        <p:spPr>
          <a:xfrm flipH="1">
            <a:off x="6880808" y="4427576"/>
            <a:ext cx="3767" cy="4504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49">
            <a:extLst>
              <a:ext uri="{FF2B5EF4-FFF2-40B4-BE49-F238E27FC236}">
                <a16:creationId xmlns:a16="http://schemas.microsoft.com/office/drawing/2014/main" id="{C3EA3E5F-278F-9E66-257F-0993630DA2D6}"/>
              </a:ext>
            </a:extLst>
          </p:cNvPr>
          <p:cNvSpPr txBox="1"/>
          <p:nvPr/>
        </p:nvSpPr>
        <p:spPr>
          <a:xfrm>
            <a:off x="6325632" y="3904356"/>
            <a:ext cx="111788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7: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err="1">
                <a:ea typeface="Open Sans"/>
                <a:cs typeface="Open Sans"/>
              </a:rPr>
              <a:t>blalbalblalblabllalb</a:t>
            </a:r>
            <a:endParaRPr lang="en-US" sz="70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fr-BE" sz="700" dirty="0">
              <a:ea typeface="Open Sans"/>
              <a:cs typeface="Open Sans"/>
            </a:endParaRPr>
          </a:p>
        </p:txBody>
      </p:sp>
      <p:sp>
        <p:nvSpPr>
          <p:cNvPr id="166" name="TextBox 151">
            <a:extLst>
              <a:ext uri="{FF2B5EF4-FFF2-40B4-BE49-F238E27FC236}">
                <a16:creationId xmlns:a16="http://schemas.microsoft.com/office/drawing/2014/main" id="{0E33B485-38DF-CBF1-9F4C-203A2EF73570}"/>
              </a:ext>
            </a:extLst>
          </p:cNvPr>
          <p:cNvSpPr txBox="1"/>
          <p:nvPr/>
        </p:nvSpPr>
        <p:spPr>
          <a:xfrm>
            <a:off x="7625545" y="5383262"/>
            <a:ext cx="145234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8: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</p:txBody>
      </p:sp>
      <p:cxnSp>
        <p:nvCxnSpPr>
          <p:cNvPr id="167" name="Straight Connector 17">
            <a:extLst>
              <a:ext uri="{FF2B5EF4-FFF2-40B4-BE49-F238E27FC236}">
                <a16:creationId xmlns:a16="http://schemas.microsoft.com/office/drawing/2014/main" id="{F488D223-B802-6FE9-26BF-AA25BEED45BF}"/>
              </a:ext>
            </a:extLst>
          </p:cNvPr>
          <p:cNvCxnSpPr>
            <a:cxnSpLocks/>
            <a:stCxn id="151" idx="6"/>
            <a:endCxn id="152" idx="0"/>
          </p:cNvCxnSpPr>
          <p:nvPr/>
        </p:nvCxnSpPr>
        <p:spPr>
          <a:xfrm>
            <a:off x="7820233" y="5232164"/>
            <a:ext cx="531486" cy="151098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7">
            <a:extLst>
              <a:ext uri="{FF2B5EF4-FFF2-40B4-BE49-F238E27FC236}">
                <a16:creationId xmlns:a16="http://schemas.microsoft.com/office/drawing/2014/main" id="{2A673775-62FC-C0A6-F78A-A54D77C627C0}"/>
              </a:ext>
            </a:extLst>
          </p:cNvPr>
          <p:cNvCxnSpPr>
            <a:cxnSpLocks/>
            <a:stCxn id="169" idx="1"/>
            <a:endCxn id="159" idx="0"/>
          </p:cNvCxnSpPr>
          <p:nvPr/>
        </p:nvCxnSpPr>
        <p:spPr>
          <a:xfrm rot="10800000" flipV="1">
            <a:off x="9053762" y="3982632"/>
            <a:ext cx="531938" cy="57137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7">
            <a:extLst>
              <a:ext uri="{FF2B5EF4-FFF2-40B4-BE49-F238E27FC236}">
                <a16:creationId xmlns:a16="http://schemas.microsoft.com/office/drawing/2014/main" id="{BB187F06-6F61-E97B-4D3D-C768D077C1F6}"/>
              </a:ext>
            </a:extLst>
          </p:cNvPr>
          <p:cNvCxnSpPr>
            <a:cxnSpLocks/>
            <a:stCxn id="168" idx="0"/>
          </p:cNvCxnSpPr>
          <p:nvPr/>
        </p:nvCxnSpPr>
        <p:spPr>
          <a:xfrm rot="5400000" flipH="1" flipV="1">
            <a:off x="10562824" y="5151761"/>
            <a:ext cx="225144" cy="293046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7">
            <a:extLst>
              <a:ext uri="{FF2B5EF4-FFF2-40B4-BE49-F238E27FC236}">
                <a16:creationId xmlns:a16="http://schemas.microsoft.com/office/drawing/2014/main" id="{65EA5D57-B8CD-70D1-A208-09CB629163F1}"/>
              </a:ext>
            </a:extLst>
          </p:cNvPr>
          <p:cNvSpPr txBox="1"/>
          <p:nvPr/>
        </p:nvSpPr>
        <p:spPr>
          <a:xfrm>
            <a:off x="9969930" y="5410856"/>
            <a:ext cx="1117885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11: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err="1">
                <a:ea typeface="Open Sans"/>
                <a:cs typeface="Open Sans"/>
              </a:rPr>
              <a:t>blalbalblalblabllalb</a:t>
            </a:r>
            <a:endParaRPr lang="en-US" sz="70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6939F8D8-571A-C46C-1053-B9A8496AF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607" y="5034392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1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8E47E33E-BB63-8F57-4480-2DB79A6B2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3320" y="4801906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2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DD454C10-8F0B-AF7D-3984-129E5B1C0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791" y="4607731"/>
            <a:ext cx="175353" cy="199136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3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006BD31F-DDF8-2F0B-386A-A7E2C0867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411" y="5416263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4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BD0696B-6582-FEF8-CE58-C4F8A9ABE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972" y="4536057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5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D6FDD8F-49B9-AE53-3BF6-3F1A0036C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894" y="4948420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6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4E817A6-F0E7-76FB-901D-0E9A9CDE9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08" y="4472623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7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8372149-70C1-18C8-E785-FADE84E4E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233" y="5142164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8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205E57D8-D79B-BF0F-BD7B-091B9A6B8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762" y="4039770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9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44A7610-0F47-8820-234F-6DDE2927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2627" y="5098252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defPPr>
              <a:defRPr lang="nl-BE"/>
            </a:defPPr>
            <a:lvl1pPr marL="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0" latinLnBrk="0" hangingPunct="0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11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82CF1A7-B777-E0BC-D479-361EE4E28B12}"/>
              </a:ext>
            </a:extLst>
          </p:cNvPr>
          <p:cNvSpPr/>
          <p:nvPr/>
        </p:nvSpPr>
        <p:spPr>
          <a:xfrm>
            <a:off x="4020805" y="6011816"/>
            <a:ext cx="2360677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Challenge 3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4</a:t>
            </a:r>
            <a:endParaRPr lang="fr-BE" dirty="0"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5</a:t>
            </a:r>
            <a:endParaRPr lang="fr-BE" dirty="0"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6</a:t>
            </a:r>
            <a:endParaRPr lang="fr-BE" dirty="0">
              <a:ea typeface="+mn-ea"/>
              <a:cs typeface="+mn-cs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23003EA-A8D3-8199-4B95-E91BD9F5C0E7}"/>
              </a:ext>
            </a:extLst>
          </p:cNvPr>
          <p:cNvSpPr/>
          <p:nvPr/>
        </p:nvSpPr>
        <p:spPr>
          <a:xfrm>
            <a:off x="6435765" y="6012595"/>
            <a:ext cx="2377735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Challenge 7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Challenge 8</a:t>
            </a:r>
            <a:endParaRPr lang="fr-BE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2017E01-FD19-8740-5574-A0BC648CD3E7}"/>
              </a:ext>
            </a:extLst>
          </p:cNvPr>
          <p:cNvSpPr/>
          <p:nvPr/>
        </p:nvSpPr>
        <p:spPr>
          <a:xfrm>
            <a:off x="1552574" y="6012595"/>
            <a:ext cx="2376000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1</a:t>
            </a:r>
            <a:endParaRPr lang="fr-BE" sz="7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171450" indent="-171450">
              <a:buFont typeface="Arial,Sans-Serif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2</a:t>
            </a:r>
            <a:endParaRPr lang="fr-BE" sz="7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FA55A8C-4433-A5FF-3A6A-8207846FB0EE}"/>
              </a:ext>
            </a:extLst>
          </p:cNvPr>
          <p:cNvSpPr/>
          <p:nvPr/>
        </p:nvSpPr>
        <p:spPr>
          <a:xfrm>
            <a:off x="628649" y="6016434"/>
            <a:ext cx="850669" cy="759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CHALLENGES</a:t>
            </a:r>
            <a:endParaRPr kumimoji="0" lang="fr-BE" sz="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21E2FEA-9FD3-D37F-FAF7-152E1B428A55}"/>
              </a:ext>
            </a:extLst>
          </p:cNvPr>
          <p:cNvSpPr/>
          <p:nvPr/>
        </p:nvSpPr>
        <p:spPr>
          <a:xfrm>
            <a:off x="8876637" y="6010144"/>
            <a:ext cx="2376000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9</a:t>
            </a:r>
            <a:endParaRPr lang="en-US" dirty="0"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Challenge 10</a:t>
            </a:r>
            <a:endParaRPr lang="fr-BE" dirty="0">
              <a:ea typeface="+mn-ea"/>
              <a:cs typeface="+mn-cs"/>
            </a:endParaRPr>
          </a:p>
        </p:txBody>
      </p:sp>
      <p:grpSp>
        <p:nvGrpSpPr>
          <p:cNvPr id="186" name="Groupe 4">
            <a:extLst>
              <a:ext uri="{FF2B5EF4-FFF2-40B4-BE49-F238E27FC236}">
                <a16:creationId xmlns:a16="http://schemas.microsoft.com/office/drawing/2014/main" id="{DD6520C0-E4FB-F873-DD33-91C2A08A50D6}"/>
              </a:ext>
            </a:extLst>
          </p:cNvPr>
          <p:cNvGrpSpPr/>
          <p:nvPr/>
        </p:nvGrpSpPr>
        <p:grpSpPr>
          <a:xfrm>
            <a:off x="9071763" y="2301543"/>
            <a:ext cx="2137029" cy="251914"/>
            <a:chOff x="9071763" y="2301543"/>
            <a:chExt cx="2137029" cy="251914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176A8C44-9F0E-3A06-1F44-702E8FC92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1763" y="2355500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defPPr>
                <a:defRPr lang="nl-BE"/>
              </a:defPPr>
              <a:lvl1pPr marL="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0" latinLnBrk="0" hangingPunct="0"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Open Sans"/>
                </a:rPr>
                <a:t>10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5DE0470-0D04-CA52-6469-9EC59B520AB6}"/>
                </a:ext>
              </a:extLst>
            </p:cNvPr>
            <p:cNvSpPr/>
            <p:nvPr/>
          </p:nvSpPr>
          <p:spPr>
            <a:xfrm>
              <a:off x="9215762" y="2301543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Actions 10</a:t>
              </a:r>
              <a:endParaRPr lang="en-US" sz="700" dirty="0">
                <a:solidFill>
                  <a:sysClr val="windowText" lastClr="000000"/>
                </a:solidFill>
                <a:ea typeface="Open Sans"/>
                <a:cs typeface="Open Sans"/>
              </a:endParaRPr>
            </a:p>
            <a:p>
              <a:pPr lvl="0">
                <a:defRPr/>
              </a:pPr>
              <a:endParaRPr lang="fr-BE" sz="700" dirty="0">
                <a:solidFill>
                  <a:sysClr val="windowText" lastClr="000000"/>
                </a:solidFill>
                <a:ea typeface="Open Sans"/>
                <a:cs typeface="Open San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7876AA6-8DC4-32ED-5465-97FAF2816C83}"/>
              </a:ext>
            </a:extLst>
          </p:cNvPr>
          <p:cNvGrpSpPr/>
          <p:nvPr/>
        </p:nvGrpSpPr>
        <p:grpSpPr>
          <a:xfrm>
            <a:off x="2445096" y="3281277"/>
            <a:ext cx="582128" cy="260118"/>
            <a:chOff x="2445096" y="3281277"/>
            <a:chExt cx="582128" cy="260118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CF80FB84-7665-48C9-0C21-10A580BFDE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45096" y="3281277"/>
              <a:ext cx="252000" cy="252000"/>
              <a:chOff x="2445096" y="3281277"/>
              <a:chExt cx="522288" cy="522288"/>
            </a:xfrm>
          </p:grpSpPr>
          <p:sp>
            <p:nvSpPr>
              <p:cNvPr id="210" name="Freeform 40">
                <a:extLst>
                  <a:ext uri="{FF2B5EF4-FFF2-40B4-BE49-F238E27FC236}">
                    <a16:creationId xmlns:a16="http://schemas.microsoft.com/office/drawing/2014/main" id="{87D714ED-452B-3FDF-15E2-007C839D6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45096" y="3281277"/>
                <a:ext cx="522288" cy="522288"/>
              </a:xfrm>
              <a:custGeom>
                <a:avLst/>
                <a:gdLst>
                  <a:gd name="T0" fmla="*/ 311 w 656"/>
                  <a:gd name="T1" fmla="*/ 657 h 659"/>
                  <a:gd name="T2" fmla="*/ 262 w 656"/>
                  <a:gd name="T3" fmla="*/ 652 h 659"/>
                  <a:gd name="T4" fmla="*/ 200 w 656"/>
                  <a:gd name="T5" fmla="*/ 633 h 659"/>
                  <a:gd name="T6" fmla="*/ 119 w 656"/>
                  <a:gd name="T7" fmla="*/ 583 h 659"/>
                  <a:gd name="T8" fmla="*/ 56 w 656"/>
                  <a:gd name="T9" fmla="*/ 514 h 659"/>
                  <a:gd name="T10" fmla="*/ 14 w 656"/>
                  <a:gd name="T11" fmla="*/ 428 h 659"/>
                  <a:gd name="T12" fmla="*/ 4 w 656"/>
                  <a:gd name="T13" fmla="*/ 379 h 659"/>
                  <a:gd name="T14" fmla="*/ 0 w 656"/>
                  <a:gd name="T15" fmla="*/ 329 h 659"/>
                  <a:gd name="T16" fmla="*/ 1 w 656"/>
                  <a:gd name="T17" fmla="*/ 296 h 659"/>
                  <a:gd name="T18" fmla="*/ 9 w 656"/>
                  <a:gd name="T19" fmla="*/ 248 h 659"/>
                  <a:gd name="T20" fmla="*/ 39 w 656"/>
                  <a:gd name="T21" fmla="*/ 172 h 659"/>
                  <a:gd name="T22" fmla="*/ 96 w 656"/>
                  <a:gd name="T23" fmla="*/ 97 h 659"/>
                  <a:gd name="T24" fmla="*/ 172 w 656"/>
                  <a:gd name="T25" fmla="*/ 41 h 659"/>
                  <a:gd name="T26" fmla="*/ 245 w 656"/>
                  <a:gd name="T27" fmla="*/ 11 h 659"/>
                  <a:gd name="T28" fmla="*/ 295 w 656"/>
                  <a:gd name="T29" fmla="*/ 3 h 659"/>
                  <a:gd name="T30" fmla="*/ 329 w 656"/>
                  <a:gd name="T31" fmla="*/ 0 h 659"/>
                  <a:gd name="T32" fmla="*/ 378 w 656"/>
                  <a:gd name="T33" fmla="*/ 4 h 659"/>
                  <a:gd name="T34" fmla="*/ 425 w 656"/>
                  <a:gd name="T35" fmla="*/ 15 h 659"/>
                  <a:gd name="T36" fmla="*/ 511 w 656"/>
                  <a:gd name="T37" fmla="*/ 57 h 659"/>
                  <a:gd name="T38" fmla="*/ 581 w 656"/>
                  <a:gd name="T39" fmla="*/ 120 h 659"/>
                  <a:gd name="T40" fmla="*/ 631 w 656"/>
                  <a:gd name="T41" fmla="*/ 202 h 659"/>
                  <a:gd name="T42" fmla="*/ 650 w 656"/>
                  <a:gd name="T43" fmla="*/ 264 h 659"/>
                  <a:gd name="T44" fmla="*/ 656 w 656"/>
                  <a:gd name="T45" fmla="*/ 312 h 659"/>
                  <a:gd name="T46" fmla="*/ 656 w 656"/>
                  <a:gd name="T47" fmla="*/ 347 h 659"/>
                  <a:gd name="T48" fmla="*/ 650 w 656"/>
                  <a:gd name="T49" fmla="*/ 395 h 659"/>
                  <a:gd name="T50" fmla="*/ 631 w 656"/>
                  <a:gd name="T51" fmla="*/ 457 h 659"/>
                  <a:gd name="T52" fmla="*/ 581 w 656"/>
                  <a:gd name="T53" fmla="*/ 539 h 659"/>
                  <a:gd name="T54" fmla="*/ 511 w 656"/>
                  <a:gd name="T55" fmla="*/ 602 h 659"/>
                  <a:gd name="T56" fmla="*/ 425 w 656"/>
                  <a:gd name="T57" fmla="*/ 644 h 659"/>
                  <a:gd name="T58" fmla="*/ 378 w 656"/>
                  <a:gd name="T59" fmla="*/ 655 h 659"/>
                  <a:gd name="T60" fmla="*/ 329 w 656"/>
                  <a:gd name="T61" fmla="*/ 659 h 659"/>
                  <a:gd name="T62" fmla="*/ 329 w 656"/>
                  <a:gd name="T63" fmla="*/ 38 h 659"/>
                  <a:gd name="T64" fmla="*/ 241 w 656"/>
                  <a:gd name="T65" fmla="*/ 51 h 659"/>
                  <a:gd name="T66" fmla="*/ 165 w 656"/>
                  <a:gd name="T67" fmla="*/ 88 h 659"/>
                  <a:gd name="T68" fmla="*/ 103 w 656"/>
                  <a:gd name="T69" fmla="*/ 144 h 659"/>
                  <a:gd name="T70" fmla="*/ 60 w 656"/>
                  <a:gd name="T71" fmla="*/ 217 h 659"/>
                  <a:gd name="T72" fmla="*/ 39 w 656"/>
                  <a:gd name="T73" fmla="*/ 300 h 659"/>
                  <a:gd name="T74" fmla="*/ 39 w 656"/>
                  <a:gd name="T75" fmla="*/ 359 h 659"/>
                  <a:gd name="T76" fmla="*/ 60 w 656"/>
                  <a:gd name="T77" fmla="*/ 442 h 659"/>
                  <a:gd name="T78" fmla="*/ 103 w 656"/>
                  <a:gd name="T79" fmla="*/ 515 h 659"/>
                  <a:gd name="T80" fmla="*/ 165 w 656"/>
                  <a:gd name="T81" fmla="*/ 571 h 659"/>
                  <a:gd name="T82" fmla="*/ 241 w 656"/>
                  <a:gd name="T83" fmla="*/ 608 h 659"/>
                  <a:gd name="T84" fmla="*/ 329 w 656"/>
                  <a:gd name="T85" fmla="*/ 621 h 659"/>
                  <a:gd name="T86" fmla="*/ 386 w 656"/>
                  <a:gd name="T87" fmla="*/ 614 h 659"/>
                  <a:gd name="T88" fmla="*/ 467 w 656"/>
                  <a:gd name="T89" fmla="*/ 586 h 659"/>
                  <a:gd name="T90" fmla="*/ 534 w 656"/>
                  <a:gd name="T91" fmla="*/ 535 h 659"/>
                  <a:gd name="T92" fmla="*/ 584 w 656"/>
                  <a:gd name="T93" fmla="*/ 468 h 659"/>
                  <a:gd name="T94" fmla="*/ 613 w 656"/>
                  <a:gd name="T95" fmla="*/ 389 h 659"/>
                  <a:gd name="T96" fmla="*/ 619 w 656"/>
                  <a:gd name="T97" fmla="*/ 329 h 659"/>
                  <a:gd name="T98" fmla="*/ 607 w 656"/>
                  <a:gd name="T99" fmla="*/ 244 h 659"/>
                  <a:gd name="T100" fmla="*/ 569 w 656"/>
                  <a:gd name="T101" fmla="*/ 167 h 659"/>
                  <a:gd name="T102" fmla="*/ 513 w 656"/>
                  <a:gd name="T103" fmla="*/ 105 h 659"/>
                  <a:gd name="T104" fmla="*/ 442 w 656"/>
                  <a:gd name="T105" fmla="*/ 61 h 659"/>
                  <a:gd name="T106" fmla="*/ 358 w 656"/>
                  <a:gd name="T107" fmla="*/ 39 h 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56" h="659">
                    <a:moveTo>
                      <a:pt x="329" y="659"/>
                    </a:moveTo>
                    <a:lnTo>
                      <a:pt x="329" y="659"/>
                    </a:lnTo>
                    <a:lnTo>
                      <a:pt x="311" y="657"/>
                    </a:lnTo>
                    <a:lnTo>
                      <a:pt x="295" y="657"/>
                    </a:lnTo>
                    <a:lnTo>
                      <a:pt x="278" y="655"/>
                    </a:lnTo>
                    <a:lnTo>
                      <a:pt x="262" y="652"/>
                    </a:lnTo>
                    <a:lnTo>
                      <a:pt x="245" y="648"/>
                    </a:lnTo>
                    <a:lnTo>
                      <a:pt x="231" y="644"/>
                    </a:lnTo>
                    <a:lnTo>
                      <a:pt x="200" y="633"/>
                    </a:lnTo>
                    <a:lnTo>
                      <a:pt x="172" y="618"/>
                    </a:lnTo>
                    <a:lnTo>
                      <a:pt x="145" y="602"/>
                    </a:lnTo>
                    <a:lnTo>
                      <a:pt x="119" y="583"/>
                    </a:lnTo>
                    <a:lnTo>
                      <a:pt x="96" y="562"/>
                    </a:lnTo>
                    <a:lnTo>
                      <a:pt x="75" y="539"/>
                    </a:lnTo>
                    <a:lnTo>
                      <a:pt x="56" y="514"/>
                    </a:lnTo>
                    <a:lnTo>
                      <a:pt x="39" y="487"/>
                    </a:lnTo>
                    <a:lnTo>
                      <a:pt x="25" y="457"/>
                    </a:lnTo>
                    <a:lnTo>
                      <a:pt x="14" y="428"/>
                    </a:lnTo>
                    <a:lnTo>
                      <a:pt x="9" y="411"/>
                    </a:lnTo>
                    <a:lnTo>
                      <a:pt x="6" y="395"/>
                    </a:lnTo>
                    <a:lnTo>
                      <a:pt x="4" y="379"/>
                    </a:lnTo>
                    <a:lnTo>
                      <a:pt x="1" y="363"/>
                    </a:lnTo>
                    <a:lnTo>
                      <a:pt x="0" y="347"/>
                    </a:lnTo>
                    <a:lnTo>
                      <a:pt x="0" y="329"/>
                    </a:lnTo>
                    <a:lnTo>
                      <a:pt x="0" y="329"/>
                    </a:lnTo>
                    <a:lnTo>
                      <a:pt x="0" y="312"/>
                    </a:lnTo>
                    <a:lnTo>
                      <a:pt x="1" y="296"/>
                    </a:lnTo>
                    <a:lnTo>
                      <a:pt x="4" y="280"/>
                    </a:lnTo>
                    <a:lnTo>
                      <a:pt x="6" y="264"/>
                    </a:lnTo>
                    <a:lnTo>
                      <a:pt x="9" y="248"/>
                    </a:lnTo>
                    <a:lnTo>
                      <a:pt x="14" y="231"/>
                    </a:lnTo>
                    <a:lnTo>
                      <a:pt x="25" y="202"/>
                    </a:lnTo>
                    <a:lnTo>
                      <a:pt x="39" y="172"/>
                    </a:lnTo>
                    <a:lnTo>
                      <a:pt x="56" y="145"/>
                    </a:lnTo>
                    <a:lnTo>
                      <a:pt x="75" y="120"/>
                    </a:lnTo>
                    <a:lnTo>
                      <a:pt x="96" y="97"/>
                    </a:lnTo>
                    <a:lnTo>
                      <a:pt x="119" y="76"/>
                    </a:lnTo>
                    <a:lnTo>
                      <a:pt x="145" y="57"/>
                    </a:lnTo>
                    <a:lnTo>
                      <a:pt x="172" y="41"/>
                    </a:lnTo>
                    <a:lnTo>
                      <a:pt x="200" y="27"/>
                    </a:lnTo>
                    <a:lnTo>
                      <a:pt x="231" y="15"/>
                    </a:lnTo>
                    <a:lnTo>
                      <a:pt x="245" y="11"/>
                    </a:lnTo>
                    <a:lnTo>
                      <a:pt x="262" y="7"/>
                    </a:lnTo>
                    <a:lnTo>
                      <a:pt x="278" y="4"/>
                    </a:lnTo>
                    <a:lnTo>
                      <a:pt x="295" y="3"/>
                    </a:lnTo>
                    <a:lnTo>
                      <a:pt x="311" y="2"/>
                    </a:lnTo>
                    <a:lnTo>
                      <a:pt x="329" y="0"/>
                    </a:lnTo>
                    <a:lnTo>
                      <a:pt x="329" y="0"/>
                    </a:lnTo>
                    <a:lnTo>
                      <a:pt x="345" y="2"/>
                    </a:lnTo>
                    <a:lnTo>
                      <a:pt x="362" y="3"/>
                    </a:lnTo>
                    <a:lnTo>
                      <a:pt x="378" y="4"/>
                    </a:lnTo>
                    <a:lnTo>
                      <a:pt x="395" y="7"/>
                    </a:lnTo>
                    <a:lnTo>
                      <a:pt x="411" y="11"/>
                    </a:lnTo>
                    <a:lnTo>
                      <a:pt x="425" y="15"/>
                    </a:lnTo>
                    <a:lnTo>
                      <a:pt x="456" y="27"/>
                    </a:lnTo>
                    <a:lnTo>
                      <a:pt x="485" y="41"/>
                    </a:lnTo>
                    <a:lnTo>
                      <a:pt x="511" y="57"/>
                    </a:lnTo>
                    <a:lnTo>
                      <a:pt x="537" y="76"/>
                    </a:lnTo>
                    <a:lnTo>
                      <a:pt x="561" y="97"/>
                    </a:lnTo>
                    <a:lnTo>
                      <a:pt x="581" y="120"/>
                    </a:lnTo>
                    <a:lnTo>
                      <a:pt x="600" y="145"/>
                    </a:lnTo>
                    <a:lnTo>
                      <a:pt x="618" y="172"/>
                    </a:lnTo>
                    <a:lnTo>
                      <a:pt x="631" y="202"/>
                    </a:lnTo>
                    <a:lnTo>
                      <a:pt x="642" y="231"/>
                    </a:lnTo>
                    <a:lnTo>
                      <a:pt x="647" y="248"/>
                    </a:lnTo>
                    <a:lnTo>
                      <a:pt x="650" y="264"/>
                    </a:lnTo>
                    <a:lnTo>
                      <a:pt x="652" y="280"/>
                    </a:lnTo>
                    <a:lnTo>
                      <a:pt x="655" y="296"/>
                    </a:lnTo>
                    <a:lnTo>
                      <a:pt x="656" y="312"/>
                    </a:lnTo>
                    <a:lnTo>
                      <a:pt x="656" y="329"/>
                    </a:lnTo>
                    <a:lnTo>
                      <a:pt x="656" y="329"/>
                    </a:lnTo>
                    <a:lnTo>
                      <a:pt x="656" y="347"/>
                    </a:lnTo>
                    <a:lnTo>
                      <a:pt x="655" y="363"/>
                    </a:lnTo>
                    <a:lnTo>
                      <a:pt x="652" y="379"/>
                    </a:lnTo>
                    <a:lnTo>
                      <a:pt x="650" y="395"/>
                    </a:lnTo>
                    <a:lnTo>
                      <a:pt x="647" y="411"/>
                    </a:lnTo>
                    <a:lnTo>
                      <a:pt x="642" y="428"/>
                    </a:lnTo>
                    <a:lnTo>
                      <a:pt x="631" y="457"/>
                    </a:lnTo>
                    <a:lnTo>
                      <a:pt x="618" y="487"/>
                    </a:lnTo>
                    <a:lnTo>
                      <a:pt x="600" y="514"/>
                    </a:lnTo>
                    <a:lnTo>
                      <a:pt x="581" y="539"/>
                    </a:lnTo>
                    <a:lnTo>
                      <a:pt x="561" y="562"/>
                    </a:lnTo>
                    <a:lnTo>
                      <a:pt x="537" y="583"/>
                    </a:lnTo>
                    <a:lnTo>
                      <a:pt x="511" y="602"/>
                    </a:lnTo>
                    <a:lnTo>
                      <a:pt x="485" y="618"/>
                    </a:lnTo>
                    <a:lnTo>
                      <a:pt x="456" y="633"/>
                    </a:lnTo>
                    <a:lnTo>
                      <a:pt x="425" y="644"/>
                    </a:lnTo>
                    <a:lnTo>
                      <a:pt x="411" y="648"/>
                    </a:lnTo>
                    <a:lnTo>
                      <a:pt x="395" y="652"/>
                    </a:lnTo>
                    <a:lnTo>
                      <a:pt x="378" y="655"/>
                    </a:lnTo>
                    <a:lnTo>
                      <a:pt x="362" y="657"/>
                    </a:lnTo>
                    <a:lnTo>
                      <a:pt x="345" y="657"/>
                    </a:lnTo>
                    <a:lnTo>
                      <a:pt x="329" y="659"/>
                    </a:lnTo>
                    <a:lnTo>
                      <a:pt x="329" y="659"/>
                    </a:lnTo>
                    <a:close/>
                    <a:moveTo>
                      <a:pt x="329" y="38"/>
                    </a:moveTo>
                    <a:lnTo>
                      <a:pt x="329" y="38"/>
                    </a:lnTo>
                    <a:lnTo>
                      <a:pt x="298" y="39"/>
                    </a:lnTo>
                    <a:lnTo>
                      <a:pt x="270" y="45"/>
                    </a:lnTo>
                    <a:lnTo>
                      <a:pt x="241" y="51"/>
                    </a:lnTo>
                    <a:lnTo>
                      <a:pt x="215" y="61"/>
                    </a:lnTo>
                    <a:lnTo>
                      <a:pt x="189" y="73"/>
                    </a:lnTo>
                    <a:lnTo>
                      <a:pt x="165" y="88"/>
                    </a:lnTo>
                    <a:lnTo>
                      <a:pt x="143" y="105"/>
                    </a:lnTo>
                    <a:lnTo>
                      <a:pt x="122" y="124"/>
                    </a:lnTo>
                    <a:lnTo>
                      <a:pt x="103" y="144"/>
                    </a:lnTo>
                    <a:lnTo>
                      <a:pt x="87" y="167"/>
                    </a:lnTo>
                    <a:lnTo>
                      <a:pt x="72" y="191"/>
                    </a:lnTo>
                    <a:lnTo>
                      <a:pt x="60" y="217"/>
                    </a:lnTo>
                    <a:lnTo>
                      <a:pt x="51" y="244"/>
                    </a:lnTo>
                    <a:lnTo>
                      <a:pt x="43" y="270"/>
                    </a:lnTo>
                    <a:lnTo>
                      <a:pt x="39" y="300"/>
                    </a:lnTo>
                    <a:lnTo>
                      <a:pt x="37" y="329"/>
                    </a:lnTo>
                    <a:lnTo>
                      <a:pt x="37" y="329"/>
                    </a:lnTo>
                    <a:lnTo>
                      <a:pt x="39" y="359"/>
                    </a:lnTo>
                    <a:lnTo>
                      <a:pt x="43" y="389"/>
                    </a:lnTo>
                    <a:lnTo>
                      <a:pt x="51" y="415"/>
                    </a:lnTo>
                    <a:lnTo>
                      <a:pt x="60" y="442"/>
                    </a:lnTo>
                    <a:lnTo>
                      <a:pt x="72" y="468"/>
                    </a:lnTo>
                    <a:lnTo>
                      <a:pt x="87" y="492"/>
                    </a:lnTo>
                    <a:lnTo>
                      <a:pt x="103" y="515"/>
                    </a:lnTo>
                    <a:lnTo>
                      <a:pt x="122" y="535"/>
                    </a:lnTo>
                    <a:lnTo>
                      <a:pt x="143" y="554"/>
                    </a:lnTo>
                    <a:lnTo>
                      <a:pt x="165" y="571"/>
                    </a:lnTo>
                    <a:lnTo>
                      <a:pt x="189" y="586"/>
                    </a:lnTo>
                    <a:lnTo>
                      <a:pt x="215" y="598"/>
                    </a:lnTo>
                    <a:lnTo>
                      <a:pt x="241" y="608"/>
                    </a:lnTo>
                    <a:lnTo>
                      <a:pt x="270" y="614"/>
                    </a:lnTo>
                    <a:lnTo>
                      <a:pt x="298" y="620"/>
                    </a:lnTo>
                    <a:lnTo>
                      <a:pt x="329" y="621"/>
                    </a:lnTo>
                    <a:lnTo>
                      <a:pt x="329" y="621"/>
                    </a:lnTo>
                    <a:lnTo>
                      <a:pt x="358" y="620"/>
                    </a:lnTo>
                    <a:lnTo>
                      <a:pt x="386" y="614"/>
                    </a:lnTo>
                    <a:lnTo>
                      <a:pt x="415" y="608"/>
                    </a:lnTo>
                    <a:lnTo>
                      <a:pt x="442" y="598"/>
                    </a:lnTo>
                    <a:lnTo>
                      <a:pt x="467" y="586"/>
                    </a:lnTo>
                    <a:lnTo>
                      <a:pt x="491" y="571"/>
                    </a:lnTo>
                    <a:lnTo>
                      <a:pt x="513" y="554"/>
                    </a:lnTo>
                    <a:lnTo>
                      <a:pt x="534" y="535"/>
                    </a:lnTo>
                    <a:lnTo>
                      <a:pt x="553" y="515"/>
                    </a:lnTo>
                    <a:lnTo>
                      <a:pt x="569" y="492"/>
                    </a:lnTo>
                    <a:lnTo>
                      <a:pt x="584" y="468"/>
                    </a:lnTo>
                    <a:lnTo>
                      <a:pt x="596" y="442"/>
                    </a:lnTo>
                    <a:lnTo>
                      <a:pt x="607" y="415"/>
                    </a:lnTo>
                    <a:lnTo>
                      <a:pt x="613" y="389"/>
                    </a:lnTo>
                    <a:lnTo>
                      <a:pt x="618" y="359"/>
                    </a:lnTo>
                    <a:lnTo>
                      <a:pt x="619" y="329"/>
                    </a:lnTo>
                    <a:lnTo>
                      <a:pt x="619" y="329"/>
                    </a:lnTo>
                    <a:lnTo>
                      <a:pt x="618" y="300"/>
                    </a:lnTo>
                    <a:lnTo>
                      <a:pt x="613" y="270"/>
                    </a:lnTo>
                    <a:lnTo>
                      <a:pt x="607" y="244"/>
                    </a:lnTo>
                    <a:lnTo>
                      <a:pt x="596" y="217"/>
                    </a:lnTo>
                    <a:lnTo>
                      <a:pt x="584" y="191"/>
                    </a:lnTo>
                    <a:lnTo>
                      <a:pt x="569" y="167"/>
                    </a:lnTo>
                    <a:lnTo>
                      <a:pt x="553" y="144"/>
                    </a:lnTo>
                    <a:lnTo>
                      <a:pt x="534" y="124"/>
                    </a:lnTo>
                    <a:lnTo>
                      <a:pt x="513" y="105"/>
                    </a:lnTo>
                    <a:lnTo>
                      <a:pt x="491" y="88"/>
                    </a:lnTo>
                    <a:lnTo>
                      <a:pt x="467" y="73"/>
                    </a:lnTo>
                    <a:lnTo>
                      <a:pt x="442" y="61"/>
                    </a:lnTo>
                    <a:lnTo>
                      <a:pt x="415" y="51"/>
                    </a:lnTo>
                    <a:lnTo>
                      <a:pt x="386" y="45"/>
                    </a:lnTo>
                    <a:lnTo>
                      <a:pt x="358" y="39"/>
                    </a:lnTo>
                    <a:lnTo>
                      <a:pt x="329" y="38"/>
                    </a:lnTo>
                    <a:lnTo>
                      <a:pt x="329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211" name="Freeform 178">
                <a:extLst>
                  <a:ext uri="{FF2B5EF4-FFF2-40B4-BE49-F238E27FC236}">
                    <a16:creationId xmlns:a16="http://schemas.microsoft.com/office/drawing/2014/main" id="{72577EA4-3941-C82A-BED2-BC545522A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796" y="3584489"/>
                <a:ext cx="250825" cy="66675"/>
              </a:xfrm>
              <a:custGeom>
                <a:avLst/>
                <a:gdLst>
                  <a:gd name="T0" fmla="*/ 314 w 315"/>
                  <a:gd name="T1" fmla="*/ 62 h 84"/>
                  <a:gd name="T2" fmla="*/ 288 w 315"/>
                  <a:gd name="T3" fmla="*/ 3 h 84"/>
                  <a:gd name="T4" fmla="*/ 288 w 315"/>
                  <a:gd name="T5" fmla="*/ 3 h 84"/>
                  <a:gd name="T6" fmla="*/ 286 w 315"/>
                  <a:gd name="T7" fmla="*/ 0 h 84"/>
                  <a:gd name="T8" fmla="*/ 283 w 315"/>
                  <a:gd name="T9" fmla="*/ 0 h 84"/>
                  <a:gd name="T10" fmla="*/ 32 w 315"/>
                  <a:gd name="T11" fmla="*/ 0 h 84"/>
                  <a:gd name="T12" fmla="*/ 32 w 315"/>
                  <a:gd name="T13" fmla="*/ 0 h 84"/>
                  <a:gd name="T14" fmla="*/ 29 w 315"/>
                  <a:gd name="T15" fmla="*/ 0 h 84"/>
                  <a:gd name="T16" fmla="*/ 26 w 315"/>
                  <a:gd name="T17" fmla="*/ 3 h 84"/>
                  <a:gd name="T18" fmla="*/ 1 w 315"/>
                  <a:gd name="T19" fmla="*/ 62 h 84"/>
                  <a:gd name="T20" fmla="*/ 1 w 315"/>
                  <a:gd name="T21" fmla="*/ 62 h 84"/>
                  <a:gd name="T22" fmla="*/ 0 w 315"/>
                  <a:gd name="T23" fmla="*/ 66 h 84"/>
                  <a:gd name="T24" fmla="*/ 0 w 315"/>
                  <a:gd name="T25" fmla="*/ 70 h 84"/>
                  <a:gd name="T26" fmla="*/ 1 w 315"/>
                  <a:gd name="T27" fmla="*/ 74 h 84"/>
                  <a:gd name="T28" fmla="*/ 2 w 315"/>
                  <a:gd name="T29" fmla="*/ 77 h 84"/>
                  <a:gd name="T30" fmla="*/ 2 w 315"/>
                  <a:gd name="T31" fmla="*/ 77 h 84"/>
                  <a:gd name="T32" fmla="*/ 5 w 315"/>
                  <a:gd name="T33" fmla="*/ 79 h 84"/>
                  <a:gd name="T34" fmla="*/ 8 w 315"/>
                  <a:gd name="T35" fmla="*/ 82 h 84"/>
                  <a:gd name="T36" fmla="*/ 12 w 315"/>
                  <a:gd name="T37" fmla="*/ 84 h 84"/>
                  <a:gd name="T38" fmla="*/ 16 w 315"/>
                  <a:gd name="T39" fmla="*/ 84 h 84"/>
                  <a:gd name="T40" fmla="*/ 299 w 315"/>
                  <a:gd name="T41" fmla="*/ 84 h 84"/>
                  <a:gd name="T42" fmla="*/ 299 w 315"/>
                  <a:gd name="T43" fmla="*/ 84 h 84"/>
                  <a:gd name="T44" fmla="*/ 303 w 315"/>
                  <a:gd name="T45" fmla="*/ 84 h 84"/>
                  <a:gd name="T46" fmla="*/ 307 w 315"/>
                  <a:gd name="T47" fmla="*/ 82 h 84"/>
                  <a:gd name="T48" fmla="*/ 310 w 315"/>
                  <a:gd name="T49" fmla="*/ 79 h 84"/>
                  <a:gd name="T50" fmla="*/ 313 w 315"/>
                  <a:gd name="T51" fmla="*/ 77 h 84"/>
                  <a:gd name="T52" fmla="*/ 313 w 315"/>
                  <a:gd name="T53" fmla="*/ 77 h 84"/>
                  <a:gd name="T54" fmla="*/ 314 w 315"/>
                  <a:gd name="T55" fmla="*/ 74 h 84"/>
                  <a:gd name="T56" fmla="*/ 315 w 315"/>
                  <a:gd name="T57" fmla="*/ 70 h 84"/>
                  <a:gd name="T58" fmla="*/ 315 w 315"/>
                  <a:gd name="T59" fmla="*/ 66 h 84"/>
                  <a:gd name="T60" fmla="*/ 314 w 315"/>
                  <a:gd name="T61" fmla="*/ 62 h 84"/>
                  <a:gd name="T62" fmla="*/ 314 w 315"/>
                  <a:gd name="T63" fmla="*/ 6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15" h="84">
                    <a:moveTo>
                      <a:pt x="314" y="62"/>
                    </a:moveTo>
                    <a:lnTo>
                      <a:pt x="288" y="3"/>
                    </a:lnTo>
                    <a:lnTo>
                      <a:pt x="288" y="3"/>
                    </a:lnTo>
                    <a:lnTo>
                      <a:pt x="286" y="0"/>
                    </a:lnTo>
                    <a:lnTo>
                      <a:pt x="283" y="0"/>
                    </a:lnTo>
                    <a:lnTo>
                      <a:pt x="32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6" y="3"/>
                    </a:lnTo>
                    <a:lnTo>
                      <a:pt x="1" y="62"/>
                    </a:lnTo>
                    <a:lnTo>
                      <a:pt x="1" y="62"/>
                    </a:lnTo>
                    <a:lnTo>
                      <a:pt x="0" y="66"/>
                    </a:lnTo>
                    <a:lnTo>
                      <a:pt x="0" y="70"/>
                    </a:lnTo>
                    <a:lnTo>
                      <a:pt x="1" y="74"/>
                    </a:lnTo>
                    <a:lnTo>
                      <a:pt x="2" y="77"/>
                    </a:lnTo>
                    <a:lnTo>
                      <a:pt x="2" y="77"/>
                    </a:lnTo>
                    <a:lnTo>
                      <a:pt x="5" y="79"/>
                    </a:lnTo>
                    <a:lnTo>
                      <a:pt x="8" y="82"/>
                    </a:lnTo>
                    <a:lnTo>
                      <a:pt x="12" y="84"/>
                    </a:lnTo>
                    <a:lnTo>
                      <a:pt x="16" y="84"/>
                    </a:lnTo>
                    <a:lnTo>
                      <a:pt x="299" y="84"/>
                    </a:lnTo>
                    <a:lnTo>
                      <a:pt x="299" y="84"/>
                    </a:lnTo>
                    <a:lnTo>
                      <a:pt x="303" y="84"/>
                    </a:lnTo>
                    <a:lnTo>
                      <a:pt x="307" y="82"/>
                    </a:lnTo>
                    <a:lnTo>
                      <a:pt x="310" y="79"/>
                    </a:lnTo>
                    <a:lnTo>
                      <a:pt x="313" y="77"/>
                    </a:lnTo>
                    <a:lnTo>
                      <a:pt x="313" y="77"/>
                    </a:lnTo>
                    <a:lnTo>
                      <a:pt x="314" y="74"/>
                    </a:lnTo>
                    <a:lnTo>
                      <a:pt x="315" y="70"/>
                    </a:lnTo>
                    <a:lnTo>
                      <a:pt x="315" y="66"/>
                    </a:lnTo>
                    <a:lnTo>
                      <a:pt x="314" y="62"/>
                    </a:lnTo>
                    <a:lnTo>
                      <a:pt x="31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212" name="Freeform 179">
                <a:extLst>
                  <a:ext uri="{FF2B5EF4-FFF2-40B4-BE49-F238E27FC236}">
                    <a16:creationId xmlns:a16="http://schemas.microsoft.com/office/drawing/2014/main" id="{795BE558-5964-68E8-85F5-03C6F4E490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07021" y="3427327"/>
                <a:ext cx="207963" cy="149225"/>
              </a:xfrm>
              <a:custGeom>
                <a:avLst/>
                <a:gdLst>
                  <a:gd name="T0" fmla="*/ 6 w 262"/>
                  <a:gd name="T1" fmla="*/ 188 h 188"/>
                  <a:gd name="T2" fmla="*/ 257 w 262"/>
                  <a:gd name="T3" fmla="*/ 188 h 188"/>
                  <a:gd name="T4" fmla="*/ 257 w 262"/>
                  <a:gd name="T5" fmla="*/ 188 h 188"/>
                  <a:gd name="T6" fmla="*/ 260 w 262"/>
                  <a:gd name="T7" fmla="*/ 188 h 188"/>
                  <a:gd name="T8" fmla="*/ 261 w 262"/>
                  <a:gd name="T9" fmla="*/ 187 h 188"/>
                  <a:gd name="T10" fmla="*/ 262 w 262"/>
                  <a:gd name="T11" fmla="*/ 186 h 188"/>
                  <a:gd name="T12" fmla="*/ 262 w 262"/>
                  <a:gd name="T13" fmla="*/ 183 h 188"/>
                  <a:gd name="T14" fmla="*/ 262 w 262"/>
                  <a:gd name="T15" fmla="*/ 26 h 188"/>
                  <a:gd name="T16" fmla="*/ 262 w 262"/>
                  <a:gd name="T17" fmla="*/ 26 h 188"/>
                  <a:gd name="T18" fmla="*/ 262 w 262"/>
                  <a:gd name="T19" fmla="*/ 21 h 188"/>
                  <a:gd name="T20" fmla="*/ 261 w 262"/>
                  <a:gd name="T21" fmla="*/ 15 h 188"/>
                  <a:gd name="T22" fmla="*/ 258 w 262"/>
                  <a:gd name="T23" fmla="*/ 11 h 188"/>
                  <a:gd name="T24" fmla="*/ 254 w 262"/>
                  <a:gd name="T25" fmla="*/ 7 h 188"/>
                  <a:gd name="T26" fmla="*/ 250 w 262"/>
                  <a:gd name="T27" fmla="*/ 4 h 188"/>
                  <a:gd name="T28" fmla="*/ 246 w 262"/>
                  <a:gd name="T29" fmla="*/ 2 h 188"/>
                  <a:gd name="T30" fmla="*/ 241 w 262"/>
                  <a:gd name="T31" fmla="*/ 0 h 188"/>
                  <a:gd name="T32" fmla="*/ 237 w 262"/>
                  <a:gd name="T33" fmla="*/ 0 h 188"/>
                  <a:gd name="T34" fmla="*/ 26 w 262"/>
                  <a:gd name="T35" fmla="*/ 0 h 188"/>
                  <a:gd name="T36" fmla="*/ 26 w 262"/>
                  <a:gd name="T37" fmla="*/ 0 h 188"/>
                  <a:gd name="T38" fmla="*/ 22 w 262"/>
                  <a:gd name="T39" fmla="*/ 0 h 188"/>
                  <a:gd name="T40" fmla="*/ 17 w 262"/>
                  <a:gd name="T41" fmla="*/ 2 h 188"/>
                  <a:gd name="T42" fmla="*/ 13 w 262"/>
                  <a:gd name="T43" fmla="*/ 4 h 188"/>
                  <a:gd name="T44" fmla="*/ 8 w 262"/>
                  <a:gd name="T45" fmla="*/ 7 h 188"/>
                  <a:gd name="T46" fmla="*/ 4 w 262"/>
                  <a:gd name="T47" fmla="*/ 11 h 188"/>
                  <a:gd name="T48" fmla="*/ 3 w 262"/>
                  <a:gd name="T49" fmla="*/ 15 h 188"/>
                  <a:gd name="T50" fmla="*/ 0 w 262"/>
                  <a:gd name="T51" fmla="*/ 21 h 188"/>
                  <a:gd name="T52" fmla="*/ 0 w 262"/>
                  <a:gd name="T53" fmla="*/ 26 h 188"/>
                  <a:gd name="T54" fmla="*/ 0 w 262"/>
                  <a:gd name="T55" fmla="*/ 183 h 188"/>
                  <a:gd name="T56" fmla="*/ 0 w 262"/>
                  <a:gd name="T57" fmla="*/ 183 h 188"/>
                  <a:gd name="T58" fmla="*/ 0 w 262"/>
                  <a:gd name="T59" fmla="*/ 186 h 188"/>
                  <a:gd name="T60" fmla="*/ 2 w 262"/>
                  <a:gd name="T61" fmla="*/ 187 h 188"/>
                  <a:gd name="T62" fmla="*/ 3 w 262"/>
                  <a:gd name="T63" fmla="*/ 188 h 188"/>
                  <a:gd name="T64" fmla="*/ 6 w 262"/>
                  <a:gd name="T65" fmla="*/ 188 h 188"/>
                  <a:gd name="T66" fmla="*/ 6 w 262"/>
                  <a:gd name="T67" fmla="*/ 188 h 188"/>
                  <a:gd name="T68" fmla="*/ 18 w 262"/>
                  <a:gd name="T69" fmla="*/ 25 h 188"/>
                  <a:gd name="T70" fmla="*/ 18 w 262"/>
                  <a:gd name="T71" fmla="*/ 25 h 188"/>
                  <a:gd name="T72" fmla="*/ 18 w 262"/>
                  <a:gd name="T73" fmla="*/ 22 h 188"/>
                  <a:gd name="T74" fmla="*/ 19 w 262"/>
                  <a:gd name="T75" fmla="*/ 21 h 188"/>
                  <a:gd name="T76" fmla="*/ 21 w 262"/>
                  <a:gd name="T77" fmla="*/ 19 h 188"/>
                  <a:gd name="T78" fmla="*/ 23 w 262"/>
                  <a:gd name="T79" fmla="*/ 19 h 188"/>
                  <a:gd name="T80" fmla="*/ 240 w 262"/>
                  <a:gd name="T81" fmla="*/ 19 h 188"/>
                  <a:gd name="T82" fmla="*/ 240 w 262"/>
                  <a:gd name="T83" fmla="*/ 19 h 188"/>
                  <a:gd name="T84" fmla="*/ 241 w 262"/>
                  <a:gd name="T85" fmla="*/ 19 h 188"/>
                  <a:gd name="T86" fmla="*/ 244 w 262"/>
                  <a:gd name="T87" fmla="*/ 21 h 188"/>
                  <a:gd name="T88" fmla="*/ 244 w 262"/>
                  <a:gd name="T89" fmla="*/ 22 h 188"/>
                  <a:gd name="T90" fmla="*/ 245 w 262"/>
                  <a:gd name="T91" fmla="*/ 25 h 188"/>
                  <a:gd name="T92" fmla="*/ 245 w 262"/>
                  <a:gd name="T93" fmla="*/ 166 h 188"/>
                  <a:gd name="T94" fmla="*/ 245 w 262"/>
                  <a:gd name="T95" fmla="*/ 166 h 188"/>
                  <a:gd name="T96" fmla="*/ 244 w 262"/>
                  <a:gd name="T97" fmla="*/ 167 h 188"/>
                  <a:gd name="T98" fmla="*/ 244 w 262"/>
                  <a:gd name="T99" fmla="*/ 170 h 188"/>
                  <a:gd name="T100" fmla="*/ 241 w 262"/>
                  <a:gd name="T101" fmla="*/ 170 h 188"/>
                  <a:gd name="T102" fmla="*/ 240 w 262"/>
                  <a:gd name="T103" fmla="*/ 171 h 188"/>
                  <a:gd name="T104" fmla="*/ 23 w 262"/>
                  <a:gd name="T105" fmla="*/ 171 h 188"/>
                  <a:gd name="T106" fmla="*/ 23 w 262"/>
                  <a:gd name="T107" fmla="*/ 171 h 188"/>
                  <a:gd name="T108" fmla="*/ 21 w 262"/>
                  <a:gd name="T109" fmla="*/ 170 h 188"/>
                  <a:gd name="T110" fmla="*/ 19 w 262"/>
                  <a:gd name="T111" fmla="*/ 170 h 188"/>
                  <a:gd name="T112" fmla="*/ 18 w 262"/>
                  <a:gd name="T113" fmla="*/ 167 h 188"/>
                  <a:gd name="T114" fmla="*/ 18 w 262"/>
                  <a:gd name="T115" fmla="*/ 166 h 188"/>
                  <a:gd name="T116" fmla="*/ 18 w 262"/>
                  <a:gd name="T117" fmla="*/ 25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62" h="188">
                    <a:moveTo>
                      <a:pt x="6" y="188"/>
                    </a:moveTo>
                    <a:lnTo>
                      <a:pt x="257" y="188"/>
                    </a:lnTo>
                    <a:lnTo>
                      <a:pt x="257" y="188"/>
                    </a:lnTo>
                    <a:lnTo>
                      <a:pt x="260" y="188"/>
                    </a:lnTo>
                    <a:lnTo>
                      <a:pt x="261" y="187"/>
                    </a:lnTo>
                    <a:lnTo>
                      <a:pt x="262" y="186"/>
                    </a:lnTo>
                    <a:lnTo>
                      <a:pt x="262" y="183"/>
                    </a:lnTo>
                    <a:lnTo>
                      <a:pt x="262" y="26"/>
                    </a:lnTo>
                    <a:lnTo>
                      <a:pt x="262" y="26"/>
                    </a:lnTo>
                    <a:lnTo>
                      <a:pt x="262" y="21"/>
                    </a:lnTo>
                    <a:lnTo>
                      <a:pt x="261" y="15"/>
                    </a:lnTo>
                    <a:lnTo>
                      <a:pt x="258" y="11"/>
                    </a:lnTo>
                    <a:lnTo>
                      <a:pt x="254" y="7"/>
                    </a:lnTo>
                    <a:lnTo>
                      <a:pt x="250" y="4"/>
                    </a:lnTo>
                    <a:lnTo>
                      <a:pt x="246" y="2"/>
                    </a:lnTo>
                    <a:lnTo>
                      <a:pt x="241" y="0"/>
                    </a:lnTo>
                    <a:lnTo>
                      <a:pt x="237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2" y="0"/>
                    </a:lnTo>
                    <a:lnTo>
                      <a:pt x="17" y="2"/>
                    </a:lnTo>
                    <a:lnTo>
                      <a:pt x="13" y="4"/>
                    </a:lnTo>
                    <a:lnTo>
                      <a:pt x="8" y="7"/>
                    </a:lnTo>
                    <a:lnTo>
                      <a:pt x="4" y="11"/>
                    </a:lnTo>
                    <a:lnTo>
                      <a:pt x="3" y="15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0" y="183"/>
                    </a:lnTo>
                    <a:lnTo>
                      <a:pt x="0" y="183"/>
                    </a:lnTo>
                    <a:lnTo>
                      <a:pt x="0" y="186"/>
                    </a:lnTo>
                    <a:lnTo>
                      <a:pt x="2" y="187"/>
                    </a:lnTo>
                    <a:lnTo>
                      <a:pt x="3" y="188"/>
                    </a:lnTo>
                    <a:lnTo>
                      <a:pt x="6" y="188"/>
                    </a:lnTo>
                    <a:lnTo>
                      <a:pt x="6" y="188"/>
                    </a:lnTo>
                    <a:close/>
                    <a:moveTo>
                      <a:pt x="18" y="25"/>
                    </a:moveTo>
                    <a:lnTo>
                      <a:pt x="18" y="25"/>
                    </a:lnTo>
                    <a:lnTo>
                      <a:pt x="18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3" y="19"/>
                    </a:lnTo>
                    <a:lnTo>
                      <a:pt x="240" y="19"/>
                    </a:lnTo>
                    <a:lnTo>
                      <a:pt x="240" y="19"/>
                    </a:lnTo>
                    <a:lnTo>
                      <a:pt x="241" y="19"/>
                    </a:lnTo>
                    <a:lnTo>
                      <a:pt x="244" y="21"/>
                    </a:lnTo>
                    <a:lnTo>
                      <a:pt x="244" y="22"/>
                    </a:lnTo>
                    <a:lnTo>
                      <a:pt x="245" y="25"/>
                    </a:lnTo>
                    <a:lnTo>
                      <a:pt x="245" y="166"/>
                    </a:lnTo>
                    <a:lnTo>
                      <a:pt x="245" y="166"/>
                    </a:lnTo>
                    <a:lnTo>
                      <a:pt x="244" y="167"/>
                    </a:lnTo>
                    <a:lnTo>
                      <a:pt x="244" y="170"/>
                    </a:lnTo>
                    <a:lnTo>
                      <a:pt x="241" y="170"/>
                    </a:lnTo>
                    <a:lnTo>
                      <a:pt x="240" y="171"/>
                    </a:lnTo>
                    <a:lnTo>
                      <a:pt x="23" y="171"/>
                    </a:lnTo>
                    <a:lnTo>
                      <a:pt x="23" y="171"/>
                    </a:lnTo>
                    <a:lnTo>
                      <a:pt x="21" y="170"/>
                    </a:lnTo>
                    <a:lnTo>
                      <a:pt x="19" y="170"/>
                    </a:lnTo>
                    <a:lnTo>
                      <a:pt x="18" y="167"/>
                    </a:lnTo>
                    <a:lnTo>
                      <a:pt x="18" y="166"/>
                    </a:lnTo>
                    <a:lnTo>
                      <a:pt x="18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54673421-8B60-A2A4-CB2B-70BBF3C3C88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75224" y="3289395"/>
              <a:ext cx="252000" cy="252000"/>
              <a:chOff x="2775224" y="3289395"/>
              <a:chExt cx="522288" cy="522288"/>
            </a:xfrm>
            <a:solidFill>
              <a:schemeClr val="tx1"/>
            </a:solidFill>
          </p:grpSpPr>
          <p:sp>
            <p:nvSpPr>
              <p:cNvPr id="208" name="Freeform 34">
                <a:extLst>
                  <a:ext uri="{FF2B5EF4-FFF2-40B4-BE49-F238E27FC236}">
                    <a16:creationId xmlns:a16="http://schemas.microsoft.com/office/drawing/2014/main" id="{FFD7BB00-2C16-3D70-A174-EC2C881E36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75224" y="3289395"/>
                <a:ext cx="522288" cy="522288"/>
              </a:xfrm>
              <a:custGeom>
                <a:avLst/>
                <a:gdLst>
                  <a:gd name="T0" fmla="*/ 312 w 659"/>
                  <a:gd name="T1" fmla="*/ 658 h 658"/>
                  <a:gd name="T2" fmla="*/ 264 w 659"/>
                  <a:gd name="T3" fmla="*/ 652 h 658"/>
                  <a:gd name="T4" fmla="*/ 202 w 659"/>
                  <a:gd name="T5" fmla="*/ 633 h 658"/>
                  <a:gd name="T6" fmla="*/ 120 w 659"/>
                  <a:gd name="T7" fmla="*/ 583 h 658"/>
                  <a:gd name="T8" fmla="*/ 57 w 659"/>
                  <a:gd name="T9" fmla="*/ 513 h 658"/>
                  <a:gd name="T10" fmla="*/ 15 w 659"/>
                  <a:gd name="T11" fmla="*/ 427 h 658"/>
                  <a:gd name="T12" fmla="*/ 5 w 659"/>
                  <a:gd name="T13" fmla="*/ 379 h 658"/>
                  <a:gd name="T14" fmla="*/ 0 w 659"/>
                  <a:gd name="T15" fmla="*/ 329 h 658"/>
                  <a:gd name="T16" fmla="*/ 3 w 659"/>
                  <a:gd name="T17" fmla="*/ 296 h 658"/>
                  <a:gd name="T18" fmla="*/ 11 w 659"/>
                  <a:gd name="T19" fmla="*/ 247 h 658"/>
                  <a:gd name="T20" fmla="*/ 41 w 659"/>
                  <a:gd name="T21" fmla="*/ 173 h 658"/>
                  <a:gd name="T22" fmla="*/ 97 w 659"/>
                  <a:gd name="T23" fmla="*/ 97 h 658"/>
                  <a:gd name="T24" fmla="*/ 172 w 659"/>
                  <a:gd name="T25" fmla="*/ 40 h 658"/>
                  <a:gd name="T26" fmla="*/ 248 w 659"/>
                  <a:gd name="T27" fmla="*/ 11 h 658"/>
                  <a:gd name="T28" fmla="*/ 296 w 659"/>
                  <a:gd name="T29" fmla="*/ 3 h 658"/>
                  <a:gd name="T30" fmla="*/ 330 w 659"/>
                  <a:gd name="T31" fmla="*/ 0 h 658"/>
                  <a:gd name="T32" fmla="*/ 379 w 659"/>
                  <a:gd name="T33" fmla="*/ 4 h 658"/>
                  <a:gd name="T34" fmla="*/ 428 w 659"/>
                  <a:gd name="T35" fmla="*/ 15 h 658"/>
                  <a:gd name="T36" fmla="*/ 514 w 659"/>
                  <a:gd name="T37" fmla="*/ 56 h 658"/>
                  <a:gd name="T38" fmla="*/ 584 w 659"/>
                  <a:gd name="T39" fmla="*/ 121 h 658"/>
                  <a:gd name="T40" fmla="*/ 633 w 659"/>
                  <a:gd name="T41" fmla="*/ 202 h 658"/>
                  <a:gd name="T42" fmla="*/ 652 w 659"/>
                  <a:gd name="T43" fmla="*/ 263 h 658"/>
                  <a:gd name="T44" fmla="*/ 657 w 659"/>
                  <a:gd name="T45" fmla="*/ 313 h 658"/>
                  <a:gd name="T46" fmla="*/ 657 w 659"/>
                  <a:gd name="T47" fmla="*/ 347 h 658"/>
                  <a:gd name="T48" fmla="*/ 652 w 659"/>
                  <a:gd name="T49" fmla="*/ 396 h 658"/>
                  <a:gd name="T50" fmla="*/ 633 w 659"/>
                  <a:gd name="T51" fmla="*/ 457 h 658"/>
                  <a:gd name="T52" fmla="*/ 584 w 659"/>
                  <a:gd name="T53" fmla="*/ 539 h 658"/>
                  <a:gd name="T54" fmla="*/ 514 w 659"/>
                  <a:gd name="T55" fmla="*/ 602 h 658"/>
                  <a:gd name="T56" fmla="*/ 428 w 659"/>
                  <a:gd name="T57" fmla="*/ 644 h 658"/>
                  <a:gd name="T58" fmla="*/ 379 w 659"/>
                  <a:gd name="T59" fmla="*/ 654 h 658"/>
                  <a:gd name="T60" fmla="*/ 330 w 659"/>
                  <a:gd name="T61" fmla="*/ 658 h 658"/>
                  <a:gd name="T62" fmla="*/ 330 w 659"/>
                  <a:gd name="T63" fmla="*/ 38 h 658"/>
                  <a:gd name="T64" fmla="*/ 244 w 659"/>
                  <a:gd name="T65" fmla="*/ 51 h 658"/>
                  <a:gd name="T66" fmla="*/ 167 w 659"/>
                  <a:gd name="T67" fmla="*/ 89 h 658"/>
                  <a:gd name="T68" fmla="*/ 105 w 659"/>
                  <a:gd name="T69" fmla="*/ 144 h 658"/>
                  <a:gd name="T70" fmla="*/ 61 w 659"/>
                  <a:gd name="T71" fmla="*/ 216 h 658"/>
                  <a:gd name="T72" fmla="*/ 39 w 659"/>
                  <a:gd name="T73" fmla="*/ 300 h 658"/>
                  <a:gd name="T74" fmla="*/ 39 w 659"/>
                  <a:gd name="T75" fmla="*/ 359 h 658"/>
                  <a:gd name="T76" fmla="*/ 61 w 659"/>
                  <a:gd name="T77" fmla="*/ 443 h 658"/>
                  <a:gd name="T78" fmla="*/ 105 w 659"/>
                  <a:gd name="T79" fmla="*/ 515 h 658"/>
                  <a:gd name="T80" fmla="*/ 167 w 659"/>
                  <a:gd name="T81" fmla="*/ 571 h 658"/>
                  <a:gd name="T82" fmla="*/ 244 w 659"/>
                  <a:gd name="T83" fmla="*/ 607 h 658"/>
                  <a:gd name="T84" fmla="*/ 330 w 659"/>
                  <a:gd name="T85" fmla="*/ 621 h 658"/>
                  <a:gd name="T86" fmla="*/ 389 w 659"/>
                  <a:gd name="T87" fmla="*/ 615 h 658"/>
                  <a:gd name="T88" fmla="*/ 468 w 659"/>
                  <a:gd name="T89" fmla="*/ 586 h 658"/>
                  <a:gd name="T90" fmla="*/ 535 w 659"/>
                  <a:gd name="T91" fmla="*/ 535 h 658"/>
                  <a:gd name="T92" fmla="*/ 586 w 659"/>
                  <a:gd name="T93" fmla="*/ 468 h 658"/>
                  <a:gd name="T94" fmla="*/ 614 w 659"/>
                  <a:gd name="T95" fmla="*/ 388 h 658"/>
                  <a:gd name="T96" fmla="*/ 621 w 659"/>
                  <a:gd name="T97" fmla="*/ 329 h 658"/>
                  <a:gd name="T98" fmla="*/ 608 w 659"/>
                  <a:gd name="T99" fmla="*/ 243 h 658"/>
                  <a:gd name="T100" fmla="*/ 571 w 659"/>
                  <a:gd name="T101" fmla="*/ 167 h 658"/>
                  <a:gd name="T102" fmla="*/ 515 w 659"/>
                  <a:gd name="T103" fmla="*/ 105 h 658"/>
                  <a:gd name="T104" fmla="*/ 442 w 659"/>
                  <a:gd name="T105" fmla="*/ 62 h 658"/>
                  <a:gd name="T106" fmla="*/ 359 w 659"/>
                  <a:gd name="T107" fmla="*/ 40 h 6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59" h="658">
                    <a:moveTo>
                      <a:pt x="330" y="658"/>
                    </a:moveTo>
                    <a:lnTo>
                      <a:pt x="330" y="658"/>
                    </a:lnTo>
                    <a:lnTo>
                      <a:pt x="312" y="658"/>
                    </a:lnTo>
                    <a:lnTo>
                      <a:pt x="296" y="657"/>
                    </a:lnTo>
                    <a:lnTo>
                      <a:pt x="280" y="654"/>
                    </a:lnTo>
                    <a:lnTo>
                      <a:pt x="264" y="652"/>
                    </a:lnTo>
                    <a:lnTo>
                      <a:pt x="248" y="648"/>
                    </a:lnTo>
                    <a:lnTo>
                      <a:pt x="232" y="644"/>
                    </a:lnTo>
                    <a:lnTo>
                      <a:pt x="202" y="633"/>
                    </a:lnTo>
                    <a:lnTo>
                      <a:pt x="172" y="618"/>
                    </a:lnTo>
                    <a:lnTo>
                      <a:pt x="146" y="602"/>
                    </a:lnTo>
                    <a:lnTo>
                      <a:pt x="120" y="583"/>
                    </a:lnTo>
                    <a:lnTo>
                      <a:pt x="97" y="562"/>
                    </a:lnTo>
                    <a:lnTo>
                      <a:pt x="76" y="539"/>
                    </a:lnTo>
                    <a:lnTo>
                      <a:pt x="57" y="513"/>
                    </a:lnTo>
                    <a:lnTo>
                      <a:pt x="41" y="486"/>
                    </a:lnTo>
                    <a:lnTo>
                      <a:pt x="26" y="457"/>
                    </a:lnTo>
                    <a:lnTo>
                      <a:pt x="15" y="427"/>
                    </a:lnTo>
                    <a:lnTo>
                      <a:pt x="11" y="411"/>
                    </a:lnTo>
                    <a:lnTo>
                      <a:pt x="7" y="396"/>
                    </a:lnTo>
                    <a:lnTo>
                      <a:pt x="5" y="379"/>
                    </a:lnTo>
                    <a:lnTo>
                      <a:pt x="3" y="363"/>
                    </a:lnTo>
                    <a:lnTo>
                      <a:pt x="2" y="347"/>
                    </a:lnTo>
                    <a:lnTo>
                      <a:pt x="0" y="329"/>
                    </a:lnTo>
                    <a:lnTo>
                      <a:pt x="0" y="329"/>
                    </a:lnTo>
                    <a:lnTo>
                      <a:pt x="2" y="313"/>
                    </a:lnTo>
                    <a:lnTo>
                      <a:pt x="3" y="296"/>
                    </a:lnTo>
                    <a:lnTo>
                      <a:pt x="5" y="279"/>
                    </a:lnTo>
                    <a:lnTo>
                      <a:pt x="7" y="263"/>
                    </a:lnTo>
                    <a:lnTo>
                      <a:pt x="11" y="247"/>
                    </a:lnTo>
                    <a:lnTo>
                      <a:pt x="15" y="232"/>
                    </a:lnTo>
                    <a:lnTo>
                      <a:pt x="26" y="202"/>
                    </a:lnTo>
                    <a:lnTo>
                      <a:pt x="41" y="173"/>
                    </a:lnTo>
                    <a:lnTo>
                      <a:pt x="57" y="145"/>
                    </a:lnTo>
                    <a:lnTo>
                      <a:pt x="76" y="121"/>
                    </a:lnTo>
                    <a:lnTo>
                      <a:pt x="97" y="97"/>
                    </a:lnTo>
                    <a:lnTo>
                      <a:pt x="120" y="75"/>
                    </a:lnTo>
                    <a:lnTo>
                      <a:pt x="146" y="56"/>
                    </a:lnTo>
                    <a:lnTo>
                      <a:pt x="172" y="40"/>
                    </a:lnTo>
                    <a:lnTo>
                      <a:pt x="202" y="27"/>
                    </a:lnTo>
                    <a:lnTo>
                      <a:pt x="232" y="15"/>
                    </a:lnTo>
                    <a:lnTo>
                      <a:pt x="248" y="11"/>
                    </a:lnTo>
                    <a:lnTo>
                      <a:pt x="264" y="7"/>
                    </a:lnTo>
                    <a:lnTo>
                      <a:pt x="280" y="4"/>
                    </a:lnTo>
                    <a:lnTo>
                      <a:pt x="296" y="3"/>
                    </a:lnTo>
                    <a:lnTo>
                      <a:pt x="312" y="1"/>
                    </a:lnTo>
                    <a:lnTo>
                      <a:pt x="330" y="0"/>
                    </a:lnTo>
                    <a:lnTo>
                      <a:pt x="330" y="0"/>
                    </a:lnTo>
                    <a:lnTo>
                      <a:pt x="347" y="1"/>
                    </a:lnTo>
                    <a:lnTo>
                      <a:pt x="363" y="3"/>
                    </a:lnTo>
                    <a:lnTo>
                      <a:pt x="379" y="4"/>
                    </a:lnTo>
                    <a:lnTo>
                      <a:pt x="395" y="7"/>
                    </a:lnTo>
                    <a:lnTo>
                      <a:pt x="412" y="11"/>
                    </a:lnTo>
                    <a:lnTo>
                      <a:pt x="428" y="15"/>
                    </a:lnTo>
                    <a:lnTo>
                      <a:pt x="457" y="27"/>
                    </a:lnTo>
                    <a:lnTo>
                      <a:pt x="487" y="40"/>
                    </a:lnTo>
                    <a:lnTo>
                      <a:pt x="514" y="56"/>
                    </a:lnTo>
                    <a:lnTo>
                      <a:pt x="539" y="75"/>
                    </a:lnTo>
                    <a:lnTo>
                      <a:pt x="562" y="97"/>
                    </a:lnTo>
                    <a:lnTo>
                      <a:pt x="584" y="121"/>
                    </a:lnTo>
                    <a:lnTo>
                      <a:pt x="602" y="145"/>
                    </a:lnTo>
                    <a:lnTo>
                      <a:pt x="618" y="173"/>
                    </a:lnTo>
                    <a:lnTo>
                      <a:pt x="633" y="202"/>
                    </a:lnTo>
                    <a:lnTo>
                      <a:pt x="644" y="232"/>
                    </a:lnTo>
                    <a:lnTo>
                      <a:pt x="648" y="247"/>
                    </a:lnTo>
                    <a:lnTo>
                      <a:pt x="652" y="263"/>
                    </a:lnTo>
                    <a:lnTo>
                      <a:pt x="655" y="279"/>
                    </a:lnTo>
                    <a:lnTo>
                      <a:pt x="656" y="296"/>
                    </a:lnTo>
                    <a:lnTo>
                      <a:pt x="657" y="313"/>
                    </a:lnTo>
                    <a:lnTo>
                      <a:pt x="659" y="329"/>
                    </a:lnTo>
                    <a:lnTo>
                      <a:pt x="659" y="329"/>
                    </a:lnTo>
                    <a:lnTo>
                      <a:pt x="657" y="347"/>
                    </a:lnTo>
                    <a:lnTo>
                      <a:pt x="656" y="363"/>
                    </a:lnTo>
                    <a:lnTo>
                      <a:pt x="655" y="379"/>
                    </a:lnTo>
                    <a:lnTo>
                      <a:pt x="652" y="396"/>
                    </a:lnTo>
                    <a:lnTo>
                      <a:pt x="648" y="411"/>
                    </a:lnTo>
                    <a:lnTo>
                      <a:pt x="644" y="427"/>
                    </a:lnTo>
                    <a:lnTo>
                      <a:pt x="633" y="457"/>
                    </a:lnTo>
                    <a:lnTo>
                      <a:pt x="618" y="486"/>
                    </a:lnTo>
                    <a:lnTo>
                      <a:pt x="602" y="513"/>
                    </a:lnTo>
                    <a:lnTo>
                      <a:pt x="584" y="539"/>
                    </a:lnTo>
                    <a:lnTo>
                      <a:pt x="562" y="562"/>
                    </a:lnTo>
                    <a:lnTo>
                      <a:pt x="539" y="583"/>
                    </a:lnTo>
                    <a:lnTo>
                      <a:pt x="514" y="602"/>
                    </a:lnTo>
                    <a:lnTo>
                      <a:pt x="487" y="618"/>
                    </a:lnTo>
                    <a:lnTo>
                      <a:pt x="457" y="633"/>
                    </a:lnTo>
                    <a:lnTo>
                      <a:pt x="428" y="644"/>
                    </a:lnTo>
                    <a:lnTo>
                      <a:pt x="412" y="648"/>
                    </a:lnTo>
                    <a:lnTo>
                      <a:pt x="395" y="652"/>
                    </a:lnTo>
                    <a:lnTo>
                      <a:pt x="379" y="654"/>
                    </a:lnTo>
                    <a:lnTo>
                      <a:pt x="363" y="657"/>
                    </a:lnTo>
                    <a:lnTo>
                      <a:pt x="347" y="658"/>
                    </a:lnTo>
                    <a:lnTo>
                      <a:pt x="330" y="658"/>
                    </a:lnTo>
                    <a:lnTo>
                      <a:pt x="330" y="658"/>
                    </a:lnTo>
                    <a:close/>
                    <a:moveTo>
                      <a:pt x="330" y="38"/>
                    </a:moveTo>
                    <a:lnTo>
                      <a:pt x="330" y="38"/>
                    </a:lnTo>
                    <a:lnTo>
                      <a:pt x="300" y="40"/>
                    </a:lnTo>
                    <a:lnTo>
                      <a:pt x="271" y="44"/>
                    </a:lnTo>
                    <a:lnTo>
                      <a:pt x="244" y="51"/>
                    </a:lnTo>
                    <a:lnTo>
                      <a:pt x="217" y="62"/>
                    </a:lnTo>
                    <a:lnTo>
                      <a:pt x="191" y="74"/>
                    </a:lnTo>
                    <a:lnTo>
                      <a:pt x="167" y="89"/>
                    </a:lnTo>
                    <a:lnTo>
                      <a:pt x="144" y="105"/>
                    </a:lnTo>
                    <a:lnTo>
                      <a:pt x="124" y="124"/>
                    </a:lnTo>
                    <a:lnTo>
                      <a:pt x="105" y="144"/>
                    </a:lnTo>
                    <a:lnTo>
                      <a:pt x="88" y="167"/>
                    </a:lnTo>
                    <a:lnTo>
                      <a:pt x="73" y="191"/>
                    </a:lnTo>
                    <a:lnTo>
                      <a:pt x="61" y="216"/>
                    </a:lnTo>
                    <a:lnTo>
                      <a:pt x="52" y="243"/>
                    </a:lnTo>
                    <a:lnTo>
                      <a:pt x="45" y="271"/>
                    </a:lnTo>
                    <a:lnTo>
                      <a:pt x="39" y="300"/>
                    </a:lnTo>
                    <a:lnTo>
                      <a:pt x="38" y="329"/>
                    </a:lnTo>
                    <a:lnTo>
                      <a:pt x="38" y="329"/>
                    </a:lnTo>
                    <a:lnTo>
                      <a:pt x="39" y="359"/>
                    </a:lnTo>
                    <a:lnTo>
                      <a:pt x="45" y="388"/>
                    </a:lnTo>
                    <a:lnTo>
                      <a:pt x="52" y="416"/>
                    </a:lnTo>
                    <a:lnTo>
                      <a:pt x="61" y="443"/>
                    </a:lnTo>
                    <a:lnTo>
                      <a:pt x="73" y="468"/>
                    </a:lnTo>
                    <a:lnTo>
                      <a:pt x="88" y="492"/>
                    </a:lnTo>
                    <a:lnTo>
                      <a:pt x="105" y="515"/>
                    </a:lnTo>
                    <a:lnTo>
                      <a:pt x="124" y="535"/>
                    </a:lnTo>
                    <a:lnTo>
                      <a:pt x="144" y="553"/>
                    </a:lnTo>
                    <a:lnTo>
                      <a:pt x="167" y="571"/>
                    </a:lnTo>
                    <a:lnTo>
                      <a:pt x="191" y="586"/>
                    </a:lnTo>
                    <a:lnTo>
                      <a:pt x="217" y="598"/>
                    </a:lnTo>
                    <a:lnTo>
                      <a:pt x="244" y="607"/>
                    </a:lnTo>
                    <a:lnTo>
                      <a:pt x="271" y="615"/>
                    </a:lnTo>
                    <a:lnTo>
                      <a:pt x="300" y="619"/>
                    </a:lnTo>
                    <a:lnTo>
                      <a:pt x="330" y="621"/>
                    </a:lnTo>
                    <a:lnTo>
                      <a:pt x="330" y="621"/>
                    </a:lnTo>
                    <a:lnTo>
                      <a:pt x="359" y="619"/>
                    </a:lnTo>
                    <a:lnTo>
                      <a:pt x="389" y="615"/>
                    </a:lnTo>
                    <a:lnTo>
                      <a:pt x="416" y="607"/>
                    </a:lnTo>
                    <a:lnTo>
                      <a:pt x="442" y="598"/>
                    </a:lnTo>
                    <a:lnTo>
                      <a:pt x="468" y="586"/>
                    </a:lnTo>
                    <a:lnTo>
                      <a:pt x="492" y="571"/>
                    </a:lnTo>
                    <a:lnTo>
                      <a:pt x="515" y="553"/>
                    </a:lnTo>
                    <a:lnTo>
                      <a:pt x="535" y="535"/>
                    </a:lnTo>
                    <a:lnTo>
                      <a:pt x="554" y="515"/>
                    </a:lnTo>
                    <a:lnTo>
                      <a:pt x="571" y="492"/>
                    </a:lnTo>
                    <a:lnTo>
                      <a:pt x="586" y="468"/>
                    </a:lnTo>
                    <a:lnTo>
                      <a:pt x="598" y="443"/>
                    </a:lnTo>
                    <a:lnTo>
                      <a:pt x="608" y="416"/>
                    </a:lnTo>
                    <a:lnTo>
                      <a:pt x="614" y="388"/>
                    </a:lnTo>
                    <a:lnTo>
                      <a:pt x="620" y="359"/>
                    </a:lnTo>
                    <a:lnTo>
                      <a:pt x="621" y="329"/>
                    </a:lnTo>
                    <a:lnTo>
                      <a:pt x="621" y="329"/>
                    </a:lnTo>
                    <a:lnTo>
                      <a:pt x="620" y="300"/>
                    </a:lnTo>
                    <a:lnTo>
                      <a:pt x="614" y="271"/>
                    </a:lnTo>
                    <a:lnTo>
                      <a:pt x="608" y="243"/>
                    </a:lnTo>
                    <a:lnTo>
                      <a:pt x="598" y="216"/>
                    </a:lnTo>
                    <a:lnTo>
                      <a:pt x="586" y="191"/>
                    </a:lnTo>
                    <a:lnTo>
                      <a:pt x="571" y="167"/>
                    </a:lnTo>
                    <a:lnTo>
                      <a:pt x="554" y="144"/>
                    </a:lnTo>
                    <a:lnTo>
                      <a:pt x="535" y="124"/>
                    </a:lnTo>
                    <a:lnTo>
                      <a:pt x="515" y="105"/>
                    </a:lnTo>
                    <a:lnTo>
                      <a:pt x="492" y="89"/>
                    </a:lnTo>
                    <a:lnTo>
                      <a:pt x="468" y="74"/>
                    </a:lnTo>
                    <a:lnTo>
                      <a:pt x="442" y="62"/>
                    </a:lnTo>
                    <a:lnTo>
                      <a:pt x="416" y="51"/>
                    </a:lnTo>
                    <a:lnTo>
                      <a:pt x="389" y="44"/>
                    </a:lnTo>
                    <a:lnTo>
                      <a:pt x="359" y="40"/>
                    </a:lnTo>
                    <a:lnTo>
                      <a:pt x="330" y="38"/>
                    </a:lnTo>
                    <a:lnTo>
                      <a:pt x="330" y="3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9" name="Freeform 174">
                <a:extLst>
                  <a:ext uri="{FF2B5EF4-FFF2-40B4-BE49-F238E27FC236}">
                    <a16:creationId xmlns:a16="http://schemas.microsoft.com/office/drawing/2014/main" id="{274DE1F6-2DCD-D0B4-7F3B-E76F0A1883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4612" y="3427508"/>
                <a:ext cx="165100" cy="242888"/>
              </a:xfrm>
              <a:custGeom>
                <a:avLst/>
                <a:gdLst>
                  <a:gd name="T0" fmla="*/ 182 w 207"/>
                  <a:gd name="T1" fmla="*/ 305 h 305"/>
                  <a:gd name="T2" fmla="*/ 187 w 207"/>
                  <a:gd name="T3" fmla="*/ 303 h 305"/>
                  <a:gd name="T4" fmla="*/ 196 w 207"/>
                  <a:gd name="T5" fmla="*/ 301 h 305"/>
                  <a:gd name="T6" fmla="*/ 203 w 207"/>
                  <a:gd name="T7" fmla="*/ 294 h 305"/>
                  <a:gd name="T8" fmla="*/ 206 w 207"/>
                  <a:gd name="T9" fmla="*/ 284 h 305"/>
                  <a:gd name="T10" fmla="*/ 207 w 207"/>
                  <a:gd name="T11" fmla="*/ 24 h 305"/>
                  <a:gd name="T12" fmla="*/ 206 w 207"/>
                  <a:gd name="T13" fmla="*/ 20 h 305"/>
                  <a:gd name="T14" fmla="*/ 203 w 207"/>
                  <a:gd name="T15" fmla="*/ 10 h 305"/>
                  <a:gd name="T16" fmla="*/ 196 w 207"/>
                  <a:gd name="T17" fmla="*/ 4 h 305"/>
                  <a:gd name="T18" fmla="*/ 187 w 207"/>
                  <a:gd name="T19" fmla="*/ 1 h 305"/>
                  <a:gd name="T20" fmla="*/ 26 w 207"/>
                  <a:gd name="T21" fmla="*/ 0 h 305"/>
                  <a:gd name="T22" fmla="*/ 20 w 207"/>
                  <a:gd name="T23" fmla="*/ 1 h 305"/>
                  <a:gd name="T24" fmla="*/ 11 w 207"/>
                  <a:gd name="T25" fmla="*/ 4 h 305"/>
                  <a:gd name="T26" fmla="*/ 4 w 207"/>
                  <a:gd name="T27" fmla="*/ 10 h 305"/>
                  <a:gd name="T28" fmla="*/ 2 w 207"/>
                  <a:gd name="T29" fmla="*/ 20 h 305"/>
                  <a:gd name="T30" fmla="*/ 0 w 207"/>
                  <a:gd name="T31" fmla="*/ 279 h 305"/>
                  <a:gd name="T32" fmla="*/ 2 w 207"/>
                  <a:gd name="T33" fmla="*/ 284 h 305"/>
                  <a:gd name="T34" fmla="*/ 4 w 207"/>
                  <a:gd name="T35" fmla="*/ 294 h 305"/>
                  <a:gd name="T36" fmla="*/ 11 w 207"/>
                  <a:gd name="T37" fmla="*/ 301 h 305"/>
                  <a:gd name="T38" fmla="*/ 20 w 207"/>
                  <a:gd name="T39" fmla="*/ 303 h 305"/>
                  <a:gd name="T40" fmla="*/ 26 w 207"/>
                  <a:gd name="T41" fmla="*/ 305 h 305"/>
                  <a:gd name="T42" fmla="*/ 104 w 207"/>
                  <a:gd name="T43" fmla="*/ 294 h 305"/>
                  <a:gd name="T44" fmla="*/ 93 w 207"/>
                  <a:gd name="T45" fmla="*/ 290 h 305"/>
                  <a:gd name="T46" fmla="*/ 89 w 207"/>
                  <a:gd name="T47" fmla="*/ 279 h 305"/>
                  <a:gd name="T48" fmla="*/ 90 w 207"/>
                  <a:gd name="T49" fmla="*/ 274 h 305"/>
                  <a:gd name="T50" fmla="*/ 98 w 207"/>
                  <a:gd name="T51" fmla="*/ 266 h 305"/>
                  <a:gd name="T52" fmla="*/ 104 w 207"/>
                  <a:gd name="T53" fmla="*/ 266 h 305"/>
                  <a:gd name="T54" fmla="*/ 114 w 207"/>
                  <a:gd name="T55" fmla="*/ 270 h 305"/>
                  <a:gd name="T56" fmla="*/ 118 w 207"/>
                  <a:gd name="T57" fmla="*/ 279 h 305"/>
                  <a:gd name="T58" fmla="*/ 117 w 207"/>
                  <a:gd name="T59" fmla="*/ 286 h 305"/>
                  <a:gd name="T60" fmla="*/ 109 w 207"/>
                  <a:gd name="T61" fmla="*/ 294 h 305"/>
                  <a:gd name="T62" fmla="*/ 104 w 207"/>
                  <a:gd name="T63" fmla="*/ 294 h 305"/>
                  <a:gd name="T64" fmla="*/ 19 w 207"/>
                  <a:gd name="T65" fmla="*/ 22 h 305"/>
                  <a:gd name="T66" fmla="*/ 23 w 207"/>
                  <a:gd name="T67" fmla="*/ 18 h 305"/>
                  <a:gd name="T68" fmla="*/ 184 w 207"/>
                  <a:gd name="T69" fmla="*/ 18 h 305"/>
                  <a:gd name="T70" fmla="*/ 188 w 207"/>
                  <a:gd name="T71" fmla="*/ 22 h 305"/>
                  <a:gd name="T72" fmla="*/ 188 w 207"/>
                  <a:gd name="T73" fmla="*/ 241 h 305"/>
                  <a:gd name="T74" fmla="*/ 184 w 207"/>
                  <a:gd name="T75" fmla="*/ 245 h 305"/>
                  <a:gd name="T76" fmla="*/ 23 w 207"/>
                  <a:gd name="T77" fmla="*/ 245 h 305"/>
                  <a:gd name="T78" fmla="*/ 19 w 207"/>
                  <a:gd name="T79" fmla="*/ 24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07" h="305">
                    <a:moveTo>
                      <a:pt x="26" y="305"/>
                    </a:moveTo>
                    <a:lnTo>
                      <a:pt x="182" y="305"/>
                    </a:lnTo>
                    <a:lnTo>
                      <a:pt x="182" y="305"/>
                    </a:lnTo>
                    <a:lnTo>
                      <a:pt x="187" y="303"/>
                    </a:lnTo>
                    <a:lnTo>
                      <a:pt x="192" y="302"/>
                    </a:lnTo>
                    <a:lnTo>
                      <a:pt x="196" y="301"/>
                    </a:lnTo>
                    <a:lnTo>
                      <a:pt x="199" y="297"/>
                    </a:lnTo>
                    <a:lnTo>
                      <a:pt x="203" y="294"/>
                    </a:lnTo>
                    <a:lnTo>
                      <a:pt x="204" y="290"/>
                    </a:lnTo>
                    <a:lnTo>
                      <a:pt x="206" y="284"/>
                    </a:lnTo>
                    <a:lnTo>
                      <a:pt x="207" y="279"/>
                    </a:lnTo>
                    <a:lnTo>
                      <a:pt x="207" y="24"/>
                    </a:lnTo>
                    <a:lnTo>
                      <a:pt x="207" y="24"/>
                    </a:lnTo>
                    <a:lnTo>
                      <a:pt x="206" y="20"/>
                    </a:lnTo>
                    <a:lnTo>
                      <a:pt x="204" y="14"/>
                    </a:lnTo>
                    <a:lnTo>
                      <a:pt x="203" y="10"/>
                    </a:lnTo>
                    <a:lnTo>
                      <a:pt x="199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7" y="1"/>
                    </a:lnTo>
                    <a:lnTo>
                      <a:pt x="182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0" y="1"/>
                    </a:lnTo>
                    <a:lnTo>
                      <a:pt x="15" y="2"/>
                    </a:lnTo>
                    <a:lnTo>
                      <a:pt x="11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3" y="14"/>
                    </a:lnTo>
                    <a:lnTo>
                      <a:pt x="2" y="20"/>
                    </a:lnTo>
                    <a:lnTo>
                      <a:pt x="0" y="24"/>
                    </a:lnTo>
                    <a:lnTo>
                      <a:pt x="0" y="279"/>
                    </a:lnTo>
                    <a:lnTo>
                      <a:pt x="0" y="279"/>
                    </a:lnTo>
                    <a:lnTo>
                      <a:pt x="2" y="284"/>
                    </a:lnTo>
                    <a:lnTo>
                      <a:pt x="3" y="290"/>
                    </a:lnTo>
                    <a:lnTo>
                      <a:pt x="4" y="294"/>
                    </a:lnTo>
                    <a:lnTo>
                      <a:pt x="8" y="297"/>
                    </a:lnTo>
                    <a:lnTo>
                      <a:pt x="11" y="301"/>
                    </a:lnTo>
                    <a:lnTo>
                      <a:pt x="15" y="302"/>
                    </a:lnTo>
                    <a:lnTo>
                      <a:pt x="20" y="303"/>
                    </a:lnTo>
                    <a:lnTo>
                      <a:pt x="26" y="305"/>
                    </a:lnTo>
                    <a:lnTo>
                      <a:pt x="26" y="305"/>
                    </a:lnTo>
                    <a:close/>
                    <a:moveTo>
                      <a:pt x="104" y="294"/>
                    </a:moveTo>
                    <a:lnTo>
                      <a:pt x="104" y="294"/>
                    </a:lnTo>
                    <a:lnTo>
                      <a:pt x="98" y="294"/>
                    </a:lnTo>
                    <a:lnTo>
                      <a:pt x="93" y="290"/>
                    </a:lnTo>
                    <a:lnTo>
                      <a:pt x="90" y="286"/>
                    </a:lnTo>
                    <a:lnTo>
                      <a:pt x="89" y="279"/>
                    </a:lnTo>
                    <a:lnTo>
                      <a:pt x="89" y="279"/>
                    </a:lnTo>
                    <a:lnTo>
                      <a:pt x="90" y="274"/>
                    </a:lnTo>
                    <a:lnTo>
                      <a:pt x="93" y="270"/>
                    </a:lnTo>
                    <a:lnTo>
                      <a:pt x="98" y="266"/>
                    </a:lnTo>
                    <a:lnTo>
                      <a:pt x="104" y="266"/>
                    </a:lnTo>
                    <a:lnTo>
                      <a:pt x="104" y="266"/>
                    </a:lnTo>
                    <a:lnTo>
                      <a:pt x="109" y="266"/>
                    </a:lnTo>
                    <a:lnTo>
                      <a:pt x="114" y="270"/>
                    </a:lnTo>
                    <a:lnTo>
                      <a:pt x="117" y="274"/>
                    </a:lnTo>
                    <a:lnTo>
                      <a:pt x="118" y="279"/>
                    </a:lnTo>
                    <a:lnTo>
                      <a:pt x="118" y="279"/>
                    </a:lnTo>
                    <a:lnTo>
                      <a:pt x="117" y="286"/>
                    </a:lnTo>
                    <a:lnTo>
                      <a:pt x="114" y="290"/>
                    </a:lnTo>
                    <a:lnTo>
                      <a:pt x="109" y="294"/>
                    </a:lnTo>
                    <a:lnTo>
                      <a:pt x="104" y="294"/>
                    </a:lnTo>
                    <a:lnTo>
                      <a:pt x="104" y="294"/>
                    </a:lnTo>
                    <a:close/>
                    <a:moveTo>
                      <a:pt x="19" y="22"/>
                    </a:moveTo>
                    <a:lnTo>
                      <a:pt x="19" y="22"/>
                    </a:lnTo>
                    <a:lnTo>
                      <a:pt x="20" y="20"/>
                    </a:lnTo>
                    <a:lnTo>
                      <a:pt x="23" y="18"/>
                    </a:lnTo>
                    <a:lnTo>
                      <a:pt x="184" y="18"/>
                    </a:lnTo>
                    <a:lnTo>
                      <a:pt x="184" y="18"/>
                    </a:lnTo>
                    <a:lnTo>
                      <a:pt x="187" y="20"/>
                    </a:lnTo>
                    <a:lnTo>
                      <a:pt x="188" y="22"/>
                    </a:lnTo>
                    <a:lnTo>
                      <a:pt x="188" y="241"/>
                    </a:lnTo>
                    <a:lnTo>
                      <a:pt x="188" y="241"/>
                    </a:lnTo>
                    <a:lnTo>
                      <a:pt x="187" y="244"/>
                    </a:lnTo>
                    <a:lnTo>
                      <a:pt x="184" y="245"/>
                    </a:lnTo>
                    <a:lnTo>
                      <a:pt x="23" y="245"/>
                    </a:lnTo>
                    <a:lnTo>
                      <a:pt x="23" y="245"/>
                    </a:lnTo>
                    <a:lnTo>
                      <a:pt x="20" y="244"/>
                    </a:lnTo>
                    <a:lnTo>
                      <a:pt x="19" y="241"/>
                    </a:lnTo>
                    <a:lnTo>
                      <a:pt x="19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nl-B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E64DD8C-C1E4-8433-C17A-4E7821AD6720}"/>
              </a:ext>
            </a:extLst>
          </p:cNvPr>
          <p:cNvGrpSpPr>
            <a:grpSpLocks noChangeAspect="1"/>
          </p:cNvGrpSpPr>
          <p:nvPr/>
        </p:nvGrpSpPr>
        <p:grpSpPr>
          <a:xfrm>
            <a:off x="5075143" y="3273280"/>
            <a:ext cx="252000" cy="252000"/>
            <a:chOff x="5075143" y="3273280"/>
            <a:chExt cx="522288" cy="522288"/>
          </a:xfrm>
        </p:grpSpPr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9C00E164-7BDE-3B4C-60AB-B1F5FBD4DA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5143" y="3273280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04" name="Freeform 178">
              <a:extLst>
                <a:ext uri="{FF2B5EF4-FFF2-40B4-BE49-F238E27FC236}">
                  <a16:creationId xmlns:a16="http://schemas.microsoft.com/office/drawing/2014/main" id="{62B88F3B-8E6E-08FC-1ECE-D2D391187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4843" y="3576492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05" name="Freeform 179">
              <a:extLst>
                <a:ext uri="{FF2B5EF4-FFF2-40B4-BE49-F238E27FC236}">
                  <a16:creationId xmlns:a16="http://schemas.microsoft.com/office/drawing/2014/main" id="{647A8808-3134-D4EC-43FE-3E691B036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7068" y="3419330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C00B5D7-E6F0-D218-232B-0A6BBB5A7D48}"/>
              </a:ext>
            </a:extLst>
          </p:cNvPr>
          <p:cNvSpPr/>
          <p:nvPr/>
        </p:nvSpPr>
        <p:spPr>
          <a:xfrm>
            <a:off x="9215762" y="2722814"/>
            <a:ext cx="1993030" cy="251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7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0" name="TextBox 168">
            <a:extLst>
              <a:ext uri="{FF2B5EF4-FFF2-40B4-BE49-F238E27FC236}">
                <a16:creationId xmlns:a16="http://schemas.microsoft.com/office/drawing/2014/main" id="{1C30094D-06C4-213B-DB7D-91DD8C7DF46D}"/>
              </a:ext>
            </a:extLst>
          </p:cNvPr>
          <p:cNvSpPr txBox="1"/>
          <p:nvPr/>
        </p:nvSpPr>
        <p:spPr>
          <a:xfrm>
            <a:off x="9585700" y="3613301"/>
            <a:ext cx="1452347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9: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blalbalblalblabllalb</a:t>
            </a:r>
            <a:endParaRPr lang="en-US" sz="700" dirty="0" err="1">
              <a:solidFill>
                <a:srgbClr val="000000"/>
              </a:solidFill>
              <a:latin typeface="Open Sans"/>
            </a:endParaRPr>
          </a:p>
          <a:p>
            <a:pPr>
              <a:defRPr/>
            </a:pPr>
            <a:r>
              <a:rPr lang="fr-BE" sz="700" err="1">
                <a:ea typeface="Open Sans"/>
                <a:cs typeface="Open Sans"/>
              </a:rPr>
              <a:t>blalbalblalblabllalb</a:t>
            </a:r>
            <a:endParaRPr lang="en-US" sz="70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err="1">
                <a:ea typeface="Open Sans"/>
                <a:cs typeface="Open Sans"/>
              </a:rPr>
              <a:t>blalbalblalblabllalb</a:t>
            </a:r>
            <a:endParaRPr lang="en-US" sz="70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>
              <a:defRPr/>
            </a:pPr>
            <a:r>
              <a:rPr lang="fr-BE" sz="700" dirty="0" err="1">
                <a:ea typeface="Open Sans"/>
                <a:cs typeface="Open Sans"/>
              </a:rPr>
              <a:t>blalbalblalblabllalb</a:t>
            </a:r>
            <a:endParaRPr lang="en-US" sz="700" dirty="0" err="1">
              <a:ea typeface="Open Sans"/>
              <a:cs typeface="Open San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fr-BE" sz="700" dirty="0">
              <a:ea typeface="Open Sans"/>
              <a:cs typeface="Open Sans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234672D-4B94-5A27-6B27-9E23E9ADBDD0}"/>
              </a:ext>
            </a:extLst>
          </p:cNvPr>
          <p:cNvGrpSpPr>
            <a:grpSpLocks noChangeAspect="1"/>
          </p:cNvGrpSpPr>
          <p:nvPr/>
        </p:nvGrpSpPr>
        <p:grpSpPr>
          <a:xfrm>
            <a:off x="7499150" y="3281705"/>
            <a:ext cx="252000" cy="252000"/>
            <a:chOff x="7499150" y="3281705"/>
            <a:chExt cx="522288" cy="522288"/>
          </a:xfrm>
        </p:grpSpPr>
        <p:sp>
          <p:nvSpPr>
            <p:cNvPr id="200" name="Freeform 40">
              <a:extLst>
                <a:ext uri="{FF2B5EF4-FFF2-40B4-BE49-F238E27FC236}">
                  <a16:creationId xmlns:a16="http://schemas.microsoft.com/office/drawing/2014/main" id="{9DAADAAE-B154-FF6D-4FE4-132141B2BB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9150" y="3281705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01" name="Freeform 178">
              <a:extLst>
                <a:ext uri="{FF2B5EF4-FFF2-40B4-BE49-F238E27FC236}">
                  <a16:creationId xmlns:a16="http://schemas.microsoft.com/office/drawing/2014/main" id="{C982CF20-2C9B-1923-211D-F8F89C1AF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8850" y="3584917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02" name="Freeform 179">
              <a:extLst>
                <a:ext uri="{FF2B5EF4-FFF2-40B4-BE49-F238E27FC236}">
                  <a16:creationId xmlns:a16="http://schemas.microsoft.com/office/drawing/2014/main" id="{3F5D484E-73BC-0371-E34B-19F4C7C8E4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61075" y="3427755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9F09B0B-A9BC-F504-3891-E5A0FA32665D}"/>
              </a:ext>
            </a:extLst>
          </p:cNvPr>
          <p:cNvGrpSpPr>
            <a:grpSpLocks noChangeAspect="1"/>
          </p:cNvGrpSpPr>
          <p:nvPr/>
        </p:nvGrpSpPr>
        <p:grpSpPr>
          <a:xfrm>
            <a:off x="9923157" y="3290130"/>
            <a:ext cx="252000" cy="252000"/>
            <a:chOff x="9923157" y="3290130"/>
            <a:chExt cx="522288" cy="522288"/>
          </a:xfrm>
        </p:grpSpPr>
        <p:sp>
          <p:nvSpPr>
            <p:cNvPr id="197" name="Freeform 40">
              <a:extLst>
                <a:ext uri="{FF2B5EF4-FFF2-40B4-BE49-F238E27FC236}">
                  <a16:creationId xmlns:a16="http://schemas.microsoft.com/office/drawing/2014/main" id="{3B482E70-D5F7-C43F-EF58-6F1C35F42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3157" y="3290130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198" name="Freeform 178">
              <a:extLst>
                <a:ext uri="{FF2B5EF4-FFF2-40B4-BE49-F238E27FC236}">
                  <a16:creationId xmlns:a16="http://schemas.microsoft.com/office/drawing/2014/main" id="{2C1F04AE-1730-5ED6-E3FE-06F9F22B6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2857" y="3593342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199" name="Freeform 179">
              <a:extLst>
                <a:ext uri="{FF2B5EF4-FFF2-40B4-BE49-F238E27FC236}">
                  <a16:creationId xmlns:a16="http://schemas.microsoft.com/office/drawing/2014/main" id="{F7E30522-074F-12AA-8727-F5F4A92329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5082" y="3436180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F721246-9AC1-1DB0-35C6-A9C6C37C651C}"/>
              </a:ext>
            </a:extLst>
          </p:cNvPr>
          <p:cNvCxnSpPr>
            <a:stCxn id="128" idx="0"/>
            <a:endCxn id="141" idx="4"/>
          </p:cNvCxnSpPr>
          <p:nvPr/>
        </p:nvCxnSpPr>
        <p:spPr>
          <a:xfrm flipV="1">
            <a:off x="1815764" y="5214392"/>
            <a:ext cx="4843" cy="907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7">
            <a:extLst>
              <a:ext uri="{FF2B5EF4-FFF2-40B4-BE49-F238E27FC236}">
                <a16:creationId xmlns:a16="http://schemas.microsoft.com/office/drawing/2014/main" id="{A0A2AC97-524B-3CF6-AACC-4D211F6102E1}"/>
              </a:ext>
            </a:extLst>
          </p:cNvPr>
          <p:cNvCxnSpPr>
            <a:cxnSpLocks/>
            <a:stCxn id="130" idx="0"/>
            <a:endCxn id="142" idx="6"/>
          </p:cNvCxnSpPr>
          <p:nvPr/>
        </p:nvCxnSpPr>
        <p:spPr>
          <a:xfrm rot="16200000" flipV="1">
            <a:off x="3105862" y="4849365"/>
            <a:ext cx="167907" cy="25299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7">
            <a:extLst>
              <a:ext uri="{FF2B5EF4-FFF2-40B4-BE49-F238E27FC236}">
                <a16:creationId xmlns:a16="http://schemas.microsoft.com/office/drawing/2014/main" id="{24DBEAE9-FBDD-319D-75CA-99A4000081BB}"/>
              </a:ext>
            </a:extLst>
          </p:cNvPr>
          <p:cNvCxnSpPr>
            <a:cxnSpLocks/>
            <a:stCxn id="136" idx="4"/>
            <a:endCxn id="137" idx="1"/>
          </p:cNvCxnSpPr>
          <p:nvPr/>
        </p:nvCxnSpPr>
        <p:spPr>
          <a:xfrm rot="16200000" flipH="1">
            <a:off x="4678225" y="5544448"/>
            <a:ext cx="68375" cy="172003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7">
            <a:extLst>
              <a:ext uri="{FF2B5EF4-FFF2-40B4-BE49-F238E27FC236}">
                <a16:creationId xmlns:a16="http://schemas.microsoft.com/office/drawing/2014/main" id="{52D752E3-E607-5134-3249-4BDF57B42B70}"/>
              </a:ext>
            </a:extLst>
          </p:cNvPr>
          <p:cNvCxnSpPr>
            <a:cxnSpLocks/>
            <a:stCxn id="139" idx="0"/>
            <a:endCxn id="140" idx="2"/>
          </p:cNvCxnSpPr>
          <p:nvPr/>
        </p:nvCxnSpPr>
        <p:spPr>
          <a:xfrm rot="5400000" flipH="1" flipV="1">
            <a:off x="5447849" y="4363738"/>
            <a:ext cx="97442" cy="2471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790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Thème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2026-02-17T08:05:34Z</dcterms:created>
  <dcterms:modified xsi:type="dcterms:W3CDTF">2026-02-17T08:09:50Z</dcterms:modified>
</cp:coreProperties>
</file>